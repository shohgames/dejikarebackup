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3" r:id="rId4"/>
    <p:sldMasterId id="2147484176" r:id="rId5"/>
    <p:sldMasterId id="2147484226" r:id="rId6"/>
  </p:sldMasterIdLst>
  <p:notesMasterIdLst>
    <p:notesMasterId r:id="rId8"/>
  </p:notesMasterIdLst>
  <p:handoutMasterIdLst>
    <p:handoutMasterId r:id="rId9"/>
  </p:handoutMasterIdLst>
  <p:sldIdLst>
    <p:sldId id="1670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FC9324-40F3-4974-8CB5-B0CDD54BBED7}">
          <p14:sldIdLst>
            <p14:sldId id="1670"/>
          </p14:sldIdLst>
        </p14:section>
        <p14:section name="ガイドライン" id="{6C4DA389-205C-4A20-A734-B43E215A37B9}">
          <p14:sldIdLst/>
        </p14:section>
        <p14:section name="アイコン" id="{3512E15A-98C4-4870-8E0E-9E132938528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52B96C-0DAC-3E29-CC9A-C6115C346AA5}" name="Shuzo Suzuki" initials="SS" userId="S::shuzo.suzuki@vsn.co.jp::a01e4290-ab76-4be6-85dc-b2da6cd26b03" providerId="AD"/>
  <p188:author id="{A27B8BCF-3228-123B-5497-6B7D7C52C9A3}" name="Tatsuya Ishikawa" initials="TI" userId="S::i-tatsuya@vsn.co.jp::5d85e416-bddd-4fba-8c30-27f30eb3cdb0" providerId="AD"/>
  <p188:author id="{B746C2D8-85D2-4BC0-7569-17B3C09B3DC5}" name="Naho Shibuya" initials="NS" userId="S::2277004@vsn.co.jp::a5e42963-fd65-408f-afe5-a4c778e930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Frommhold" initials="LF" lastIdx="2" clrIdx="0">
    <p:extLst>
      <p:ext uri="{19B8F6BF-5375-455C-9EA6-DF929625EA0E}">
        <p15:presenceInfo xmlns:p15="http://schemas.microsoft.com/office/powerpoint/2012/main" userId="S-1-5-21-1459177929-1950652741-465516277-65523" providerId="AD"/>
      </p:ext>
    </p:extLst>
  </p:cmAuthor>
  <p:cmAuthor id="2" name="Autor" initials="A" lastIdx="5" clrIdx="1"/>
  <p:cmAuthor id="3" name="Julia Berg" initials="JB" lastIdx="1" clrIdx="2">
    <p:extLst>
      <p:ext uri="{19B8F6BF-5375-455C-9EA6-DF929625EA0E}">
        <p15:presenceInfo xmlns:p15="http://schemas.microsoft.com/office/powerpoint/2012/main" userId="S::julia.berg@de.adecco.net::ac5dd9bb-5be4-4131-b9b9-02e895e64333" providerId="AD"/>
      </p:ext>
    </p:extLst>
  </p:cmAuthor>
  <p:cmAuthor id="4" name="Tatsuya Ishikawa" initials="TI" lastIdx="18" clrIdx="3">
    <p:extLst>
      <p:ext uri="{19B8F6BF-5375-455C-9EA6-DF929625EA0E}">
        <p15:presenceInfo xmlns:p15="http://schemas.microsoft.com/office/powerpoint/2012/main" userId="S::i-tatsuya@vsn.co.jp::5d85e416-bddd-4fba-8c30-27f30eb3cd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936"/>
    <a:srgbClr val="FFB81C"/>
    <a:srgbClr val="00B5E1"/>
    <a:srgbClr val="FFD243"/>
    <a:srgbClr val="FFF9ED"/>
    <a:srgbClr val="2AD2C9"/>
    <a:srgbClr val="FDB735"/>
    <a:srgbClr val="000000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32A4A-F55E-4480-8C0E-9EF507E98E73}" v="8" dt="2022-06-15T06:48:46.070"/>
    <p1510:client id="{22C4C6E7-B21E-AEFE-F33A-8E0BBA310AF4}" v="33" dt="2022-06-15T07:30:04.761"/>
    <p1510:client id="{44B3D058-12DB-4A66-A099-DDF1E1DE1D6D}" v="576" dt="2022-06-15T02:59:01.537"/>
    <p1510:client id="{453763B0-3F59-4E95-883F-6B6EF7C04235}" v="125" dt="2022-06-15T02:58:44.194"/>
    <p1510:client id="{5143C82E-CA9B-40D4-BC8C-AEA5B86230BD}" v="225" dt="2022-06-15T07:12:11.023"/>
    <p1510:client id="{57B91D12-BD20-49E6-B55E-4BFB71320375}" v="485" dt="2022-06-15T02:57:01.115"/>
    <p1510:client id="{62988E89-95DD-440C-BBDD-AFA96CF15A69}" v="21" dt="2022-06-15T02:33:21.130"/>
    <p1510:client id="{6373133B-E814-488D-A177-C8463E6B914B}" v="65" dt="2022-06-15T05:29:33.048"/>
    <p1510:client id="{673DA4A2-4C64-7E51-146F-EE08C1DBD11C}" v="665" dt="2022-06-15T04:22:34.365"/>
    <p1510:client id="{6B0BDC4A-1F9E-4C0F-8752-FE0B2E0AF07D}" v="11" dt="2022-06-15T02:03:29.856"/>
    <p1510:client id="{7195B6F9-E9BD-4E90-A4B7-020CF963644B}" v="420" dt="2022-06-15T04:41:11.090"/>
    <p1510:client id="{825A19A7-9E75-4F95-87AF-50EB31997180}" v="103" dt="2022-06-15T07:27:10.572"/>
    <p1510:client id="{87EC6E46-6D8F-4E0E-8632-6043C8782D5C}" v="68" dt="2022-06-15T06:59:21.231"/>
    <p1510:client id="{924CBBBA-2800-461A-9344-741E7AB70CD7}" v="149" dt="2022-06-15T06:08:06.955"/>
    <p1510:client id="{C1E6B8AB-DEFA-4649-A575-FA53E1A00D26}" v="15" dt="2022-06-15T07:29:32.572"/>
    <p1510:client id="{E3F37265-631F-467A-8C93-395E555DFC1A}" v="378" dt="2022-06-15T07:22:39.510"/>
    <p1510:client id="{EDF03E04-5CBA-7E1D-E4B5-7A5A0ABC6732}" v="11" dt="2022-06-15T04:36:24.434"/>
    <p1510:client id="{EF42A20D-1F70-CF57-8AC3-13BCE5ED8A57}" v="2261" dt="2022-06-15T07:28:15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CBFAA-E1C1-4F90-8A83-200CEF8A511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C3CF-F362-4B9D-8435-DB9F5FD68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087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C6976-B283-4631-8B67-929B21821DD4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65E48-48E7-4B1B-A1D1-451C9E203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165E48-48E7-4B1B-A1D1-451C9E2032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84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7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0CCC7-2412-4914-9456-BACBA548D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2A86AB7-59A4-4A39-A1F5-A0964B8C9C82}"/>
              </a:ext>
            </a:extLst>
          </p:cNvPr>
          <p:cNvSpPr/>
          <p:nvPr userDrawn="1"/>
        </p:nvSpPr>
        <p:spPr>
          <a:xfrm>
            <a:off x="3274612" y="1851630"/>
            <a:ext cx="5642776" cy="3498583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400A75A5-AD94-45E7-BE35-9C732F486B7F}"/>
              </a:ext>
            </a:extLst>
          </p:cNvPr>
          <p:cNvCxnSpPr>
            <a:cxnSpLocks/>
          </p:cNvCxnSpPr>
          <p:nvPr userDrawn="1"/>
        </p:nvCxnSpPr>
        <p:spPr>
          <a:xfrm>
            <a:off x="5414838" y="2998689"/>
            <a:ext cx="1391479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9">
            <a:extLst>
              <a:ext uri="{FF2B5EF4-FFF2-40B4-BE49-F238E27FC236}">
                <a16:creationId xmlns:a16="http://schemas.microsoft.com/office/drawing/2014/main" id="{F34EB1EA-683D-4033-80C3-EEE201E6E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260" y="2387633"/>
            <a:ext cx="1391479" cy="60310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06AB8F3-C3C5-48A9-932D-7D82991B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362" y="3184526"/>
            <a:ext cx="5624513" cy="51593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EAE3D2-FCE6-4FD6-9615-1CEC708C5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363" y="3700463"/>
            <a:ext cx="5624512" cy="5667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85C55A-66E1-4F4E-9EDB-1711C9EE0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363" y="5010150"/>
            <a:ext cx="5624512" cy="3143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Date / Year</a:t>
            </a:r>
          </a:p>
        </p:txBody>
      </p:sp>
    </p:spTree>
    <p:extLst>
      <p:ext uri="{BB962C8B-B14F-4D97-AF65-F5344CB8AC3E}">
        <p14:creationId xmlns:p14="http://schemas.microsoft.com/office/powerpoint/2010/main" val="36955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8B28403-D073-4FD4-886B-8AC009496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4A2DA4-6680-4AA4-9AF4-6FBBFCFA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142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495804-DDA8-4540-8F17-334EDBF5B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5014B-A796-40F5-9037-3B117E55C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04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E897BF-88CB-4797-9C23-10A5ED499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4E43C-CEB8-49C1-80FB-38E361C307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9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B5212E-F4BB-4F69-9884-B2346A22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8710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01A758-3F4D-413E-8795-A37287BC8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639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F2D4A7-E501-4188-8121-C56B2F498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04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3CA481-26E5-4EB1-8E81-98C2EC7B0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819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0DD0C-125B-4C91-B279-6E39F14777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106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FD598B-FA63-4437-881E-EFD505142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71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AB43-D485-4091-B80D-3F927A81D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080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6E4C35C-859F-4E3C-BC1B-2502FECC0DAF}"/>
              </a:ext>
            </a:extLst>
          </p:cNvPr>
          <p:cNvSpPr/>
          <p:nvPr userDrawn="1"/>
        </p:nvSpPr>
        <p:spPr>
          <a:xfrm>
            <a:off x="0" y="2183970"/>
            <a:ext cx="6661150" cy="249006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 b="1">
              <a:solidFill>
                <a:schemeClr val="tx2"/>
              </a:solidFill>
              <a:latin typeface="+mj-lt"/>
              <a:ea typeface="Roboto" panose="02000000000000000000" pitchFamily="2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38B636E-B808-407E-A65A-477C8D55C5CA}"/>
              </a:ext>
            </a:extLst>
          </p:cNvPr>
          <p:cNvCxnSpPr>
            <a:cxnSpLocks/>
          </p:cNvCxnSpPr>
          <p:nvPr/>
        </p:nvCxnSpPr>
        <p:spPr>
          <a:xfrm>
            <a:off x="568476" y="2819138"/>
            <a:ext cx="1187768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8476" y="2929934"/>
            <a:ext cx="5527523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  <a:br>
              <a:rPr lang="en-US"/>
            </a:b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68477" y="3731185"/>
            <a:ext cx="5527522" cy="54914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rgbClr val="FFB81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03E32-641A-4C50-AE72-D3390E7058C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D85BFAD-B0CE-4E53-8CC2-12CCF9D744A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AB9A70-14F0-48FB-9E15-21C480714C55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304F1F-8979-4250-BB2D-276C4B7D75A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FE56EA-22FE-4969-B43C-FB6EA92589D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703264-0BD3-41F0-82BC-6FF50C5FB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C8E39CA-8F1E-4F13-A728-7374A599F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546" y="2112598"/>
            <a:ext cx="2889620" cy="949592"/>
          </a:xfrm>
          <a:prstGeom prst="rect">
            <a:avLst/>
          </a:prstGeom>
        </p:spPr>
      </p:pic>
      <p:sp>
        <p:nvSpPr>
          <p:cNvPr id="3" name="직사각형 3">
            <a:extLst>
              <a:ext uri="{FF2B5EF4-FFF2-40B4-BE49-F238E27FC236}">
                <a16:creationId xmlns:a16="http://schemas.microsoft.com/office/drawing/2014/main" id="{99128600-F61E-4F4F-8B29-F3474D2F76FA}"/>
              </a:ext>
            </a:extLst>
          </p:cNvPr>
          <p:cNvSpPr/>
          <p:nvPr userDrawn="1"/>
        </p:nvSpPr>
        <p:spPr>
          <a:xfrm>
            <a:off x="0" y="3816029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kern="0">
                <a:solidFill>
                  <a:srgbClr val="FAB117"/>
                </a:solidFill>
                <a:latin typeface="Reso" panose="02000000000000000000" pitchFamily="50" charset="0"/>
                <a:cs typeface="Arial" pitchFamily="34" charset="0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3AD8F-F9C8-4D9E-9B70-B1657349BE59}"/>
              </a:ext>
            </a:extLst>
          </p:cNvPr>
          <p:cNvSpPr txBox="1"/>
          <p:nvPr userDrawn="1"/>
        </p:nvSpPr>
        <p:spPr>
          <a:xfrm>
            <a:off x="0" y="31008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  <a:latin typeface="Reso" panose="02000000000000000000" pitchFamily="50" charset="0"/>
              </a:rPr>
              <a:t>Engineering a Smarter Future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702E95-14EE-4D86-B55D-40E434C91037}"/>
              </a:ext>
            </a:extLst>
          </p:cNvPr>
          <p:cNvGrpSpPr/>
          <p:nvPr userDrawn="1"/>
        </p:nvGrpSpPr>
        <p:grpSpPr>
          <a:xfrm>
            <a:off x="4794658" y="5019606"/>
            <a:ext cx="2597396" cy="695394"/>
            <a:chOff x="5141666" y="5019606"/>
            <a:chExt cx="2597396" cy="6953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C8D96-1F44-4A5D-B862-F7E104B311EA}"/>
                </a:ext>
              </a:extLst>
            </p:cNvPr>
            <p:cNvSpPr txBox="1"/>
            <p:nvPr userDrawn="1"/>
          </p:nvSpPr>
          <p:spPr>
            <a:xfrm>
              <a:off x="5141666" y="5323687"/>
              <a:ext cx="1801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solidFill>
                    <a:schemeClr val="tx2"/>
                  </a:solidFill>
                  <a:latin typeface="Reso" panose="02000000000000000000" pitchFamily="50" charset="0"/>
                </a:rPr>
                <a:t>Modis is part of  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F0356C8-EC91-4A94-9CB5-9EBDFE26DB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2687" y="5019606"/>
              <a:ext cx="1476375" cy="695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3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057E85A9-0D41-43B1-8584-B09F9CE18E9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079671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(6)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260648"/>
            <a:ext cx="9720000" cy="432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B9C485B-48FC-4781-AB48-BD096DFB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Copyright Adecco, 2021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119120-1422-4241-935E-F66E8617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98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0551F157-7CEA-4655-B69C-8CAE8087F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601" y="6525640"/>
            <a:ext cx="2466183" cy="17764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2936B1-5A45-4907-80CA-04A89CBBE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2805" y="6594391"/>
            <a:ext cx="1619739" cy="96662"/>
          </a:xfrm>
          <a:prstGeom prst="rect">
            <a:avLst/>
          </a:prstGeom>
        </p:spPr>
      </p:pic>
      <p:sp>
        <p:nvSpPr>
          <p:cNvPr id="20" name="スライド番号プレースホルダー 13">
            <a:extLst>
              <a:ext uri="{FF2B5EF4-FFF2-40B4-BE49-F238E27FC236}">
                <a16:creationId xmlns:a16="http://schemas.microsoft.com/office/drawing/2014/main" id="{6E9C6D79-C1EC-41A8-9981-36E38932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43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C70A-7240-47FD-9BB0-DD521E8F3CF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74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3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D2E496F-424A-49E2-A165-2B48E3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3E83551B-BF90-41F2-A46D-DE4A6AF7C4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9999"/>
            <a:ext cx="11520000" cy="52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 </a:t>
            </a:r>
            <a:r>
              <a:rPr kumimoji="1" lang="en-US" altLang="ja-JP"/>
              <a:t>6</a:t>
            </a:r>
            <a:r>
              <a:rPr kumimoji="1" lang="ja-JP" altLang="en-US"/>
              <a:t> レベル</a:t>
            </a:r>
          </a:p>
        </p:txBody>
      </p:sp>
    </p:spTree>
    <p:extLst>
      <p:ext uri="{BB962C8B-B14F-4D97-AF65-F5344CB8AC3E}">
        <p14:creationId xmlns:p14="http://schemas.microsoft.com/office/powerpoint/2010/main" val="286546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1613BA-A147-4285-AAC9-6546E202FE30}"/>
              </a:ext>
            </a:extLst>
          </p:cNvPr>
          <p:cNvSpPr/>
          <p:nvPr userDrawn="1"/>
        </p:nvSpPr>
        <p:spPr>
          <a:xfrm>
            <a:off x="0" y="2340000"/>
            <a:ext cx="12192000" cy="3168000"/>
          </a:xfrm>
          <a:prstGeom prst="rect">
            <a:avLst/>
          </a:prstGeom>
          <a:solidFill>
            <a:srgbClr val="373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0" y="2700000"/>
            <a:ext cx="11520000" cy="18000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4608000"/>
            <a:ext cx="972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0A95F-547C-462D-B935-17FD016B2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000" y="324000"/>
            <a:ext cx="912327" cy="2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(4)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E57FF7B-B613-4D07-B1D8-2C21F0E6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The Adecco Group ©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15FA-ADF7-4F8D-BE32-630C846A2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167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B64DA9FF-CD1E-4F22-B496-5687ADC3CC9D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07D95F-5D31-4D37-A1A8-09DDC402916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3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8CEB199E-5694-4F2F-8E79-66EC415EA41A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4686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B8B3EF7-18EA-47D0-A905-EFCFDD741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99881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86793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FE6159-0173-4AA8-8AA2-07A074EA1C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D95A1F-5DC0-47CA-B75A-C4B69CA9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0123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2CD176-39BC-40E9-B7E3-198E8B6F4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A9506423-FA88-4F5C-AD65-4C580604F76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64411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4438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33B0751-6FFB-47F9-9126-24650E8F08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B55BE5-AFB6-4D30-935F-1C5F55FD8D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5207D812-A740-4620-80AE-C37400F696A8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71272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3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5D1BAE57-91D0-48D2-AA63-0F1937968B24}"/>
              </a:ext>
            </a:extLst>
          </p:cNvPr>
          <p:cNvSpPr/>
          <p:nvPr userDrawn="1"/>
        </p:nvSpPr>
        <p:spPr>
          <a:xfrm>
            <a:off x="512309" y="2517222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DBC95EC5-A213-470E-A445-373F85EE5410}"/>
              </a:ext>
            </a:extLst>
          </p:cNvPr>
          <p:cNvSpPr/>
          <p:nvPr userDrawn="1"/>
        </p:nvSpPr>
        <p:spPr>
          <a:xfrm>
            <a:off x="2722336" y="2519845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DE57801E-D558-4C2F-9460-E231F33C42DD}"/>
              </a:ext>
            </a:extLst>
          </p:cNvPr>
          <p:cNvSpPr/>
          <p:nvPr userDrawn="1"/>
        </p:nvSpPr>
        <p:spPr>
          <a:xfrm>
            <a:off x="4932363" y="2517223"/>
            <a:ext cx="2102400" cy="289688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147551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B54181-0D5C-4068-8D50-03CF4FD85F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66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F9994B-1921-4626-A2F2-5F877B1173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97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4353AEB-602B-4DB0-B4A0-8FBD46D54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6775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C6BFDF-0ABF-4B00-8D68-D700EF1C3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03106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DE5E15D-CCCE-4147-9FE2-C22867034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0476" y="2647383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0914F34-C1A3-4AE6-98CB-FBC4727E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807" y="3012433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222B5B4-9058-49E2-AB70-6CC9C410C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2" name="TextBox 28">
            <a:extLst>
              <a:ext uri="{FF2B5EF4-FFF2-40B4-BE49-F238E27FC236}">
                <a16:creationId xmlns:a16="http://schemas.microsoft.com/office/drawing/2014/main" id="{088885D7-789B-4BC0-B189-81900CCE0817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32065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4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304817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4FBE25D7-658C-4254-BB45-30A96DD32B5E}"/>
              </a:ext>
            </a:extLst>
          </p:cNvPr>
          <p:cNvSpPr/>
          <p:nvPr userDrawn="1"/>
        </p:nvSpPr>
        <p:spPr>
          <a:xfrm>
            <a:off x="512309" y="4487225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472F6D4D-900A-4E70-9D1E-7ACBC0C2BFA3}"/>
              </a:ext>
            </a:extLst>
          </p:cNvPr>
          <p:cNvSpPr/>
          <p:nvPr userDrawn="1"/>
        </p:nvSpPr>
        <p:spPr>
          <a:xfrm>
            <a:off x="3827130" y="4489848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37D604E-6DE5-40C2-9302-C8314EBD1B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66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E600B75-6F03-4B97-9C9D-B884F2E75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6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C750A4-E249-4FF5-873C-9CA4461E75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1569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CE60B2F-6895-4B3D-B8A7-007CAF9E42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7899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1C3DBE9C-1B4B-41EF-B05E-A0E6329E82C8}"/>
              </a:ext>
            </a:extLst>
          </p:cNvPr>
          <p:cNvSpPr/>
          <p:nvPr userDrawn="1"/>
        </p:nvSpPr>
        <p:spPr>
          <a:xfrm>
            <a:off x="512309" y="2652516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ounded Rectangle 111">
            <a:extLst>
              <a:ext uri="{FF2B5EF4-FFF2-40B4-BE49-F238E27FC236}">
                <a16:creationId xmlns:a16="http://schemas.microsoft.com/office/drawing/2014/main" id="{AB26CC72-453A-4ED9-BB30-72EAC0CAE6CA}"/>
              </a:ext>
            </a:extLst>
          </p:cNvPr>
          <p:cNvSpPr/>
          <p:nvPr userDrawn="1"/>
        </p:nvSpPr>
        <p:spPr>
          <a:xfrm>
            <a:off x="3827130" y="2655139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CD334EE-C24E-42AA-975D-49EAC7BF7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566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48749EF-B915-4F18-9CC0-3E8B0A2203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96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F1F5B-A9EC-4F23-BFF2-904D5180A7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01569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66D0CA-C614-4989-A459-4C5C2CB6B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07899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6A942AD-88BE-487F-AFFE-F99DD745C3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49A76F04-511B-4D00-B04F-CF0F6EC02EF0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93455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Large Numbe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975141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2537549"/>
            <a:ext cx="2718673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2537548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2537547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3800858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59A86E9-A349-486C-8F00-3AEF0E123C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46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E7A435-4DCD-497E-933A-8F5952A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68273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C73861-A94D-477C-A32B-C02043418DDA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706507-7B2C-4DE2-9AE1-BAD128880691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CE0895B-686E-4870-BA32-8B5789243D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6152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BFC51114-644B-49DB-BB94-074B8A8C1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152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5A7DDC4-351D-4062-80E6-4251B7E720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104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1B3A23B7-A010-42CE-9589-44C683BB1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104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47B2AA-7C11-45BE-A1F9-0A9586D98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9348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D119508F-B3BD-4B02-9FCA-9257E83D66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9348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47B2379-72E1-4BB0-A9E2-548ADB68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6488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C8BDA19-0131-4D0E-A0B2-E07FA91BA8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6488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BD3BF168-EEBF-4E73-99DD-BD32BB2CE1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0107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35638724-89B4-40FD-8F06-B32CE8FEA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0107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F7C30755-898E-4418-8E0D-A1DD98F7CA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2544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75EBAAB8-2A67-4975-963E-8EF119D24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544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759F59D-6024-432D-A054-18929B337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124" y="1242758"/>
            <a:ext cx="590045" cy="6241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63" name="Text Placeholder 61">
            <a:extLst>
              <a:ext uri="{FF2B5EF4-FFF2-40B4-BE49-F238E27FC236}">
                <a16:creationId xmlns:a16="http://schemas.microsoft.com/office/drawing/2014/main" id="{FA7043CE-B151-49AE-8A63-69DCBE788A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12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4" name="Text Placeholder 61">
            <a:extLst>
              <a:ext uri="{FF2B5EF4-FFF2-40B4-BE49-F238E27FC236}">
                <a16:creationId xmlns:a16="http://schemas.microsoft.com/office/drawing/2014/main" id="{DAF5DAA5-2650-4AC1-A86E-CAA6DB4ED1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4289" y="1260147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BF962EF4-32A5-4099-BCD8-1D757E5FE3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54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6" name="Text Placeholder 61">
            <a:extLst>
              <a:ext uri="{FF2B5EF4-FFF2-40B4-BE49-F238E27FC236}">
                <a16:creationId xmlns:a16="http://schemas.microsoft.com/office/drawing/2014/main" id="{817AF89B-941E-4261-82AC-55070301A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4104" y="1260831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7" name="Text Placeholder 61">
            <a:extLst>
              <a:ext uri="{FF2B5EF4-FFF2-40B4-BE49-F238E27FC236}">
                <a16:creationId xmlns:a16="http://schemas.microsoft.com/office/drawing/2014/main" id="{669B1C84-F860-449F-AE54-22579B25D0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5269" y="3779198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E82871B-F4D1-4472-886F-1225E223C5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6" name="TextBox 28">
            <a:extLst>
              <a:ext uri="{FF2B5EF4-FFF2-40B4-BE49-F238E27FC236}">
                <a16:creationId xmlns:a16="http://schemas.microsoft.com/office/drawing/2014/main" id="{D9775E31-69D4-4EC7-B6AF-945F5DB1BF6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23204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-1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4E75F9EB-634C-4FFF-BA03-C2EE9089BD8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2547" y="2085975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1130AE-1115-44D1-8ABE-5D6B8DCFDD6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82B5C5-2011-4E30-B563-78A1CB1B3DD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CAA319-4F6B-470B-B739-AB2588C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11871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ounded Rectangle 111">
            <a:extLst>
              <a:ext uri="{FF2B5EF4-FFF2-40B4-BE49-F238E27FC236}">
                <a16:creationId xmlns:a16="http://schemas.microsoft.com/office/drawing/2014/main" id="{FB9C0CF5-CFAD-4867-98B6-79E4B21954BD}"/>
              </a:ext>
            </a:extLst>
          </p:cNvPr>
          <p:cNvSpPr/>
          <p:nvPr userDrawn="1"/>
        </p:nvSpPr>
        <p:spPr>
          <a:xfrm>
            <a:off x="5449590" y="2099590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CCA4AFF-B232-45D8-8A74-E2C71FB997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6252" y="2463367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D2EBB65-791E-4BB0-99DB-F752601C79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66252" y="2220245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74D4F88-B32E-4200-A4E1-857D8D425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11160124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97C24A8-D954-459B-9F76-52054EF87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11160124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Rechteck 26">
            <a:extLst>
              <a:ext uri="{FF2B5EF4-FFF2-40B4-BE49-F238E27FC236}">
                <a16:creationId xmlns:a16="http://schemas.microsoft.com/office/drawing/2014/main" id="{C78B707D-2160-4419-920F-A1649BD1C934}"/>
              </a:ext>
            </a:extLst>
          </p:cNvPr>
          <p:cNvSpPr/>
          <p:nvPr/>
        </p:nvSpPr>
        <p:spPr>
          <a:xfrm>
            <a:off x="523486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A3D65EC-2C8D-4FCC-98B4-003897878BDF}"/>
              </a:ext>
            </a:extLst>
          </p:cNvPr>
          <p:cNvSpPr/>
          <p:nvPr userDrawn="1"/>
        </p:nvSpPr>
        <p:spPr>
          <a:xfrm>
            <a:off x="9290610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4" name="Gruppieren 62">
            <a:extLst>
              <a:ext uri="{FF2B5EF4-FFF2-40B4-BE49-F238E27FC236}">
                <a16:creationId xmlns:a16="http://schemas.microsoft.com/office/drawing/2014/main" id="{23F418B9-B5FB-419D-9377-C2A53F69AB76}"/>
              </a:ext>
            </a:extLst>
          </p:cNvPr>
          <p:cNvGrpSpPr/>
          <p:nvPr userDrawn="1"/>
        </p:nvGrpSpPr>
        <p:grpSpPr>
          <a:xfrm>
            <a:off x="3056588" y="3836658"/>
            <a:ext cx="489344" cy="489344"/>
            <a:chOff x="4234157" y="4026187"/>
            <a:chExt cx="489344" cy="489344"/>
          </a:xfrm>
        </p:grpSpPr>
        <p:sp>
          <p:nvSpPr>
            <p:cNvPr id="55" name="Isosceles Triangle 30">
              <a:extLst>
                <a:ext uri="{FF2B5EF4-FFF2-40B4-BE49-F238E27FC236}">
                  <a16:creationId xmlns:a16="http://schemas.microsoft.com/office/drawing/2014/main" id="{34D8B561-5E47-4935-A3F0-9A4BA22AF8AC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6" name="Isosceles Triangle 30">
              <a:extLst>
                <a:ext uri="{FF2B5EF4-FFF2-40B4-BE49-F238E27FC236}">
                  <a16:creationId xmlns:a16="http://schemas.microsoft.com/office/drawing/2014/main" id="{9AC89772-CE4A-4E2E-9C9B-272F839DF84E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7" name="Gruppieren 65">
            <a:extLst>
              <a:ext uri="{FF2B5EF4-FFF2-40B4-BE49-F238E27FC236}">
                <a16:creationId xmlns:a16="http://schemas.microsoft.com/office/drawing/2014/main" id="{6316EB0E-6D65-487D-ACB5-676DCAF4D97A}"/>
              </a:ext>
            </a:extLst>
          </p:cNvPr>
          <p:cNvGrpSpPr/>
          <p:nvPr userDrawn="1"/>
        </p:nvGrpSpPr>
        <p:grpSpPr>
          <a:xfrm flipH="1">
            <a:off x="8630515" y="3845372"/>
            <a:ext cx="489344" cy="489344"/>
            <a:chOff x="4234157" y="4026187"/>
            <a:chExt cx="489344" cy="489344"/>
          </a:xfrm>
        </p:grpSpPr>
        <p:sp>
          <p:nvSpPr>
            <p:cNvPr id="58" name="Isosceles Triangle 30">
              <a:extLst>
                <a:ext uri="{FF2B5EF4-FFF2-40B4-BE49-F238E27FC236}">
                  <a16:creationId xmlns:a16="http://schemas.microsoft.com/office/drawing/2014/main" id="{86AF28ED-1B16-4EC7-9F6B-F5CE6A6D5355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01FD35DE-10BF-4BDC-8FC2-F18429CB6F33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2" name="Picture Placeholder 60">
            <a:extLst>
              <a:ext uri="{FF2B5EF4-FFF2-40B4-BE49-F238E27FC236}">
                <a16:creationId xmlns:a16="http://schemas.microsoft.com/office/drawing/2014/main" id="{F1249313-47E3-4872-8405-517C15B9C47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292026" y="2082100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DBBC89A5-D3F5-45EC-AAF3-59225981EEF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688264" y="2099476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0010CD2C-D7F3-4D0B-85E4-4CC04CAD5799}"/>
              </a:ext>
            </a:extLst>
          </p:cNvPr>
          <p:cNvSpPr/>
          <p:nvPr userDrawn="1"/>
        </p:nvSpPr>
        <p:spPr>
          <a:xfrm>
            <a:off x="5449590" y="4946078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Picture Placeholder 65">
            <a:extLst>
              <a:ext uri="{FF2B5EF4-FFF2-40B4-BE49-F238E27FC236}">
                <a16:creationId xmlns:a16="http://schemas.microsoft.com/office/drawing/2014/main" id="{3B14BDD6-538D-4E03-A01D-117A9D8FC3D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88264" y="4945964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E6F84C14-2BB1-41DB-B8D8-15FBC70CB419}"/>
              </a:ext>
            </a:extLst>
          </p:cNvPr>
          <p:cNvSpPr/>
          <p:nvPr userDrawn="1"/>
        </p:nvSpPr>
        <p:spPr>
          <a:xfrm>
            <a:off x="5449589" y="3522606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0" name="Picture Placeholder 65">
            <a:extLst>
              <a:ext uri="{FF2B5EF4-FFF2-40B4-BE49-F238E27FC236}">
                <a16:creationId xmlns:a16="http://schemas.microsoft.com/office/drawing/2014/main" id="{B9BCBB12-8399-496D-9398-2108BA6CDFF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88263" y="3522492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0FB16720-61D4-4E57-9CE3-BAC8C7412D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66252" y="3886383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6372B663-3194-43B8-AB39-2954BD208B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66252" y="3643261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CB2D8494-3269-403B-9BF7-3E13637411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66252" y="5300241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4" name="Text Placeholder 54">
            <a:extLst>
              <a:ext uri="{FF2B5EF4-FFF2-40B4-BE49-F238E27FC236}">
                <a16:creationId xmlns:a16="http://schemas.microsoft.com/office/drawing/2014/main" id="{68FD8878-50B0-4E4C-975F-D8D78E22368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66252" y="5057119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BAD8D598-589D-4A3D-BD43-CF71A064A7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455" y="4014000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844126DE-34C3-4E24-AAED-7DF7E2ED3A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4455" y="3683790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6">
            <a:extLst>
              <a:ext uri="{FF2B5EF4-FFF2-40B4-BE49-F238E27FC236}">
                <a16:creationId xmlns:a16="http://schemas.microsoft.com/office/drawing/2014/main" id="{387C37A4-D30A-43BD-BA02-029AD19457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4354" y="4013999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CB8600E1-969E-4167-B3BB-16DC0F67EC0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34354" y="3683789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77D7D22-71F8-4F53-8396-4CA991AEC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60">
            <a:extLst>
              <a:ext uri="{FF2B5EF4-FFF2-40B4-BE49-F238E27FC236}">
                <a16:creationId xmlns:a16="http://schemas.microsoft.com/office/drawing/2014/main" id="{8BF1BD1E-FFAA-4ABE-B311-4F27181F75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15939" y="969922"/>
            <a:ext cx="1974518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45723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710A6CBE-7C5C-41C1-AD52-CBA2632D1171}"/>
              </a:ext>
            </a:extLst>
          </p:cNvPr>
          <p:cNvSpPr/>
          <p:nvPr userDrawn="1"/>
        </p:nvSpPr>
        <p:spPr>
          <a:xfrm>
            <a:off x="9719375" y="1945919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E05300D0-E721-44F8-ABE8-2A21B4DE18A9}"/>
              </a:ext>
            </a:extLst>
          </p:cNvPr>
          <p:cNvSpPr/>
          <p:nvPr userDrawn="1"/>
        </p:nvSpPr>
        <p:spPr>
          <a:xfrm>
            <a:off x="515684" y="1939449"/>
            <a:ext cx="1974773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A36C5338-FEA3-452C-AA10-15D507429A73}"/>
              </a:ext>
            </a:extLst>
          </p:cNvPr>
          <p:cNvSpPr/>
          <p:nvPr userDrawn="1"/>
        </p:nvSpPr>
        <p:spPr>
          <a:xfrm>
            <a:off x="7393407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186DF182-6BB5-43A9-B7F9-4A0013136153}"/>
              </a:ext>
            </a:extLst>
          </p:cNvPr>
          <p:cNvSpPr/>
          <p:nvPr userDrawn="1"/>
        </p:nvSpPr>
        <p:spPr>
          <a:xfrm>
            <a:off x="5140682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5F86E70D-62B9-482D-9DF8-1A8F68B95D68}"/>
              </a:ext>
            </a:extLst>
          </p:cNvPr>
          <p:cNvSpPr/>
          <p:nvPr userDrawn="1"/>
        </p:nvSpPr>
        <p:spPr>
          <a:xfrm>
            <a:off x="2827077" y="1936214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F07B04C-4037-4832-A89D-0206F7764E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2766879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9E1DCFDC-E473-4CB1-989F-BF18824BB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834" y="2192526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5463FA9-F5C7-47FF-9625-D1FB2F1DF9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03145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45EFD12-55E4-417D-B66E-68F62D7389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3144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6451EB1-7B79-4CE9-B70A-860033E2B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0260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865C7143-11F8-447E-9F42-CEFB90915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20259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46F01FA3-FCD0-4FE4-93EC-9EF9EA56F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77104" y="2785161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FCC551BE-B849-48FB-9721-B7F9D2816D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77103" y="2210808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A5E847-B111-416A-BDC5-393C7E62E8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85494" y="2791423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3B47B7B8-93EF-44D8-A271-459D9E1C48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85493" y="2217070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0">
            <a:extLst>
              <a:ext uri="{FF2B5EF4-FFF2-40B4-BE49-F238E27FC236}">
                <a16:creationId xmlns:a16="http://schemas.microsoft.com/office/drawing/2014/main" id="{8F6DC31E-98D2-4209-BBCA-A558CB7659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827077" y="969922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60">
            <a:extLst>
              <a:ext uri="{FF2B5EF4-FFF2-40B4-BE49-F238E27FC236}">
                <a16:creationId xmlns:a16="http://schemas.microsoft.com/office/drawing/2014/main" id="{CFDA8A62-D915-4ECC-8841-34F5DC10641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40681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60">
            <a:extLst>
              <a:ext uri="{FF2B5EF4-FFF2-40B4-BE49-F238E27FC236}">
                <a16:creationId xmlns:a16="http://schemas.microsoft.com/office/drawing/2014/main" id="{A8C63034-526D-4A47-9E20-42176746E7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93407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60">
            <a:extLst>
              <a:ext uri="{FF2B5EF4-FFF2-40B4-BE49-F238E27FC236}">
                <a16:creationId xmlns:a16="http://schemas.microsoft.com/office/drawing/2014/main" id="{79876FA4-FBED-43CD-ACA3-44EE01BEE7E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19375" y="969920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C6B3F86-8BD9-4F18-B678-257B04E645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40" name="TextBox 28">
            <a:extLst>
              <a:ext uri="{FF2B5EF4-FFF2-40B4-BE49-F238E27FC236}">
                <a16:creationId xmlns:a16="http://schemas.microsoft.com/office/drawing/2014/main" id="{82778C76-0AD8-4743-BA11-C9BA9C77FEA2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61755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60">
            <a:extLst>
              <a:ext uri="{FF2B5EF4-FFF2-40B4-BE49-F238E27FC236}">
                <a16:creationId xmlns:a16="http://schemas.microsoft.com/office/drawing/2014/main" id="{081C894E-48C4-4F24-A1DF-042453C58C3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79286" y="3661626"/>
            <a:ext cx="2459023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5" name="Picture Placeholder 60">
            <a:extLst>
              <a:ext uri="{FF2B5EF4-FFF2-40B4-BE49-F238E27FC236}">
                <a16:creationId xmlns:a16="http://schemas.microsoft.com/office/drawing/2014/main" id="{DB6618A0-93E6-4B5D-9809-FEDA3295B41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3766" y="1108056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ECEC-6FA2-4FE6-904B-9C7D65891E13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AEEBA-DB1B-4BF8-90B7-D1FEF89A7FC7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65FC66-A579-44A7-B2B7-A25CAAB1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91394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ed Rectangle 111">
            <a:extLst>
              <a:ext uri="{FF2B5EF4-FFF2-40B4-BE49-F238E27FC236}">
                <a16:creationId xmlns:a16="http://schemas.microsoft.com/office/drawing/2014/main" id="{B9F147DF-8C8A-47E4-8B30-C0244A218711}"/>
              </a:ext>
            </a:extLst>
          </p:cNvPr>
          <p:cNvSpPr/>
          <p:nvPr userDrawn="1"/>
        </p:nvSpPr>
        <p:spPr>
          <a:xfrm>
            <a:off x="533768" y="2068041"/>
            <a:ext cx="2459023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4BAB81EB-D950-448F-96FC-97A2820DBEF4}"/>
              </a:ext>
            </a:extLst>
          </p:cNvPr>
          <p:cNvSpPr/>
          <p:nvPr userDrawn="1"/>
        </p:nvSpPr>
        <p:spPr>
          <a:xfrm>
            <a:off x="9196707" y="2075902"/>
            <a:ext cx="2479356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Rounded Rectangle 111">
            <a:extLst>
              <a:ext uri="{FF2B5EF4-FFF2-40B4-BE49-F238E27FC236}">
                <a16:creationId xmlns:a16="http://schemas.microsoft.com/office/drawing/2014/main" id="{190A2556-19F4-47F7-ACFD-07EEC445B87D}"/>
              </a:ext>
            </a:extLst>
          </p:cNvPr>
          <p:cNvSpPr/>
          <p:nvPr userDrawn="1"/>
        </p:nvSpPr>
        <p:spPr>
          <a:xfrm>
            <a:off x="6304298" y="2075902"/>
            <a:ext cx="245551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EF4DE1D9-4B07-4831-BBE6-8E40ECE78DF7}"/>
              </a:ext>
            </a:extLst>
          </p:cNvPr>
          <p:cNvSpPr/>
          <p:nvPr userDrawn="1"/>
        </p:nvSpPr>
        <p:spPr>
          <a:xfrm>
            <a:off x="3416651" y="2064806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F9C34D0-24E3-41CB-AAD9-B4B055B2AD1A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835" y="2609716"/>
            <a:ext cx="22678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02DACDF3-E7A1-48E5-8B1B-E048E5F5A2E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09833" y="2321117"/>
            <a:ext cx="22678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F47B14F0-7C0E-4886-BBB8-8C47B52E98C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92719" y="2623373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9652C39E-F58E-4ACB-AE7E-654A7F9BD05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92718" y="2334774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C7B9862-0D83-4A9C-809C-274FE92F27BC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22662" y="2623373"/>
            <a:ext cx="2264594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82F40F9C-03FC-449F-89D4-CB96CBC5806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22659" y="2334774"/>
            <a:ext cx="2264596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333EBB8-7949-4FB7-AE02-4A6032CFDA8F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9321042" y="2627998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D07DF250-4C6A-4EBE-98D3-37DC1DAC8EF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321041" y="2339399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Rounded Rectangle 111">
            <a:extLst>
              <a:ext uri="{FF2B5EF4-FFF2-40B4-BE49-F238E27FC236}">
                <a16:creationId xmlns:a16="http://schemas.microsoft.com/office/drawing/2014/main" id="{0F7F7BB8-498B-43F1-907A-D23B291A9640}"/>
              </a:ext>
            </a:extLst>
          </p:cNvPr>
          <p:cNvSpPr/>
          <p:nvPr userDrawn="1"/>
        </p:nvSpPr>
        <p:spPr>
          <a:xfrm>
            <a:off x="8165464" y="4635450"/>
            <a:ext cx="247935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Rounded Rectangle 111">
            <a:extLst>
              <a:ext uri="{FF2B5EF4-FFF2-40B4-BE49-F238E27FC236}">
                <a16:creationId xmlns:a16="http://schemas.microsoft.com/office/drawing/2014/main" id="{B7377323-68DB-4903-A483-7DE19FD117D4}"/>
              </a:ext>
            </a:extLst>
          </p:cNvPr>
          <p:cNvSpPr/>
          <p:nvPr userDrawn="1"/>
        </p:nvSpPr>
        <p:spPr>
          <a:xfrm>
            <a:off x="4281488" y="4635450"/>
            <a:ext cx="364807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Rounded Rectangle 111">
            <a:extLst>
              <a:ext uri="{FF2B5EF4-FFF2-40B4-BE49-F238E27FC236}">
                <a16:creationId xmlns:a16="http://schemas.microsoft.com/office/drawing/2014/main" id="{1CAB4B5D-6414-4718-8E42-E7BC03CECE51}"/>
              </a:ext>
            </a:extLst>
          </p:cNvPr>
          <p:cNvSpPr/>
          <p:nvPr userDrawn="1"/>
        </p:nvSpPr>
        <p:spPr>
          <a:xfrm>
            <a:off x="1575782" y="4624354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E4F2457-23E3-4200-A7D9-073ED6EF8E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1850" y="5182921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9BFF0329-5D1E-4B11-83C7-5EF18FD88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1849" y="4894322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03F8C9AE-5C77-45A4-AC2D-79CE6F8E0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5473" y="5182921"/>
            <a:ext cx="33644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D2E9BEAE-8F72-4195-B2FF-D9411BF2C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45470" y="4894322"/>
            <a:ext cx="3364433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5FD68C38-A7D5-48FC-B178-258FBC82E3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9799" y="5187546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B15A6432-2398-4DAA-B983-292B688825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89798" y="4898947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A2605BD0-AED5-485C-8BDF-22A29E96BC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424919" y="1108055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7" name="Picture Placeholder 60">
            <a:extLst>
              <a:ext uri="{FF2B5EF4-FFF2-40B4-BE49-F238E27FC236}">
                <a16:creationId xmlns:a16="http://schemas.microsoft.com/office/drawing/2014/main" id="{824C184D-63FD-47F0-A413-F35482D5EB2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98278" y="1101714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5090A780-7D03-4138-9221-5550B00EA1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6705" y="1101714"/>
            <a:ext cx="247935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0" name="Picture Placeholder 60">
            <a:extLst>
              <a:ext uri="{FF2B5EF4-FFF2-40B4-BE49-F238E27FC236}">
                <a16:creationId xmlns:a16="http://schemas.microsoft.com/office/drawing/2014/main" id="{D1F558B2-B630-4C7D-B808-CD0294785EC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81488" y="3665143"/>
            <a:ext cx="3648075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E4304A1-62BA-4F07-802D-6EE98EA7591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172742" y="3661626"/>
            <a:ext cx="247207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1B1B4B3-AA0C-490F-AA65-1662B2FE5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3x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5C6D6F07-9B76-4830-8B39-A1C3E56D94FD}"/>
              </a:ext>
            </a:extLst>
          </p:cNvPr>
          <p:cNvSpPr/>
          <p:nvPr userDrawn="1"/>
        </p:nvSpPr>
        <p:spPr>
          <a:xfrm>
            <a:off x="515685" y="1544933"/>
            <a:ext cx="3494227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4" name="Picture Placeholder 60">
            <a:extLst>
              <a:ext uri="{FF2B5EF4-FFF2-40B4-BE49-F238E27FC236}">
                <a16:creationId xmlns:a16="http://schemas.microsoft.com/office/drawing/2014/main" id="{06DA0159-ADC7-44DC-8307-A1B0E1B7A1B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0485" y="1912622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8320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1E610FE5-CAEF-4C37-BDBE-79D08AE0BCC6}"/>
              </a:ext>
            </a:extLst>
          </p:cNvPr>
          <p:cNvSpPr/>
          <p:nvPr userDrawn="1"/>
        </p:nvSpPr>
        <p:spPr>
          <a:xfrm>
            <a:off x="4979445" y="1544933"/>
            <a:ext cx="2639360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63B64655-790E-4ED7-B9CF-F0B1C59588E8}"/>
              </a:ext>
            </a:extLst>
          </p:cNvPr>
          <p:cNvSpPr/>
          <p:nvPr userDrawn="1"/>
        </p:nvSpPr>
        <p:spPr>
          <a:xfrm>
            <a:off x="8532401" y="1544933"/>
            <a:ext cx="3143661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uppieren 14">
            <a:extLst>
              <a:ext uri="{FF2B5EF4-FFF2-40B4-BE49-F238E27FC236}">
                <a16:creationId xmlns:a16="http://schemas.microsoft.com/office/drawing/2014/main" id="{71C5CD0B-1DE0-4905-BC9C-10E101642392}"/>
              </a:ext>
            </a:extLst>
          </p:cNvPr>
          <p:cNvGrpSpPr/>
          <p:nvPr userDrawn="1"/>
        </p:nvGrpSpPr>
        <p:grpSpPr>
          <a:xfrm>
            <a:off x="4253434" y="3285903"/>
            <a:ext cx="489344" cy="489344"/>
            <a:chOff x="4234157" y="4026187"/>
            <a:chExt cx="489344" cy="489344"/>
          </a:xfrm>
        </p:grpSpPr>
        <p:sp>
          <p:nvSpPr>
            <p:cNvPr id="22" name="Isosceles Triangle 30">
              <a:extLst>
                <a:ext uri="{FF2B5EF4-FFF2-40B4-BE49-F238E27FC236}">
                  <a16:creationId xmlns:a16="http://schemas.microsoft.com/office/drawing/2014/main" id="{7E86CF3E-A343-48B6-A757-DB7AE3E57ECB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Isosceles Triangle 30">
              <a:extLst>
                <a:ext uri="{FF2B5EF4-FFF2-40B4-BE49-F238E27FC236}">
                  <a16:creationId xmlns:a16="http://schemas.microsoft.com/office/drawing/2014/main" id="{D42A970C-1B52-4200-B486-083BF61F2610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4" name="Gruppieren 15">
            <a:extLst>
              <a:ext uri="{FF2B5EF4-FFF2-40B4-BE49-F238E27FC236}">
                <a16:creationId xmlns:a16="http://schemas.microsoft.com/office/drawing/2014/main" id="{32049CCE-1C17-47E5-869E-1D89C53A6E54}"/>
              </a:ext>
            </a:extLst>
          </p:cNvPr>
          <p:cNvGrpSpPr/>
          <p:nvPr userDrawn="1"/>
        </p:nvGrpSpPr>
        <p:grpSpPr>
          <a:xfrm rot="10800000">
            <a:off x="7862467" y="3280908"/>
            <a:ext cx="489344" cy="489344"/>
            <a:chOff x="4234157" y="4026187"/>
            <a:chExt cx="489344" cy="489344"/>
          </a:xfrm>
        </p:grpSpPr>
        <p:sp>
          <p:nvSpPr>
            <p:cNvPr id="25" name="Isosceles Triangle 30">
              <a:extLst>
                <a:ext uri="{FF2B5EF4-FFF2-40B4-BE49-F238E27FC236}">
                  <a16:creationId xmlns:a16="http://schemas.microsoft.com/office/drawing/2014/main" id="{3D69F51E-43FD-486C-A747-EF410CD19332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Isosceles Triangle 30">
              <a:extLst>
                <a:ext uri="{FF2B5EF4-FFF2-40B4-BE49-F238E27FC236}">
                  <a16:creationId xmlns:a16="http://schemas.microsoft.com/office/drawing/2014/main" id="{58396D8C-F68F-49EC-9DB6-7EB8329286C7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D8C2F8C1-D500-46A8-B1F1-4C0C29E160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25150" y="213838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54">
            <a:extLst>
              <a:ext uri="{FF2B5EF4-FFF2-40B4-BE49-F238E27FC236}">
                <a16:creationId xmlns:a16="http://schemas.microsoft.com/office/drawing/2014/main" id="{A2A10757-D48E-4202-9BCA-471DB6B64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84" y="1172925"/>
            <a:ext cx="3494226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21B72DB2-8FDE-4B05-9135-0F3FB02FD6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9901" y="1167953"/>
            <a:ext cx="2628904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ECCBAA20-9F5F-4D13-A1F8-54AA1E265B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2401" y="1175863"/>
            <a:ext cx="3143662" cy="266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8347DF4A-B100-42F7-A66E-A94C2A0E37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78339" y="1875599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86E2E26A-E294-48AB-8C28-BEC7D1CF16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78338" y="271801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4B507910-D07C-43A7-B201-BE2073C6E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78337" y="3537044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3B1E397A-F212-4CF7-AEE6-32B181E22E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8612" y="434790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05A1F855-9D67-4311-B81F-E632B928A4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8612" y="517879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74BE8A1F-3CC0-4FF2-9E12-802CF198EF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49" y="190695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54">
            <a:extLst>
              <a:ext uri="{FF2B5EF4-FFF2-40B4-BE49-F238E27FC236}">
                <a16:creationId xmlns:a16="http://schemas.microsoft.com/office/drawing/2014/main" id="{2E2A10F6-C909-4332-9E23-D199EF9ECD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49" y="300427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D75924AF-7813-4671-AB28-7669812B82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25148" y="277283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9FCC405-16E9-4522-8382-573960A3D9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06358" y="3867038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11E4A3D1-F3C9-4C12-B033-6A1F323D46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06357" y="3635600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8FF892E1-7422-40C3-979F-4D503800D2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06358" y="474358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9FDF0BCF-990D-4F08-AE13-45407EA04D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06357" y="4512145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574077-DBB0-495F-88B7-9D3BEE37DB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51208" y="2128766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FF795FBF-7853-42D4-A523-F6C2D21443D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207" y="1906952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19F5BB05-CA0D-4902-A46F-7063D48FE0B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51207" y="3517765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CFC8E08F-CF4D-4533-95B7-71C76EE4DDD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51206" y="3295951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C9070BC9-0306-497A-857A-E0ED91BF060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51207" y="4768548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A54435DA-D825-423F-B318-94C37C7DAF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51206" y="4546734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699B2519-BF37-44EA-996D-FB43AF092E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06357" y="5606387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E3AD29B7-8239-471A-AD98-69323FC05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356" y="537494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Picture Placeholder 60">
            <a:extLst>
              <a:ext uri="{FF2B5EF4-FFF2-40B4-BE49-F238E27FC236}">
                <a16:creationId xmlns:a16="http://schemas.microsoft.com/office/drawing/2014/main" id="{8BF316CA-FDB8-48D9-9559-0CF94034E68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80485" y="277133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0" name="Picture Placeholder 60">
            <a:extLst>
              <a:ext uri="{FF2B5EF4-FFF2-40B4-BE49-F238E27FC236}">
                <a16:creationId xmlns:a16="http://schemas.microsoft.com/office/drawing/2014/main" id="{B646B375-76DF-453E-8D34-37042074D15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79389" y="3637409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2" name="Picture Placeholder 60">
            <a:extLst>
              <a:ext uri="{FF2B5EF4-FFF2-40B4-BE49-F238E27FC236}">
                <a16:creationId xmlns:a16="http://schemas.microsoft.com/office/drawing/2014/main" id="{CD4AC155-CAC5-4FCF-8800-30F4736B0AD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0485" y="45121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3" name="Picture Placeholder 60">
            <a:extLst>
              <a:ext uri="{FF2B5EF4-FFF2-40B4-BE49-F238E27FC236}">
                <a16:creationId xmlns:a16="http://schemas.microsoft.com/office/drawing/2014/main" id="{3DC3DF9E-8F9C-4218-BC8A-AE6306F01D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79389" y="5378218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4" name="Picture Placeholder 60">
            <a:extLst>
              <a:ext uri="{FF2B5EF4-FFF2-40B4-BE49-F238E27FC236}">
                <a16:creationId xmlns:a16="http://schemas.microsoft.com/office/drawing/2014/main" id="{32E2644B-8D76-44DF-90BA-70D7885F7C3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8750820" y="1870601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5" name="Picture Placeholder 60">
            <a:extLst>
              <a:ext uri="{FF2B5EF4-FFF2-40B4-BE49-F238E27FC236}">
                <a16:creationId xmlns:a16="http://schemas.microsoft.com/office/drawing/2014/main" id="{FC3DE6AE-3877-47B8-8D26-49403702734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750820" y="272931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6" name="Picture Placeholder 60">
            <a:extLst>
              <a:ext uri="{FF2B5EF4-FFF2-40B4-BE49-F238E27FC236}">
                <a16:creationId xmlns:a16="http://schemas.microsoft.com/office/drawing/2014/main" id="{C1E96E6C-F3C0-4253-8493-57AA6935316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749724" y="35332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7" name="Picture Placeholder 60">
            <a:extLst>
              <a:ext uri="{FF2B5EF4-FFF2-40B4-BE49-F238E27FC236}">
                <a16:creationId xmlns:a16="http://schemas.microsoft.com/office/drawing/2014/main" id="{465111AF-93FD-4F31-92B3-DE80D05037F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820" y="434708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8" name="Picture Placeholder 60">
            <a:extLst>
              <a:ext uri="{FF2B5EF4-FFF2-40B4-BE49-F238E27FC236}">
                <a16:creationId xmlns:a16="http://schemas.microsoft.com/office/drawing/2014/main" id="{EB2C2F00-B5E0-4778-8A65-3C84F03CE6C2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749724" y="5178793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12328AC-FCB2-46EF-B59D-BF15CF96C8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71" name="TextBox 28">
            <a:extLst>
              <a:ext uri="{FF2B5EF4-FFF2-40B4-BE49-F238E27FC236}">
                <a16:creationId xmlns:a16="http://schemas.microsoft.com/office/drawing/2014/main" id="{8679104F-73D2-4249-A154-089F769BC063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73012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61677DD8-6555-4051-A5DC-CA32846F7921}"/>
              </a:ext>
            </a:extLst>
          </p:cNvPr>
          <p:cNvSpPr/>
          <p:nvPr userDrawn="1"/>
        </p:nvSpPr>
        <p:spPr>
          <a:xfrm>
            <a:off x="9445946" y="3540479"/>
            <a:ext cx="2218546" cy="2648291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  <a:lumOff val="35000"/>
              <a:alpha val="20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D6CBBB5B-D666-463A-8E2B-A71221EE6919}"/>
              </a:ext>
            </a:extLst>
          </p:cNvPr>
          <p:cNvSpPr/>
          <p:nvPr userDrawn="1"/>
        </p:nvSpPr>
        <p:spPr>
          <a:xfrm>
            <a:off x="2648521" y="355896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3" name="Rounded Rectangle 111">
            <a:extLst>
              <a:ext uri="{FF2B5EF4-FFF2-40B4-BE49-F238E27FC236}">
                <a16:creationId xmlns:a16="http://schemas.microsoft.com/office/drawing/2014/main" id="{583C2B51-4A13-4BE5-9979-C28ECCEED235}"/>
              </a:ext>
            </a:extLst>
          </p:cNvPr>
          <p:cNvSpPr/>
          <p:nvPr userDrawn="1"/>
        </p:nvSpPr>
        <p:spPr>
          <a:xfrm>
            <a:off x="6927082" y="3548804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111">
            <a:extLst>
              <a:ext uri="{FF2B5EF4-FFF2-40B4-BE49-F238E27FC236}">
                <a16:creationId xmlns:a16="http://schemas.microsoft.com/office/drawing/2014/main" id="{CAA33FA8-86B9-4B66-BC5E-092BEE6C9565}"/>
              </a:ext>
            </a:extLst>
          </p:cNvPr>
          <p:cNvSpPr/>
          <p:nvPr userDrawn="1"/>
        </p:nvSpPr>
        <p:spPr>
          <a:xfrm>
            <a:off x="9439686" y="3545819"/>
            <a:ext cx="2254206" cy="264829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ounded Rectangle 111">
            <a:extLst>
              <a:ext uri="{FF2B5EF4-FFF2-40B4-BE49-F238E27FC236}">
                <a16:creationId xmlns:a16="http://schemas.microsoft.com/office/drawing/2014/main" id="{4EE1BD4C-7B3A-465E-A1D4-F013FCD3A40A}"/>
              </a:ext>
            </a:extLst>
          </p:cNvPr>
          <p:cNvSpPr/>
          <p:nvPr userDrawn="1"/>
        </p:nvSpPr>
        <p:spPr>
          <a:xfrm>
            <a:off x="4787802" y="3545819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Rounded Rectangle 111">
            <a:extLst>
              <a:ext uri="{FF2B5EF4-FFF2-40B4-BE49-F238E27FC236}">
                <a16:creationId xmlns:a16="http://schemas.microsoft.com/office/drawing/2014/main" id="{82F5AA30-B9D1-40E8-9F30-BC3547B0D21A}"/>
              </a:ext>
            </a:extLst>
          </p:cNvPr>
          <p:cNvSpPr/>
          <p:nvPr userDrawn="1"/>
        </p:nvSpPr>
        <p:spPr>
          <a:xfrm>
            <a:off x="509241" y="355122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10010685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997401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1.2 Billion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99740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2X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997399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90 %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153548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0C54448-FC94-420B-91F3-D4634A0E659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5937" y="2077865"/>
            <a:ext cx="11160125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01" name="Text Placeholder 54">
            <a:extLst>
              <a:ext uri="{FF2B5EF4-FFF2-40B4-BE49-F238E27FC236}">
                <a16:creationId xmlns:a16="http://schemas.microsoft.com/office/drawing/2014/main" id="{113E9246-6F5F-4DD2-A5FC-55AD84E2AD7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33767" y="3173893"/>
            <a:ext cx="8323277" cy="25353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22C53042-3EA1-47AE-8D52-17CBED99F94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9439686" y="3168922"/>
            <a:ext cx="2218546" cy="26007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C4FD8AA-8C42-47F6-9808-9CBEFA7082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202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7DFF824A-4D62-4870-B03E-48C7DCA931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203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3C346F-4E27-4066-8F32-4446CC4ED0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7003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02EDAFD-4B70-4A83-9E86-7E8E939456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700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954AE03-18E3-4811-8331-1DE2E8F12E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9519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40ED9E49-CF89-4F04-A4CB-2CDC43ECA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9520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F41E8AD1-87F8-4D99-8F67-41849BCF4F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20824" y="3893426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6848E4BB-12E9-44D1-B570-C75A5043BF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3556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431875BF-5860-48D8-ADC0-DB9583F8E6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6905" y="4609758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BEA67C7-106E-47AC-B6CF-0A61F891C6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654" y="5326090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E081C7E-CE2A-4D66-8ACF-83F78AA6F0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35564" y="4468359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F38154B-17BA-4FD1-A379-184A3F976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07724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0" y="909638"/>
            <a:ext cx="5580063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3A3B5D-67ED-4BEC-9DD0-B55CC7E2E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5373233" cy="49281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B9BB4E9-6DA9-4E6C-A901-167469692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3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5C10D2E2-7C25-4268-8836-F63A88A450BB}"/>
              </a:ext>
            </a:extLst>
          </p:cNvPr>
          <p:cNvCxnSpPr>
            <a:cxnSpLocks/>
            <a:stCxn id="24" idx="6"/>
          </p:cNvCxnSpPr>
          <p:nvPr userDrawn="1"/>
        </p:nvCxnSpPr>
        <p:spPr>
          <a:xfrm>
            <a:off x="449835" y="5897412"/>
            <a:ext cx="7344877" cy="1894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5">
            <a:extLst>
              <a:ext uri="{FF2B5EF4-FFF2-40B4-BE49-F238E27FC236}">
                <a16:creationId xmlns:a16="http://schemas.microsoft.com/office/drawing/2014/main" id="{479D6505-C4DB-4AF7-A371-8DBE4E7B21E3}"/>
              </a:ext>
            </a:extLst>
          </p:cNvPr>
          <p:cNvGrpSpPr/>
          <p:nvPr userDrawn="1"/>
        </p:nvGrpSpPr>
        <p:grpSpPr>
          <a:xfrm>
            <a:off x="449835" y="5820662"/>
            <a:ext cx="7044995" cy="170820"/>
            <a:chOff x="821898" y="5743441"/>
            <a:chExt cx="7044995" cy="170820"/>
          </a:xfrm>
          <a:solidFill>
            <a:schemeClr val="bg2"/>
          </a:solidFill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51A076E7-869F-4D72-8628-3560D470C464}"/>
                </a:ext>
              </a:extLst>
            </p:cNvPr>
            <p:cNvSpPr/>
            <p:nvPr/>
          </p:nvSpPr>
          <p:spPr>
            <a:xfrm flipH="1" flipV="1">
              <a:off x="2110114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ED1F765-B037-4C04-9E26-0C59D0143CC5}"/>
                </a:ext>
              </a:extLst>
            </p:cNvPr>
            <p:cNvSpPr/>
            <p:nvPr/>
          </p:nvSpPr>
          <p:spPr>
            <a:xfrm flipH="1" flipV="1">
              <a:off x="50987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id="{60AEBA2D-47FA-4E04-A52C-3D9D0D0853D5}"/>
                </a:ext>
              </a:extLst>
            </p:cNvPr>
            <p:cNvSpPr/>
            <p:nvPr/>
          </p:nvSpPr>
          <p:spPr>
            <a:xfrm flipH="1" flipV="1">
              <a:off x="65930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2D070EEF-3DE2-4614-8C8D-A24F174DCA71}"/>
                </a:ext>
              </a:extLst>
            </p:cNvPr>
            <p:cNvSpPr/>
            <p:nvPr/>
          </p:nvSpPr>
          <p:spPr>
            <a:xfrm flipH="1" flipV="1">
              <a:off x="7714767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5081A001-F272-43F4-8603-48A046891937}"/>
                </a:ext>
              </a:extLst>
            </p:cNvPr>
            <p:cNvSpPr/>
            <p:nvPr/>
          </p:nvSpPr>
          <p:spPr>
            <a:xfrm flipH="1" flipV="1">
              <a:off x="3739417" y="5760760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C775A524-7733-44A6-B888-A15F68F735B1}"/>
                </a:ext>
              </a:extLst>
            </p:cNvPr>
            <p:cNvSpPr/>
            <p:nvPr/>
          </p:nvSpPr>
          <p:spPr>
            <a:xfrm flipH="1" flipV="1">
              <a:off x="821898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1" name="Rectangle 76">
            <a:extLst>
              <a:ext uri="{FF2B5EF4-FFF2-40B4-BE49-F238E27FC236}">
                <a16:creationId xmlns:a16="http://schemas.microsoft.com/office/drawing/2014/main" id="{A90A231C-1C4C-4B3C-8C44-EB526E464518}"/>
              </a:ext>
            </a:extLst>
          </p:cNvPr>
          <p:cNvSpPr/>
          <p:nvPr userDrawn="1"/>
        </p:nvSpPr>
        <p:spPr>
          <a:xfrm>
            <a:off x="5198255" y="1799880"/>
            <a:ext cx="83111" cy="197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feil nach rechts 9">
            <a:extLst>
              <a:ext uri="{FF2B5EF4-FFF2-40B4-BE49-F238E27FC236}">
                <a16:creationId xmlns:a16="http://schemas.microsoft.com/office/drawing/2014/main" id="{38869EAE-CCB6-4C5F-B64C-39AE3AEBA32A}"/>
              </a:ext>
            </a:extLst>
          </p:cNvPr>
          <p:cNvSpPr/>
          <p:nvPr userDrawn="1"/>
        </p:nvSpPr>
        <p:spPr>
          <a:xfrm>
            <a:off x="532585" y="1996966"/>
            <a:ext cx="260756" cy="153224"/>
          </a:xfrm>
          <a:prstGeom prst="rightArrow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144">
            <a:extLst>
              <a:ext uri="{FF2B5EF4-FFF2-40B4-BE49-F238E27FC236}">
                <a16:creationId xmlns:a16="http://schemas.microsoft.com/office/drawing/2014/main" id="{EBA35DCB-795E-46BB-82B3-6D13CCA11E0F}"/>
              </a:ext>
            </a:extLst>
          </p:cNvPr>
          <p:cNvGrpSpPr/>
          <p:nvPr userDrawn="1"/>
        </p:nvGrpSpPr>
        <p:grpSpPr>
          <a:xfrm>
            <a:off x="1819439" y="4266334"/>
            <a:ext cx="261285" cy="472518"/>
            <a:chOff x="1515027" y="3122966"/>
            <a:chExt cx="261285" cy="472518"/>
          </a:xfrm>
        </p:grpSpPr>
        <p:sp>
          <p:nvSpPr>
            <p:cNvPr id="35" name="Pfeil nach rechts 145">
              <a:extLst>
                <a:ext uri="{FF2B5EF4-FFF2-40B4-BE49-F238E27FC236}">
                  <a16:creationId xmlns:a16="http://schemas.microsoft.com/office/drawing/2014/main" id="{6A1AA1C0-7A5D-425D-8E86-7EA8BAC09CC5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Pfeil nach rechts 146">
              <a:extLst>
                <a:ext uri="{FF2B5EF4-FFF2-40B4-BE49-F238E27FC236}">
                  <a16:creationId xmlns:a16="http://schemas.microsoft.com/office/drawing/2014/main" id="{9BF06B2B-F1ED-4D9E-AAB5-25D15EB79EE5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" name="Gruppieren 153">
            <a:extLst>
              <a:ext uri="{FF2B5EF4-FFF2-40B4-BE49-F238E27FC236}">
                <a16:creationId xmlns:a16="http://schemas.microsoft.com/office/drawing/2014/main" id="{DBF27E3A-C040-4AF8-BCC0-52DD116EF58D}"/>
              </a:ext>
            </a:extLst>
          </p:cNvPr>
          <p:cNvGrpSpPr/>
          <p:nvPr userDrawn="1"/>
        </p:nvGrpSpPr>
        <p:grpSpPr>
          <a:xfrm>
            <a:off x="3305721" y="3096819"/>
            <a:ext cx="261285" cy="472518"/>
            <a:chOff x="1515027" y="3122966"/>
            <a:chExt cx="261285" cy="472518"/>
          </a:xfrm>
        </p:grpSpPr>
        <p:sp>
          <p:nvSpPr>
            <p:cNvPr id="38" name="Pfeil nach rechts 154">
              <a:extLst>
                <a:ext uri="{FF2B5EF4-FFF2-40B4-BE49-F238E27FC236}">
                  <a16:creationId xmlns:a16="http://schemas.microsoft.com/office/drawing/2014/main" id="{472D6963-73DB-4BB6-8D05-26063EB4FD5D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Pfeil nach rechts 159">
              <a:extLst>
                <a:ext uri="{FF2B5EF4-FFF2-40B4-BE49-F238E27FC236}">
                  <a16:creationId xmlns:a16="http://schemas.microsoft.com/office/drawing/2014/main" id="{EA4BB314-5035-4E99-BC26-BF1A6452D2B0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161">
            <a:extLst>
              <a:ext uri="{FF2B5EF4-FFF2-40B4-BE49-F238E27FC236}">
                <a16:creationId xmlns:a16="http://schemas.microsoft.com/office/drawing/2014/main" id="{580C1AB4-0682-4A30-979F-E116E38F3C1F}"/>
              </a:ext>
            </a:extLst>
          </p:cNvPr>
          <p:cNvGrpSpPr/>
          <p:nvPr userDrawn="1"/>
        </p:nvGrpSpPr>
        <p:grpSpPr>
          <a:xfrm>
            <a:off x="4808516" y="4090734"/>
            <a:ext cx="261285" cy="472518"/>
            <a:chOff x="1515027" y="3122966"/>
            <a:chExt cx="261285" cy="472518"/>
          </a:xfrm>
        </p:grpSpPr>
        <p:sp>
          <p:nvSpPr>
            <p:cNvPr id="41" name="Pfeil nach rechts 162">
              <a:extLst>
                <a:ext uri="{FF2B5EF4-FFF2-40B4-BE49-F238E27FC236}">
                  <a16:creationId xmlns:a16="http://schemas.microsoft.com/office/drawing/2014/main" id="{895525B9-9F40-4F67-BAD9-14096C0095E6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 nach rechts 163">
              <a:extLst>
                <a:ext uri="{FF2B5EF4-FFF2-40B4-BE49-F238E27FC236}">
                  <a16:creationId xmlns:a16="http://schemas.microsoft.com/office/drawing/2014/main" id="{130943E2-669A-4842-B2C9-CCC0C9ED5EED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165">
            <a:extLst>
              <a:ext uri="{FF2B5EF4-FFF2-40B4-BE49-F238E27FC236}">
                <a16:creationId xmlns:a16="http://schemas.microsoft.com/office/drawing/2014/main" id="{B32393CB-5098-4A4E-8DC0-EDC62E3AD9BD}"/>
              </a:ext>
            </a:extLst>
          </p:cNvPr>
          <p:cNvGrpSpPr/>
          <p:nvPr userDrawn="1"/>
        </p:nvGrpSpPr>
        <p:grpSpPr>
          <a:xfrm>
            <a:off x="5420766" y="5068741"/>
            <a:ext cx="261285" cy="472518"/>
            <a:chOff x="1515027" y="3122966"/>
            <a:chExt cx="261285" cy="472518"/>
          </a:xfrm>
        </p:grpSpPr>
        <p:sp>
          <p:nvSpPr>
            <p:cNvPr id="44" name="Pfeil nach rechts 166">
              <a:extLst>
                <a:ext uri="{FF2B5EF4-FFF2-40B4-BE49-F238E27FC236}">
                  <a16:creationId xmlns:a16="http://schemas.microsoft.com/office/drawing/2014/main" id="{8C02B23A-AF02-4C31-B927-42EA2BFB4E18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Pfeil nach rechts 167">
              <a:extLst>
                <a:ext uri="{FF2B5EF4-FFF2-40B4-BE49-F238E27FC236}">
                  <a16:creationId xmlns:a16="http://schemas.microsoft.com/office/drawing/2014/main" id="{568B3728-359F-4377-A9FE-F35C3528F7E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170">
            <a:extLst>
              <a:ext uri="{FF2B5EF4-FFF2-40B4-BE49-F238E27FC236}">
                <a16:creationId xmlns:a16="http://schemas.microsoft.com/office/drawing/2014/main" id="{89F7E7F7-D68B-48D1-9834-49CD1C425F03}"/>
              </a:ext>
            </a:extLst>
          </p:cNvPr>
          <p:cNvGrpSpPr/>
          <p:nvPr userDrawn="1"/>
        </p:nvGrpSpPr>
        <p:grpSpPr>
          <a:xfrm>
            <a:off x="7273420" y="3112723"/>
            <a:ext cx="261285" cy="472518"/>
            <a:chOff x="1515027" y="3122966"/>
            <a:chExt cx="261285" cy="472518"/>
          </a:xfrm>
        </p:grpSpPr>
        <p:sp>
          <p:nvSpPr>
            <p:cNvPr id="47" name="Pfeil nach rechts 171">
              <a:extLst>
                <a:ext uri="{FF2B5EF4-FFF2-40B4-BE49-F238E27FC236}">
                  <a16:creationId xmlns:a16="http://schemas.microsoft.com/office/drawing/2014/main" id="{88A4309F-867A-4A4A-8AAC-6D289D7D4611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Pfeil nach rechts 172">
              <a:extLst>
                <a:ext uri="{FF2B5EF4-FFF2-40B4-BE49-F238E27FC236}">
                  <a16:creationId xmlns:a16="http://schemas.microsoft.com/office/drawing/2014/main" id="{4D7F30AD-B54F-4610-AB90-4C5611D8E58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" name="Straight Arrow Connector 133">
            <a:extLst>
              <a:ext uri="{FF2B5EF4-FFF2-40B4-BE49-F238E27FC236}">
                <a16:creationId xmlns:a16="http://schemas.microsoft.com/office/drawing/2014/main" id="{6A3B948A-E0AE-4AF4-B4CB-938DDC51630E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3868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5" name="Straight Arrow Connector 133">
            <a:extLst>
              <a:ext uri="{FF2B5EF4-FFF2-40B4-BE49-F238E27FC236}">
                <a16:creationId xmlns:a16="http://schemas.microsoft.com/office/drawing/2014/main" id="{1191FE41-F06C-47E0-AD67-6CDFE00A44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97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6" name="Straight Arrow Connector 133">
            <a:extLst>
              <a:ext uri="{FF2B5EF4-FFF2-40B4-BE49-F238E27FC236}">
                <a16:creationId xmlns:a16="http://schemas.microsoft.com/office/drawing/2014/main" id="{C6DF6272-A2C0-4EF8-9D58-840E00750E62}"/>
              </a:ext>
            </a:extLst>
          </p:cNvPr>
          <p:cNvCxnSpPr>
            <a:cxnSpLocks/>
          </p:cNvCxnSpPr>
          <p:nvPr userDrawn="1"/>
        </p:nvCxnSpPr>
        <p:spPr>
          <a:xfrm flipV="1">
            <a:off x="1814623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7" name="Straight Arrow Connector 133">
            <a:extLst>
              <a:ext uri="{FF2B5EF4-FFF2-40B4-BE49-F238E27FC236}">
                <a16:creationId xmlns:a16="http://schemas.microsoft.com/office/drawing/2014/main" id="{46874301-DD08-42A2-836A-740EE36FF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00905" y="2860398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8" name="Straight Arrow Connector 133">
            <a:extLst>
              <a:ext uri="{FF2B5EF4-FFF2-40B4-BE49-F238E27FC236}">
                <a16:creationId xmlns:a16="http://schemas.microsoft.com/office/drawing/2014/main" id="{C94D3A23-D113-4C10-8490-E54E707A5312}"/>
              </a:ext>
            </a:extLst>
          </p:cNvPr>
          <p:cNvCxnSpPr>
            <a:cxnSpLocks/>
            <a:stCxn id="20" idx="4"/>
          </p:cNvCxnSpPr>
          <p:nvPr userDrawn="1"/>
        </p:nvCxnSpPr>
        <p:spPr>
          <a:xfrm flipV="1">
            <a:off x="4802715" y="3917924"/>
            <a:ext cx="985" cy="190273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A03CBE66-7A02-43F5-B6E9-62693633AF14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5950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30" name="Straight Arrow Connector 133">
            <a:extLst>
              <a:ext uri="{FF2B5EF4-FFF2-40B4-BE49-F238E27FC236}">
                <a16:creationId xmlns:a16="http://schemas.microsoft.com/office/drawing/2014/main" id="{7F2DECE0-8B4E-4B95-8801-43C1CEAE706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8604" y="2884252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49" name="Rectangle 76">
            <a:extLst>
              <a:ext uri="{FF2B5EF4-FFF2-40B4-BE49-F238E27FC236}">
                <a16:creationId xmlns:a16="http://schemas.microsoft.com/office/drawing/2014/main" id="{1FEFFFD8-ECE0-4F56-878B-DB8B6B637D4A}"/>
              </a:ext>
            </a:extLst>
          </p:cNvPr>
          <p:cNvSpPr/>
          <p:nvPr userDrawn="1"/>
        </p:nvSpPr>
        <p:spPr>
          <a:xfrm>
            <a:off x="6730094" y="1808151"/>
            <a:ext cx="83111" cy="197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uppieren 13">
            <a:extLst>
              <a:ext uri="{FF2B5EF4-FFF2-40B4-BE49-F238E27FC236}">
                <a16:creationId xmlns:a16="http://schemas.microsoft.com/office/drawing/2014/main" id="{82C8BF26-85E8-4E12-99F1-443B1CE39B01}"/>
              </a:ext>
            </a:extLst>
          </p:cNvPr>
          <p:cNvGrpSpPr/>
          <p:nvPr userDrawn="1"/>
        </p:nvGrpSpPr>
        <p:grpSpPr>
          <a:xfrm>
            <a:off x="1135013" y="3120674"/>
            <a:ext cx="261285" cy="472518"/>
            <a:chOff x="1515027" y="3122966"/>
            <a:chExt cx="261285" cy="472518"/>
          </a:xfrm>
        </p:grpSpPr>
        <p:sp>
          <p:nvSpPr>
            <p:cNvPr id="52" name="Pfeil nach rechts 280">
              <a:extLst>
                <a:ext uri="{FF2B5EF4-FFF2-40B4-BE49-F238E27FC236}">
                  <a16:creationId xmlns:a16="http://schemas.microsoft.com/office/drawing/2014/main" id="{D15ED939-01F8-46B0-8FA5-F52BBDBBAB43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Pfeil nach rechts 281">
              <a:extLst>
                <a:ext uri="{FF2B5EF4-FFF2-40B4-BE49-F238E27FC236}">
                  <a16:creationId xmlns:a16="http://schemas.microsoft.com/office/drawing/2014/main" id="{C8C7EC9B-18BE-4DA3-8E1B-C873058660AF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4" name="Pfeil nach rechts 254">
            <a:extLst>
              <a:ext uri="{FF2B5EF4-FFF2-40B4-BE49-F238E27FC236}">
                <a16:creationId xmlns:a16="http://schemas.microsoft.com/office/drawing/2014/main" id="{DD9860A6-72CE-4071-A940-F9E79C490E7C}"/>
              </a:ext>
            </a:extLst>
          </p:cNvPr>
          <p:cNvSpPr/>
          <p:nvPr userDrawn="1"/>
        </p:nvSpPr>
        <p:spPr>
          <a:xfrm>
            <a:off x="532082" y="2417172"/>
            <a:ext cx="260756" cy="153224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4A510112-5537-44E1-892E-CCC15C9B8991}"/>
              </a:ext>
            </a:extLst>
          </p:cNvPr>
          <p:cNvSpPr/>
          <p:nvPr userDrawn="1"/>
        </p:nvSpPr>
        <p:spPr>
          <a:xfrm>
            <a:off x="8646742" y="1077186"/>
            <a:ext cx="3545257" cy="91978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2" name="Rounded Rectangle 111">
            <a:extLst>
              <a:ext uri="{FF2B5EF4-FFF2-40B4-BE49-F238E27FC236}">
                <a16:creationId xmlns:a16="http://schemas.microsoft.com/office/drawing/2014/main" id="{BAE301C6-ABB7-4FCE-9F37-9068EBA621FE}"/>
              </a:ext>
            </a:extLst>
          </p:cNvPr>
          <p:cNvSpPr/>
          <p:nvPr/>
        </p:nvSpPr>
        <p:spPr>
          <a:xfrm>
            <a:off x="8646742" y="2125643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7" name="Rounded Rectangle 111">
            <a:extLst>
              <a:ext uri="{FF2B5EF4-FFF2-40B4-BE49-F238E27FC236}">
                <a16:creationId xmlns:a16="http://schemas.microsoft.com/office/drawing/2014/main" id="{F0B4000A-4E4F-4472-94F9-608D2B1BD496}"/>
              </a:ext>
            </a:extLst>
          </p:cNvPr>
          <p:cNvSpPr/>
          <p:nvPr userDrawn="1"/>
        </p:nvSpPr>
        <p:spPr>
          <a:xfrm>
            <a:off x="8646742" y="3175920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82" name="Rounded Rectangle 111">
            <a:extLst>
              <a:ext uri="{FF2B5EF4-FFF2-40B4-BE49-F238E27FC236}">
                <a16:creationId xmlns:a16="http://schemas.microsoft.com/office/drawing/2014/main" id="{38176AC5-C5E0-45A0-B215-95755A38274C}"/>
              </a:ext>
            </a:extLst>
          </p:cNvPr>
          <p:cNvSpPr/>
          <p:nvPr/>
        </p:nvSpPr>
        <p:spPr>
          <a:xfrm>
            <a:off x="8646742" y="5276475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90" name="Rounded Rectangle 111">
            <a:extLst>
              <a:ext uri="{FF2B5EF4-FFF2-40B4-BE49-F238E27FC236}">
                <a16:creationId xmlns:a16="http://schemas.microsoft.com/office/drawing/2014/main" id="{6209EEDB-94D8-4FD0-8298-ABCD6A557EB9}"/>
              </a:ext>
            </a:extLst>
          </p:cNvPr>
          <p:cNvSpPr/>
          <p:nvPr/>
        </p:nvSpPr>
        <p:spPr>
          <a:xfrm>
            <a:off x="8646742" y="4226197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6B5C18F2-2BD8-4F9D-99BB-D32D13EC99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14496" y="1408771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9008E20E-1F73-4D61-AE9E-816A224DD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14833" y="1179576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9" name="Text Placeholder 16">
            <a:extLst>
              <a:ext uri="{FF2B5EF4-FFF2-40B4-BE49-F238E27FC236}">
                <a16:creationId xmlns:a16="http://schemas.microsoft.com/office/drawing/2014/main" id="{47622747-581B-42FD-8DF9-792057EF33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4496" y="244665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44F99B47-C46C-42F4-8077-6E14B06B04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14833" y="221745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1" name="Text Placeholder 16">
            <a:extLst>
              <a:ext uri="{FF2B5EF4-FFF2-40B4-BE49-F238E27FC236}">
                <a16:creationId xmlns:a16="http://schemas.microsoft.com/office/drawing/2014/main" id="{739CC978-2D53-4311-8C2B-C9446FDAF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14496" y="3502729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B2D5C157-9CE9-4869-AC5A-DE02F0204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14833" y="3273534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3" name="Text Placeholder 16">
            <a:extLst>
              <a:ext uri="{FF2B5EF4-FFF2-40B4-BE49-F238E27FC236}">
                <a16:creationId xmlns:a16="http://schemas.microsoft.com/office/drawing/2014/main" id="{AACA38AA-3EDC-411B-B433-4F7021EC9E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4253" y="454728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4A54EB59-141A-4BBE-8BB5-A979399BB6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4590" y="4318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5" name="Text Placeholder 16">
            <a:extLst>
              <a:ext uri="{FF2B5EF4-FFF2-40B4-BE49-F238E27FC236}">
                <a16:creationId xmlns:a16="http://schemas.microsoft.com/office/drawing/2014/main" id="{D7885DEC-8172-4D85-A459-D1DC1C9839F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14253" y="5608395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C8359F87-3DF7-4516-A5F7-E73652F887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4590" y="537920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7" name="Text Placeholder 54">
            <a:extLst>
              <a:ext uri="{FF2B5EF4-FFF2-40B4-BE49-F238E27FC236}">
                <a16:creationId xmlns:a16="http://schemas.microsoft.com/office/drawing/2014/main" id="{3400F3B6-AE25-499B-94EB-CDD87729FC5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13DA8747-D577-41BB-BF62-D0FC13FF09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5355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9" name="Text Placeholder 54">
            <a:extLst>
              <a:ext uri="{FF2B5EF4-FFF2-40B4-BE49-F238E27FC236}">
                <a16:creationId xmlns:a16="http://schemas.microsoft.com/office/drawing/2014/main" id="{DB973EA0-A5F9-4239-B78E-EB29D2782C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19337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F3A77B76-72D8-45ED-9CF1-069DA4D2F6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075" y="2755802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1" name="Text Placeholder 54">
            <a:extLst>
              <a:ext uri="{FF2B5EF4-FFF2-40B4-BE49-F238E27FC236}">
                <a16:creationId xmlns:a16="http://schemas.microsoft.com/office/drawing/2014/main" id="{E95A632B-4098-4733-9CC1-FFD5EDD004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32881" y="3790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7777B1D6-B52F-413F-A34B-FDE64D6C1B8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30377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3" name="Text Placeholder 54">
            <a:extLst>
              <a:ext uri="{FF2B5EF4-FFF2-40B4-BE49-F238E27FC236}">
                <a16:creationId xmlns:a16="http://schemas.microsoft.com/office/drawing/2014/main" id="{8496028D-A31D-4F5E-8CFD-D164FBB876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02130" y="2755801"/>
            <a:ext cx="1164927" cy="210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67F4FAA7-2929-4E12-89D7-8AEA5DE210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43099" y="1840395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5" name="Text Placeholder 54">
            <a:extLst>
              <a:ext uri="{FF2B5EF4-FFF2-40B4-BE49-F238E27FC236}">
                <a16:creationId xmlns:a16="http://schemas.microsoft.com/office/drawing/2014/main" id="{EAC27CB1-C501-4CE2-BBED-4035DB848A1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86684" y="1827971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6A418B66-1C4B-4B5F-95B2-C20875E705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77402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5A7AC76E-122F-4E5D-AC63-9D8E74B9D88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99363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54">
            <a:extLst>
              <a:ext uri="{FF2B5EF4-FFF2-40B4-BE49-F238E27FC236}">
                <a16:creationId xmlns:a16="http://schemas.microsoft.com/office/drawing/2014/main" id="{E0CF53F0-00A9-4515-9535-7B2E610E58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66003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54">
            <a:extLst>
              <a:ext uri="{FF2B5EF4-FFF2-40B4-BE49-F238E27FC236}">
                <a16:creationId xmlns:a16="http://schemas.microsoft.com/office/drawing/2014/main" id="{32FBB7FE-8F21-47FA-AFB0-68C5B410EA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58141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B3C3C880-E079-4BE8-A3B8-C4AB24F86D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82055" y="603489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7592C5D-3EAC-46CA-B7ED-062E92971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80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21">
            <a:extLst>
              <a:ext uri="{FF2B5EF4-FFF2-40B4-BE49-F238E27FC236}">
                <a16:creationId xmlns:a16="http://schemas.microsoft.com/office/drawing/2014/main" id="{38B25D08-C47C-4AB4-9EC0-15594CF324D8}"/>
              </a:ext>
            </a:extLst>
          </p:cNvPr>
          <p:cNvCxnSpPr>
            <a:cxnSpLocks/>
          </p:cNvCxnSpPr>
          <p:nvPr userDrawn="1"/>
        </p:nvCxnSpPr>
        <p:spPr>
          <a:xfrm>
            <a:off x="515684" y="5897412"/>
            <a:ext cx="11126091" cy="0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33">
            <a:extLst>
              <a:ext uri="{FF2B5EF4-FFF2-40B4-BE49-F238E27FC236}">
                <a16:creationId xmlns:a16="http://schemas.microsoft.com/office/drawing/2014/main" id="{E72F6C52-8B2B-41E7-9D36-71829C2590CD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1771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3" name="Straight Arrow Connector 133">
            <a:extLst>
              <a:ext uri="{FF2B5EF4-FFF2-40B4-BE49-F238E27FC236}">
                <a16:creationId xmlns:a16="http://schemas.microsoft.com/office/drawing/2014/main" id="{AAC80FE0-3465-4B05-9F90-D5F52CB76419}"/>
              </a:ext>
            </a:extLst>
          </p:cNvPr>
          <p:cNvCxnSpPr>
            <a:cxnSpLocks/>
          </p:cNvCxnSpPr>
          <p:nvPr userDrawn="1"/>
        </p:nvCxnSpPr>
        <p:spPr>
          <a:xfrm flipV="1">
            <a:off x="2775990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4" name="Straight Arrow Connector 133">
            <a:extLst>
              <a:ext uri="{FF2B5EF4-FFF2-40B4-BE49-F238E27FC236}">
                <a16:creationId xmlns:a16="http://schemas.microsoft.com/office/drawing/2014/main" id="{36643DBE-BE10-46CA-97E2-53DAB43DB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69456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7" name="Straight Arrow Connector 133">
            <a:extLst>
              <a:ext uri="{FF2B5EF4-FFF2-40B4-BE49-F238E27FC236}">
                <a16:creationId xmlns:a16="http://schemas.microsoft.com/office/drawing/2014/main" id="{D4FDFD0B-80F5-4178-9AB2-D482CF6779A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5883" y="1997529"/>
            <a:ext cx="0" cy="389265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8" name="Straight Arrow Connector 133">
            <a:extLst>
              <a:ext uri="{FF2B5EF4-FFF2-40B4-BE49-F238E27FC236}">
                <a16:creationId xmlns:a16="http://schemas.microsoft.com/office/drawing/2014/main" id="{64625577-3286-4BB0-987E-E7D94A9F139E}"/>
              </a:ext>
            </a:extLst>
          </p:cNvPr>
          <p:cNvCxnSpPr>
            <a:cxnSpLocks/>
          </p:cNvCxnSpPr>
          <p:nvPr userDrawn="1"/>
        </p:nvCxnSpPr>
        <p:spPr>
          <a:xfrm flipV="1">
            <a:off x="7696440" y="3429000"/>
            <a:ext cx="0" cy="244609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116" name="Straight Arrow Connector 133">
            <a:extLst>
              <a:ext uri="{FF2B5EF4-FFF2-40B4-BE49-F238E27FC236}">
                <a16:creationId xmlns:a16="http://schemas.microsoft.com/office/drawing/2014/main" id="{0A669261-34CF-44E7-8425-91C30C126E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351135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117" name="Text Placeholder 54">
            <a:extLst>
              <a:ext uri="{FF2B5EF4-FFF2-40B4-BE49-F238E27FC236}">
                <a16:creationId xmlns:a16="http://schemas.microsoft.com/office/drawing/2014/main" id="{155CD22A-7C1E-472A-928F-F9E794E1F3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8" name="Text Placeholder 54">
            <a:extLst>
              <a:ext uri="{FF2B5EF4-FFF2-40B4-BE49-F238E27FC236}">
                <a16:creationId xmlns:a16="http://schemas.microsoft.com/office/drawing/2014/main" id="{084B5A87-A000-46E9-90F9-DB32BC98C1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1148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9" name="Text Placeholder 54">
            <a:extLst>
              <a:ext uri="{FF2B5EF4-FFF2-40B4-BE49-F238E27FC236}">
                <a16:creationId xmlns:a16="http://schemas.microsoft.com/office/drawing/2014/main" id="{80A51060-841D-46C4-ADCB-41A637EA74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4170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0" name="Text Placeholder 54">
            <a:extLst>
              <a:ext uri="{FF2B5EF4-FFF2-40B4-BE49-F238E27FC236}">
                <a16:creationId xmlns:a16="http://schemas.microsoft.com/office/drawing/2014/main" id="{CEB949F4-4D91-408B-B560-03C313B5C4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268" y="190858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1" name="Text Placeholder 54">
            <a:extLst>
              <a:ext uri="{FF2B5EF4-FFF2-40B4-BE49-F238E27FC236}">
                <a16:creationId xmlns:a16="http://schemas.microsoft.com/office/drawing/2014/main" id="{353FB4DA-0B33-4741-98D1-E902C6DCFD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7492" y="3335319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2" name="Text Placeholder 54">
            <a:extLst>
              <a:ext uri="{FF2B5EF4-FFF2-40B4-BE49-F238E27FC236}">
                <a16:creationId xmlns:a16="http://schemas.microsoft.com/office/drawing/2014/main" id="{3E2D6327-599C-432A-BE6B-9ACFDE15FD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65562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3" name="Text Placeholder 54">
            <a:extLst>
              <a:ext uri="{FF2B5EF4-FFF2-40B4-BE49-F238E27FC236}">
                <a16:creationId xmlns:a16="http://schemas.microsoft.com/office/drawing/2014/main" id="{F5BEE5A3-3E14-4D6F-8E47-220ABE8574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0720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4" name="Text Placeholder 54">
            <a:extLst>
              <a:ext uri="{FF2B5EF4-FFF2-40B4-BE49-F238E27FC236}">
                <a16:creationId xmlns:a16="http://schemas.microsoft.com/office/drawing/2014/main" id="{CAD57925-A64F-4A0F-834D-DD801C17C6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85717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5" name="Text Placeholder 54">
            <a:extLst>
              <a:ext uri="{FF2B5EF4-FFF2-40B4-BE49-F238E27FC236}">
                <a16:creationId xmlns:a16="http://schemas.microsoft.com/office/drawing/2014/main" id="{4A65511C-9345-4576-AA9D-4BF2BE8DD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50800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CA33F25F-8F63-4BED-AC2F-4C358C2DB0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883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493C43B9-B81E-4618-8AD5-1E1BAE7908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14857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E94B23DB-07B5-40D8-98E5-61681E7720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2712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9" name="Text Placeholder 16">
            <a:extLst>
              <a:ext uri="{FF2B5EF4-FFF2-40B4-BE49-F238E27FC236}">
                <a16:creationId xmlns:a16="http://schemas.microsoft.com/office/drawing/2014/main" id="{4BC50811-9B86-4344-8950-7081270473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027" y="1865472"/>
            <a:ext cx="209430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0" name="Text Placeholder 16">
            <a:extLst>
              <a:ext uri="{FF2B5EF4-FFF2-40B4-BE49-F238E27FC236}">
                <a16:creationId xmlns:a16="http://schemas.microsoft.com/office/drawing/2014/main" id="{B288ABA5-6316-4B2F-9609-34B373F1BCB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09843" y="2999124"/>
            <a:ext cx="191327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1" name="Text Placeholder 16">
            <a:extLst>
              <a:ext uri="{FF2B5EF4-FFF2-40B4-BE49-F238E27FC236}">
                <a16:creationId xmlns:a16="http://schemas.microsoft.com/office/drawing/2014/main" id="{D0187E05-DCCC-403A-964A-11AD142EDDE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83884" y="4149925"/>
            <a:ext cx="1273424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2" name="Text Placeholder 16">
            <a:extLst>
              <a:ext uri="{FF2B5EF4-FFF2-40B4-BE49-F238E27FC236}">
                <a16:creationId xmlns:a16="http://schemas.microsoft.com/office/drawing/2014/main" id="{D3DAF686-99AE-415E-B922-456EFCD835F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57268" y="2125000"/>
            <a:ext cx="212919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3" name="Text Placeholder 16">
            <a:extLst>
              <a:ext uri="{FF2B5EF4-FFF2-40B4-BE49-F238E27FC236}">
                <a16:creationId xmlns:a16="http://schemas.microsoft.com/office/drawing/2014/main" id="{4554F573-FBA1-4DD6-9D93-D1641A62D29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37492" y="3532982"/>
            <a:ext cx="2094292" cy="10457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4" name="Text Placeholder 16">
            <a:extLst>
              <a:ext uri="{FF2B5EF4-FFF2-40B4-BE49-F238E27FC236}">
                <a16:creationId xmlns:a16="http://schemas.microsoft.com/office/drawing/2014/main" id="{508EA440-BA4D-4257-B290-02CFA29D87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479452" y="4960384"/>
            <a:ext cx="2129190" cy="7382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13A928-1A6A-48C5-8E77-781C9380B9F7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8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31D2CD-3BB3-459F-A872-CDDB0F44933B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77C6B-6A53-4B99-B6D2-46E1FE253641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3478EE-B7FA-4A29-B28E-30ACFA85E92E}"/>
              </a:ext>
            </a:extLst>
          </p:cNvPr>
          <p:cNvSpPr/>
          <p:nvPr userDrawn="1"/>
        </p:nvSpPr>
        <p:spPr>
          <a:xfrm>
            <a:off x="3316353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ABDAA2-4EE8-4EF1-880F-23DB1A5DAAC7}"/>
              </a:ext>
            </a:extLst>
          </p:cNvPr>
          <p:cNvSpPr/>
          <p:nvPr userDrawn="1"/>
        </p:nvSpPr>
        <p:spPr>
          <a:xfrm>
            <a:off x="587059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E2A9C8-DF3F-43E8-AF6E-4BE6095E920C}"/>
              </a:ext>
            </a:extLst>
          </p:cNvPr>
          <p:cNvSpPr/>
          <p:nvPr userDrawn="1"/>
        </p:nvSpPr>
        <p:spPr>
          <a:xfrm>
            <a:off x="8424835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9931D3-6E3F-4CEE-98DB-46F91DF85C8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A3732-4787-4808-A44F-01A89B77BBF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1357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9AE80C-B26E-4310-BEC1-B4A139AC35D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64160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030C131-4AE2-4D9F-964F-9B1DA764B0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2AF5BAB-883C-4E37-A416-677F53EE88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321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8DF00B-65E4-4142-B151-39E633F39F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709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43EE2CD0-82DC-400C-9663-1D63DBC8D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5450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FEDBD8-5423-4514-994F-8EEE0211705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527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FE06DA97-3797-41E2-B66C-AE6722977A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37501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B8F729BB-B022-4C80-AD92-DBB22213E3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4631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9DB8C99D-ECD3-4F49-B04C-942C210C6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3CEDECF6-1897-4CFC-8E95-05E9A70385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736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4501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C9A472B-EF7C-473C-8B51-3259E7C34762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A870A1-F89B-4C7B-B042-F4916188372F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D63B6-C3A1-42F6-A1A1-448A22867DCA}"/>
              </a:ext>
            </a:extLst>
          </p:cNvPr>
          <p:cNvSpPr/>
          <p:nvPr userDrawn="1"/>
        </p:nvSpPr>
        <p:spPr>
          <a:xfrm>
            <a:off x="2440056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BF2F18-7DFF-4391-9991-57783B4CCDF1}"/>
              </a:ext>
            </a:extLst>
          </p:cNvPr>
          <p:cNvSpPr/>
          <p:nvPr userDrawn="1"/>
        </p:nvSpPr>
        <p:spPr>
          <a:xfrm>
            <a:off x="411800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56FC3-2EE5-451F-98A1-B62DF469B0D7}"/>
              </a:ext>
            </a:extLst>
          </p:cNvPr>
          <p:cNvSpPr/>
          <p:nvPr userDrawn="1"/>
        </p:nvSpPr>
        <p:spPr>
          <a:xfrm>
            <a:off x="579594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D1F0C2-5127-4609-B873-DA9A5E98991B}"/>
              </a:ext>
            </a:extLst>
          </p:cNvPr>
          <p:cNvSpPr/>
          <p:nvPr userDrawn="1"/>
        </p:nvSpPr>
        <p:spPr>
          <a:xfrm>
            <a:off x="7473888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FD39F5-CE26-490C-BA34-CAC12AF169B2}"/>
              </a:ext>
            </a:extLst>
          </p:cNvPr>
          <p:cNvSpPr/>
          <p:nvPr userDrawn="1"/>
        </p:nvSpPr>
        <p:spPr>
          <a:xfrm>
            <a:off x="915183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847FE6-2627-4031-8617-C311B0EBF7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FAAB9-D7F8-4726-883F-1E0939300D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528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E11397-F4C5-41F3-B119-1D97D2A855D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07076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DBDAA9-333F-49F5-BA06-0139C9A77FF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35269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5BEBF4A0-3B13-40C7-B2E8-634F0A839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AB2CEC5F-A37A-4F47-81F6-E011BE0AF5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492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DC25B149-7A28-4502-A711-1CFBF66CF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44442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7C6205A2-C492-4271-B080-36CAF8EBEE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31006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652CD33F-36E3-4F6C-9B84-DFD560B3D5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704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3B6E9459-8589-4720-A950-E5592E0FC5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64478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5AC3DD-2A5B-4EE0-BADE-F6A2CE7785EA}"/>
              </a:ext>
            </a:extLst>
          </p:cNvPr>
          <p:cNvCxnSpPr>
            <a:cxnSpLocks/>
          </p:cNvCxnSpPr>
          <p:nvPr userDrawn="1"/>
        </p:nvCxnSpPr>
        <p:spPr>
          <a:xfrm flipV="1">
            <a:off x="9392708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D7F11C-F6F0-4ED7-8227-D19FC0B2B1CD}"/>
              </a:ext>
            </a:extLst>
          </p:cNvPr>
          <p:cNvCxnSpPr>
            <a:cxnSpLocks/>
          </p:cNvCxnSpPr>
          <p:nvPr userDrawn="1"/>
        </p:nvCxnSpPr>
        <p:spPr>
          <a:xfrm flipV="1">
            <a:off x="2680402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7E485DD3-9602-4DDB-AC79-CE51579EB54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1417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38D4A10C-CFD2-4E85-90C9-A9A4E63F5A9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885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15FD047D-25B1-4FDD-B14B-26535EC269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56293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0FB4A46B-98FE-467E-A954-1468724FAD2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913BE38B-9328-4A99-9E02-3AD10260C7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3907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0ED48AB2-1BEF-4942-8B85-77639FDCC1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92073" y="1450377"/>
            <a:ext cx="3113151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94443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246CAA-02D6-4889-9F71-292F02E457C0}"/>
              </a:ext>
            </a:extLst>
          </p:cNvPr>
          <p:cNvGrpSpPr/>
          <p:nvPr userDrawn="1"/>
        </p:nvGrpSpPr>
        <p:grpSpPr>
          <a:xfrm>
            <a:off x="2440007" y="2927526"/>
            <a:ext cx="489344" cy="489344"/>
            <a:chOff x="2613068" y="2927526"/>
            <a:chExt cx="489344" cy="489344"/>
          </a:xfrm>
        </p:grpSpPr>
        <p:sp>
          <p:nvSpPr>
            <p:cNvPr id="51" name="Isosceles Triangle 30">
              <a:extLst>
                <a:ext uri="{FF2B5EF4-FFF2-40B4-BE49-F238E27FC236}">
                  <a16:creationId xmlns:a16="http://schemas.microsoft.com/office/drawing/2014/main" id="{E2D158E4-B611-4FC9-8396-7BC7967467BE}"/>
                </a:ext>
              </a:extLst>
            </p:cNvPr>
            <p:cNvSpPr/>
            <p:nvPr/>
          </p:nvSpPr>
          <p:spPr>
            <a:xfrm rot="16200000" flipV="1">
              <a:off x="2613068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2" name="Isosceles Triangle 30">
              <a:extLst>
                <a:ext uri="{FF2B5EF4-FFF2-40B4-BE49-F238E27FC236}">
                  <a16:creationId xmlns:a16="http://schemas.microsoft.com/office/drawing/2014/main" id="{A89302A2-C5A1-4277-B888-D856844D635F}"/>
                </a:ext>
              </a:extLst>
            </p:cNvPr>
            <p:cNvSpPr/>
            <p:nvPr/>
          </p:nvSpPr>
          <p:spPr>
            <a:xfrm rot="16200000" flipV="1">
              <a:off x="2613068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086B5973-C26E-4950-8A2A-561E29D6529B}"/>
              </a:ext>
            </a:extLst>
          </p:cNvPr>
          <p:cNvSpPr/>
          <p:nvPr userDrawn="1"/>
        </p:nvSpPr>
        <p:spPr>
          <a:xfrm>
            <a:off x="1032806" y="2725884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42B999-7B2A-4E96-A831-C19C595D6F82}"/>
              </a:ext>
            </a:extLst>
          </p:cNvPr>
          <p:cNvSpPr/>
          <p:nvPr userDrawn="1"/>
        </p:nvSpPr>
        <p:spPr>
          <a:xfrm>
            <a:off x="10266566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1843B9-45D7-4ABC-AD3C-41CA87C4107B}"/>
              </a:ext>
            </a:extLst>
          </p:cNvPr>
          <p:cNvSpPr/>
          <p:nvPr userDrawn="1"/>
        </p:nvSpPr>
        <p:spPr>
          <a:xfrm>
            <a:off x="7957937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E17894-D102-4584-B6DF-A7C9A9C32A10}"/>
              </a:ext>
            </a:extLst>
          </p:cNvPr>
          <p:cNvSpPr/>
          <p:nvPr userDrawn="1"/>
        </p:nvSpPr>
        <p:spPr>
          <a:xfrm>
            <a:off x="5694193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54A1934-28A9-432E-8CF1-0D8B36EE4EBB}"/>
              </a:ext>
            </a:extLst>
          </p:cNvPr>
          <p:cNvSpPr/>
          <p:nvPr userDrawn="1"/>
        </p:nvSpPr>
        <p:spPr>
          <a:xfrm>
            <a:off x="3343732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A9FA67-F57F-4E92-B2E0-BD9B3DEABDAE}"/>
              </a:ext>
            </a:extLst>
          </p:cNvPr>
          <p:cNvGrpSpPr/>
          <p:nvPr userDrawn="1"/>
        </p:nvGrpSpPr>
        <p:grpSpPr>
          <a:xfrm>
            <a:off x="4750933" y="2927526"/>
            <a:ext cx="489344" cy="489344"/>
            <a:chOff x="4801579" y="2927526"/>
            <a:chExt cx="489344" cy="489344"/>
          </a:xfrm>
        </p:grpSpPr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AB60AAC4-D629-4C69-B63A-E5A2E1388622}"/>
                </a:ext>
              </a:extLst>
            </p:cNvPr>
            <p:cNvSpPr/>
            <p:nvPr/>
          </p:nvSpPr>
          <p:spPr>
            <a:xfrm rot="16200000" flipV="1">
              <a:off x="4801579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0" name="Isosceles Triangle 30">
              <a:extLst>
                <a:ext uri="{FF2B5EF4-FFF2-40B4-BE49-F238E27FC236}">
                  <a16:creationId xmlns:a16="http://schemas.microsoft.com/office/drawing/2014/main" id="{A6E1B980-0F04-4D2E-848A-DD73CBF92487}"/>
                </a:ext>
              </a:extLst>
            </p:cNvPr>
            <p:cNvSpPr/>
            <p:nvPr/>
          </p:nvSpPr>
          <p:spPr>
            <a:xfrm rot="16200000" flipV="1">
              <a:off x="4801579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2A235E-4A47-4B0A-8B93-A7079EE11FAD}"/>
              </a:ext>
            </a:extLst>
          </p:cNvPr>
          <p:cNvGrpSpPr/>
          <p:nvPr userDrawn="1"/>
        </p:nvGrpSpPr>
        <p:grpSpPr>
          <a:xfrm>
            <a:off x="7050149" y="2927526"/>
            <a:ext cx="489344" cy="489344"/>
            <a:chOff x="6990090" y="2927526"/>
            <a:chExt cx="489344" cy="489344"/>
          </a:xfrm>
        </p:grpSpPr>
        <p:sp>
          <p:nvSpPr>
            <p:cNvPr id="62" name="Isosceles Triangle 30">
              <a:extLst>
                <a:ext uri="{FF2B5EF4-FFF2-40B4-BE49-F238E27FC236}">
                  <a16:creationId xmlns:a16="http://schemas.microsoft.com/office/drawing/2014/main" id="{51961E45-1632-4817-80E0-F631DB1ECDA3}"/>
                </a:ext>
              </a:extLst>
            </p:cNvPr>
            <p:cNvSpPr/>
            <p:nvPr/>
          </p:nvSpPr>
          <p:spPr>
            <a:xfrm rot="16200000" flipV="1">
              <a:off x="6990090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3" name="Isosceles Triangle 30">
              <a:extLst>
                <a:ext uri="{FF2B5EF4-FFF2-40B4-BE49-F238E27FC236}">
                  <a16:creationId xmlns:a16="http://schemas.microsoft.com/office/drawing/2014/main" id="{83A05288-65FA-4C9D-8444-A795BD9F2F95}"/>
                </a:ext>
              </a:extLst>
            </p:cNvPr>
            <p:cNvSpPr/>
            <p:nvPr/>
          </p:nvSpPr>
          <p:spPr>
            <a:xfrm rot="16200000" flipV="1">
              <a:off x="6990090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1AF6C7F-A34B-4194-A8E3-7BC1CECAB208}"/>
              </a:ext>
            </a:extLst>
          </p:cNvPr>
          <p:cNvGrpSpPr/>
          <p:nvPr userDrawn="1"/>
        </p:nvGrpSpPr>
        <p:grpSpPr>
          <a:xfrm>
            <a:off x="9313893" y="2927526"/>
            <a:ext cx="489344" cy="489344"/>
            <a:chOff x="9178602" y="2927526"/>
            <a:chExt cx="489344" cy="489344"/>
          </a:xfrm>
        </p:grpSpPr>
        <p:sp>
          <p:nvSpPr>
            <p:cNvPr id="65" name="Isosceles Triangle 30">
              <a:extLst>
                <a:ext uri="{FF2B5EF4-FFF2-40B4-BE49-F238E27FC236}">
                  <a16:creationId xmlns:a16="http://schemas.microsoft.com/office/drawing/2014/main" id="{2EFCF045-3C97-4050-8CE3-CE4F62D7931A}"/>
                </a:ext>
              </a:extLst>
            </p:cNvPr>
            <p:cNvSpPr/>
            <p:nvPr/>
          </p:nvSpPr>
          <p:spPr>
            <a:xfrm rot="16200000" flipV="1">
              <a:off x="9178602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6" name="Isosceles Triangle 30">
              <a:extLst>
                <a:ext uri="{FF2B5EF4-FFF2-40B4-BE49-F238E27FC236}">
                  <a16:creationId xmlns:a16="http://schemas.microsoft.com/office/drawing/2014/main" id="{6836DCB5-8AF6-4F49-B460-E3A46991A146}"/>
                </a:ext>
              </a:extLst>
            </p:cNvPr>
            <p:cNvSpPr/>
            <p:nvPr/>
          </p:nvSpPr>
          <p:spPr>
            <a:xfrm rot="16200000" flipV="1">
              <a:off x="9178602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BB8B4EDA-ABC2-4C2D-95C8-ACA4B3DCD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5684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ABD869E6-BDCD-40C5-B0A5-0B8BA81EDD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406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E8A4A9D-8D56-4534-AA9B-7193F09D1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2438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EAD39FD0-2145-45F5-BF40-BA7566B3CF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0815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06CA6B1-0265-49E8-8079-825211F129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4919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4A47640B-B05A-4CC5-809C-AC5B53027C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8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3" name="Text Placeholder 16">
            <a:extLst>
              <a:ext uri="{FF2B5EF4-FFF2-40B4-BE49-F238E27FC236}">
                <a16:creationId xmlns:a16="http://schemas.microsoft.com/office/drawing/2014/main" id="{1A546243-DE38-4738-9717-58F63791FE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4061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4" name="Text Placeholder 16">
            <a:extLst>
              <a:ext uri="{FF2B5EF4-FFF2-40B4-BE49-F238E27FC236}">
                <a16:creationId xmlns:a16="http://schemas.microsoft.com/office/drawing/2014/main" id="{73A2736F-8B92-41C2-8387-7AB046B78B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2438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5" name="Text Placeholder 16">
            <a:extLst>
              <a:ext uri="{FF2B5EF4-FFF2-40B4-BE49-F238E27FC236}">
                <a16:creationId xmlns:a16="http://schemas.microsoft.com/office/drawing/2014/main" id="{62D8D08D-9140-40CE-88B4-2F1FD0ED2D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4081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6" name="Text Placeholder 16">
            <a:extLst>
              <a:ext uri="{FF2B5EF4-FFF2-40B4-BE49-F238E27FC236}">
                <a16:creationId xmlns:a16="http://schemas.microsoft.com/office/drawing/2014/main" id="{897D61B0-EBCB-4649-8FE0-477B4D41F6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49191" y="3893165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929631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Modis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B99803-010C-4ED0-AD58-5F382B8B910F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7DDDE2-DA72-4BBB-946A-50DAE6B5328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Grafik 51" descr="Pfeil mit einer Linie: Kurve im Uhrzeigersinn">
            <a:extLst>
              <a:ext uri="{FF2B5EF4-FFF2-40B4-BE49-F238E27FC236}">
                <a16:creationId xmlns:a16="http://schemas.microsoft.com/office/drawing/2014/main" id="{A0CA3ECB-0F25-4A7F-901F-4F1388BF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804489" y="1894556"/>
            <a:ext cx="914400" cy="914400"/>
          </a:xfrm>
          <a:prstGeom prst="rect">
            <a:avLst/>
          </a:prstGeom>
        </p:spPr>
      </p:pic>
      <p:pic>
        <p:nvPicPr>
          <p:cNvPr id="14" name="Grafik 52" descr="Pfeil mit einer Linie: Kurve im Uhrzeigersinn">
            <a:extLst>
              <a:ext uri="{FF2B5EF4-FFF2-40B4-BE49-F238E27FC236}">
                <a16:creationId xmlns:a16="http://schemas.microsoft.com/office/drawing/2014/main" id="{6894D509-F954-453A-9319-D6DA2676A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028317" y="1894556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A823A4B-C981-48D9-83E6-01249A47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2966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861C61E-A0B2-487F-8F28-13DFAA321E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473" y="3429001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345C7BC6-0D46-4880-A463-9FF5C9566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9" y="3096513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81D244A-4F2F-41FC-BB19-7F736B29A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090" y="3426132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A47EE373-CA17-4C36-BCFF-6F338DDC3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426" y="3093644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5FD9A7D-5796-442C-B5F7-398669949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5582" y="5422520"/>
            <a:ext cx="6196307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9F617E28-9331-424D-9812-E4D90DBD3ED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3340535" y="1427766"/>
            <a:ext cx="5486400" cy="3800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7DF30-4318-48AD-9C23-1D72C617A8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65546-812E-4356-AEFF-87DE58B637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57DF378-A896-4F9E-9EF6-53C726C70E5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699FD968-A7F6-4794-B8FD-7A7FF0B3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6052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grpSp>
        <p:nvGrpSpPr>
          <p:cNvPr id="124" name="Gruppieren 17">
            <a:extLst>
              <a:ext uri="{FF2B5EF4-FFF2-40B4-BE49-F238E27FC236}">
                <a16:creationId xmlns:a16="http://schemas.microsoft.com/office/drawing/2014/main" id="{BC2711FA-BE1F-47C8-B4C2-AFAF41102BE4}"/>
              </a:ext>
            </a:extLst>
          </p:cNvPr>
          <p:cNvGrpSpPr/>
          <p:nvPr userDrawn="1"/>
        </p:nvGrpSpPr>
        <p:grpSpPr>
          <a:xfrm>
            <a:off x="2786476" y="1838446"/>
            <a:ext cx="6371638" cy="3942371"/>
            <a:chOff x="2626675" y="2220635"/>
            <a:chExt cx="6371638" cy="3942371"/>
          </a:xfrm>
        </p:grpSpPr>
        <p:sp>
          <p:nvSpPr>
            <p:cNvPr id="125" name="Rounded Rectangle 111">
              <a:extLst>
                <a:ext uri="{FF2B5EF4-FFF2-40B4-BE49-F238E27FC236}">
                  <a16:creationId xmlns:a16="http://schemas.microsoft.com/office/drawing/2014/main" id="{33BC7B0B-6B51-4E57-9837-F8E7D4AAA505}"/>
                </a:ext>
              </a:extLst>
            </p:cNvPr>
            <p:cNvSpPr/>
            <p:nvPr/>
          </p:nvSpPr>
          <p:spPr>
            <a:xfrm>
              <a:off x="2854357" y="2220635"/>
              <a:ext cx="6143956" cy="373277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26" name="Gerade Verbindung 8">
              <a:extLst>
                <a:ext uri="{FF2B5EF4-FFF2-40B4-BE49-F238E27FC236}">
                  <a16:creationId xmlns:a16="http://schemas.microsoft.com/office/drawing/2014/main" id="{96356496-763F-4D0C-91B4-2129670A1A7F}"/>
                </a:ext>
              </a:extLst>
            </p:cNvPr>
            <p:cNvCxnSpPr>
              <a:cxnSpLocks/>
            </p:cNvCxnSpPr>
            <p:nvPr/>
          </p:nvCxnSpPr>
          <p:spPr>
            <a:xfrm>
              <a:off x="5926335" y="2220635"/>
              <a:ext cx="0" cy="373277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35">
              <a:extLst>
                <a:ext uri="{FF2B5EF4-FFF2-40B4-BE49-F238E27FC236}">
                  <a16:creationId xmlns:a16="http://schemas.microsoft.com/office/drawing/2014/main" id="{3E891B38-985B-4021-BE57-91B7B70BA1B7}"/>
                </a:ext>
              </a:extLst>
            </p:cNvPr>
            <p:cNvCxnSpPr>
              <a:cxnSpLocks/>
              <a:endCxn id="125" idx="3"/>
            </p:cNvCxnSpPr>
            <p:nvPr/>
          </p:nvCxnSpPr>
          <p:spPr>
            <a:xfrm>
              <a:off x="2854357" y="4087020"/>
              <a:ext cx="6143956" cy="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8">
              <a:extLst>
                <a:ext uri="{FF2B5EF4-FFF2-40B4-BE49-F238E27FC236}">
                  <a16:creationId xmlns:a16="http://schemas.microsoft.com/office/drawing/2014/main" id="{843C9C40-EED5-42B3-8BF7-99141FA9B4A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357" y="6163006"/>
              <a:ext cx="6143956" cy="0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8">
              <a:extLst>
                <a:ext uri="{FF2B5EF4-FFF2-40B4-BE49-F238E27FC236}">
                  <a16:creationId xmlns:a16="http://schemas.microsoft.com/office/drawing/2014/main" id="{2B0AE5FF-7F92-498E-8B0D-93C19FAC3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675" y="2437825"/>
              <a:ext cx="0" cy="3496664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 Placeholder 16">
            <a:extLst>
              <a:ext uri="{FF2B5EF4-FFF2-40B4-BE49-F238E27FC236}">
                <a16:creationId xmlns:a16="http://schemas.microsoft.com/office/drawing/2014/main" id="{0A2D08CE-18EC-4D7A-956A-94D266D1E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219" y="2523389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45AD53ED-752B-4404-8DEC-56DBA6695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12555" y="2190901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2" name="Text Placeholder 16">
            <a:extLst>
              <a:ext uri="{FF2B5EF4-FFF2-40B4-BE49-F238E27FC236}">
                <a16:creationId xmlns:a16="http://schemas.microsoft.com/office/drawing/2014/main" id="{41C1CAAD-751D-4268-B724-9A001F5B94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0457" y="2507734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77728525-F79A-4CEA-8D73-99489066A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793" y="2175246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19471016-DC7D-4A9B-B97B-8C9997E8E7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3766" y="4451997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091B4FCA-2746-4931-B73F-10A878339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4102" y="4119509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6" name="Text Placeholder 16">
            <a:extLst>
              <a:ext uri="{FF2B5EF4-FFF2-40B4-BE49-F238E27FC236}">
                <a16:creationId xmlns:a16="http://schemas.microsoft.com/office/drawing/2014/main" id="{1032E6ED-0C86-40A6-933C-BC34AB715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457" y="4453598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7" name="Text Placeholder 54">
            <a:extLst>
              <a:ext uri="{FF2B5EF4-FFF2-40B4-BE49-F238E27FC236}">
                <a16:creationId xmlns:a16="http://schemas.microsoft.com/office/drawing/2014/main" id="{34E2E3DF-33F2-42AB-9C74-552CC71440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793" y="4121110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9" name="Text Placeholder 54">
            <a:extLst>
              <a:ext uri="{FF2B5EF4-FFF2-40B4-BE49-F238E27FC236}">
                <a16:creationId xmlns:a16="http://schemas.microsoft.com/office/drawing/2014/main" id="{E5C7CA35-0352-4B65-90DF-6113E7C8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3895" y="1520005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0" name="Text Placeholder 54">
            <a:extLst>
              <a:ext uri="{FF2B5EF4-FFF2-40B4-BE49-F238E27FC236}">
                <a16:creationId xmlns:a16="http://schemas.microsoft.com/office/drawing/2014/main" id="{B8E8D1E6-1C72-472B-9B75-1675F59A0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8946" y="1512947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1" name="Text Placeholder 54">
            <a:extLst>
              <a:ext uri="{FF2B5EF4-FFF2-40B4-BE49-F238E27FC236}">
                <a16:creationId xmlns:a16="http://schemas.microsoft.com/office/drawing/2014/main" id="{758ECBA8-5257-4231-9C74-383A4A9B9D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3895" y="5857897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2" name="Text Placeholder 54">
            <a:extLst>
              <a:ext uri="{FF2B5EF4-FFF2-40B4-BE49-F238E27FC236}">
                <a16:creationId xmlns:a16="http://schemas.microsoft.com/office/drawing/2014/main" id="{6B8490BE-6638-4BD3-9859-02CB61239C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084790" y="3931398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DA41C300-1652-446D-BBBE-9340A217E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768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4" name="Text Placeholder 54">
            <a:extLst>
              <a:ext uri="{FF2B5EF4-FFF2-40B4-BE49-F238E27FC236}">
                <a16:creationId xmlns:a16="http://schemas.microsoft.com/office/drawing/2014/main" id="{D9BCCA0C-8A59-40F4-A51D-9EA9A83BCE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104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5" name="Text Placeholder 16">
            <a:extLst>
              <a:ext uri="{FF2B5EF4-FFF2-40B4-BE49-F238E27FC236}">
                <a16:creationId xmlns:a16="http://schemas.microsoft.com/office/drawing/2014/main" id="{BBE6B9D9-5B2D-4F74-9F7A-B0ABD7A335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768" y="4457379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6" name="Text Placeholder 54">
            <a:extLst>
              <a:ext uri="{FF2B5EF4-FFF2-40B4-BE49-F238E27FC236}">
                <a16:creationId xmlns:a16="http://schemas.microsoft.com/office/drawing/2014/main" id="{61157447-A4B1-459B-956F-4B3A082791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104" y="4119509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3BF50F78-F395-4A82-8664-B8AE824EE2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6011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8" name="Text Placeholder 54">
            <a:extLst>
              <a:ext uri="{FF2B5EF4-FFF2-40B4-BE49-F238E27FC236}">
                <a16:creationId xmlns:a16="http://schemas.microsoft.com/office/drawing/2014/main" id="{49DEF283-3FA8-469D-B50C-24ECC521F7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26347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D5EB7B9-69AD-4595-9E6B-C790B0695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07845" y="4479687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60" name="Text Placeholder 54">
            <a:extLst>
              <a:ext uri="{FF2B5EF4-FFF2-40B4-BE49-F238E27FC236}">
                <a16:creationId xmlns:a16="http://schemas.microsoft.com/office/drawing/2014/main" id="{AC5AE0D2-2388-4070-A1BC-A6AEF3F3E8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181" y="4141817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81331EC-DC94-4418-9367-B92C5259F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7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3486EF-2FF8-43C3-852B-838A671E702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FAD4-1164-454A-B210-B6497619562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A7A9A3-8C2E-4680-8F4A-E423A569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1840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68731AB-532C-487A-99AB-FA8B3C8D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3579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6C99ABB-D480-45E4-B3BE-FF4357EA9C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1177918"/>
            <a:ext cx="11160125" cy="3763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679B898-66D0-4265-9C9B-D78F483F0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02" y="21700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79E03D32-818B-4CFE-9449-2315B1371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9" y="18321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05722F6-ED71-4B09-9760-56716DEFF7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5938" y="3677796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3" name="Text Placeholder 54">
            <a:extLst>
              <a:ext uri="{FF2B5EF4-FFF2-40B4-BE49-F238E27FC236}">
                <a16:creationId xmlns:a16="http://schemas.microsoft.com/office/drawing/2014/main" id="{F19A81B3-DCF0-4CE2-9770-D39A589BC5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75" y="3339926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9ECCF82-0EF2-454E-93FF-50C9968C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426" y="51852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61479661-BC9B-46E9-8470-C3C1346A6F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763" y="48473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126EC75-650C-4ABF-88E4-39AF3D71CD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9434" y="21744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D1021D3-4DA2-4416-BC24-D4410C02A1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9970" y="18365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AD7A77E-6E1F-48DF-BD22-8EC9141F1C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9770" y="3682211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D58F9B1E-71ED-4C4E-A77C-3CBC65EEA1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10306" y="3344341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D1ADE61-7998-4BD9-BB2B-3B3373DB74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9258" y="51896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C9C1D720-6DE1-49BB-84C7-BC98258B9B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9794" y="48517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CCA21397-9EAF-4F69-A48F-22551D9ED8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2128" y="5196344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CD32A56F-6BA1-4F09-92BD-DEED9FC209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2465" y="4858474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327C54F-958E-4158-B171-6B668B4762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2202" y="5201727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06E0F801-6108-4325-B8B4-78B6FE6083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62539" y="4863857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6C12118-C66A-497F-9031-E66D560E856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62325" y="1834242"/>
            <a:ext cx="5478463" cy="2836863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effectLst>
            <a:softEdge rad="5080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92FDA41-B379-46AD-AB5A-84F51BBEAF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t Modis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6414E5-5197-413D-9324-B210B7DB61C1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9E6CC-51E0-4869-B123-F9A595496AF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3A1DD9-F51E-474D-B37F-879CB8BB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53617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F0953E2-A78C-4C30-88B8-19F7D6BA9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87018"/>
            <a:ext cx="4322762" cy="1166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05C6EBFD-BBF0-4B44-A703-7D947F78F400}"/>
              </a:ext>
            </a:extLst>
          </p:cNvPr>
          <p:cNvSpPr/>
          <p:nvPr userDrawn="1"/>
        </p:nvSpPr>
        <p:spPr>
          <a:xfrm>
            <a:off x="515938" y="3247587"/>
            <a:ext cx="4304932" cy="2997686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D54F028C-5D56-44D6-9463-07B2E65BC0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3404346"/>
            <a:ext cx="4114565" cy="278971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D2CFDA8A-D77C-46F9-A8AB-75A52DBE7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8" y="2903671"/>
            <a:ext cx="43049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D8FCE-AC25-4FED-A759-3B6FEE28F30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61788" y="1008424"/>
            <a:ext cx="6596444" cy="3351463"/>
            <a:chOff x="1582749" y="1033949"/>
            <a:chExt cx="8539142" cy="479010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7015E81-7393-4D36-8ECB-75E6F47B1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7461" y="2457633"/>
              <a:ext cx="1414787" cy="2239337"/>
            </a:xfrm>
            <a:custGeom>
              <a:avLst/>
              <a:gdLst>
                <a:gd name="T0" fmla="*/ 171 w 954"/>
                <a:gd name="T1" fmla="*/ 44 h 1510"/>
                <a:gd name="T2" fmla="*/ 187 w 954"/>
                <a:gd name="T3" fmla="*/ 44 h 1510"/>
                <a:gd name="T4" fmla="*/ 196 w 954"/>
                <a:gd name="T5" fmla="*/ 49 h 1510"/>
                <a:gd name="T6" fmla="*/ 205 w 954"/>
                <a:gd name="T7" fmla="*/ 55 h 1510"/>
                <a:gd name="T8" fmla="*/ 204 w 954"/>
                <a:gd name="T9" fmla="*/ 69 h 1510"/>
                <a:gd name="T10" fmla="*/ 205 w 954"/>
                <a:gd name="T11" fmla="*/ 86 h 1510"/>
                <a:gd name="T12" fmla="*/ 198 w 954"/>
                <a:gd name="T13" fmla="*/ 86 h 1510"/>
                <a:gd name="T14" fmla="*/ 193 w 954"/>
                <a:gd name="T15" fmla="*/ 93 h 1510"/>
                <a:gd name="T16" fmla="*/ 182 w 954"/>
                <a:gd name="T17" fmla="*/ 106 h 1510"/>
                <a:gd name="T18" fmla="*/ 175 w 954"/>
                <a:gd name="T19" fmla="*/ 124 h 1510"/>
                <a:gd name="T20" fmla="*/ 182 w 954"/>
                <a:gd name="T21" fmla="*/ 124 h 1510"/>
                <a:gd name="T22" fmla="*/ 191 w 954"/>
                <a:gd name="T23" fmla="*/ 129 h 1510"/>
                <a:gd name="T24" fmla="*/ 191 w 954"/>
                <a:gd name="T25" fmla="*/ 139 h 1510"/>
                <a:gd name="T26" fmla="*/ 182 w 954"/>
                <a:gd name="T27" fmla="*/ 146 h 1510"/>
                <a:gd name="T28" fmla="*/ 185 w 954"/>
                <a:gd name="T29" fmla="*/ 153 h 1510"/>
                <a:gd name="T30" fmla="*/ 185 w 954"/>
                <a:gd name="T31" fmla="*/ 166 h 1510"/>
                <a:gd name="T32" fmla="*/ 193 w 954"/>
                <a:gd name="T33" fmla="*/ 168 h 1510"/>
                <a:gd name="T34" fmla="*/ 191 w 954"/>
                <a:gd name="T35" fmla="*/ 175 h 1510"/>
                <a:gd name="T36" fmla="*/ 184 w 954"/>
                <a:gd name="T37" fmla="*/ 186 h 1510"/>
                <a:gd name="T38" fmla="*/ 175 w 954"/>
                <a:gd name="T39" fmla="*/ 191 h 1510"/>
                <a:gd name="T40" fmla="*/ 147 w 954"/>
                <a:gd name="T41" fmla="*/ 180 h 1510"/>
                <a:gd name="T42" fmla="*/ 134 w 954"/>
                <a:gd name="T43" fmla="*/ 182 h 1510"/>
                <a:gd name="T44" fmla="*/ 127 w 954"/>
                <a:gd name="T45" fmla="*/ 200 h 1510"/>
                <a:gd name="T46" fmla="*/ 118 w 954"/>
                <a:gd name="T47" fmla="*/ 204 h 1510"/>
                <a:gd name="T48" fmla="*/ 107 w 954"/>
                <a:gd name="T49" fmla="*/ 204 h 1510"/>
                <a:gd name="T50" fmla="*/ 91 w 954"/>
                <a:gd name="T51" fmla="*/ 200 h 1510"/>
                <a:gd name="T52" fmla="*/ 80 w 954"/>
                <a:gd name="T53" fmla="*/ 200 h 1510"/>
                <a:gd name="T54" fmla="*/ 72 w 954"/>
                <a:gd name="T55" fmla="*/ 197 h 1510"/>
                <a:gd name="T56" fmla="*/ 60 w 954"/>
                <a:gd name="T57" fmla="*/ 190 h 1510"/>
                <a:gd name="T58" fmla="*/ 60 w 954"/>
                <a:gd name="T59" fmla="*/ 169 h 1510"/>
                <a:gd name="T60" fmla="*/ 49 w 954"/>
                <a:gd name="T61" fmla="*/ 118 h 1510"/>
                <a:gd name="T62" fmla="*/ 40 w 954"/>
                <a:gd name="T63" fmla="*/ 104 h 1510"/>
                <a:gd name="T64" fmla="*/ 32 w 954"/>
                <a:gd name="T65" fmla="*/ 93 h 1510"/>
                <a:gd name="T66" fmla="*/ 21 w 954"/>
                <a:gd name="T67" fmla="*/ 86 h 1510"/>
                <a:gd name="T68" fmla="*/ 1 w 954"/>
                <a:gd name="T69" fmla="*/ 78 h 1510"/>
                <a:gd name="T70" fmla="*/ 7 w 954"/>
                <a:gd name="T71" fmla="*/ 67 h 1510"/>
                <a:gd name="T72" fmla="*/ 16 w 954"/>
                <a:gd name="T73" fmla="*/ 58 h 1510"/>
                <a:gd name="T74" fmla="*/ 29 w 954"/>
                <a:gd name="T75" fmla="*/ 62 h 1510"/>
                <a:gd name="T76" fmla="*/ 47 w 954"/>
                <a:gd name="T77" fmla="*/ 58 h 1510"/>
                <a:gd name="T78" fmla="*/ 47 w 954"/>
                <a:gd name="T79" fmla="*/ 37 h 1510"/>
                <a:gd name="T80" fmla="*/ 56 w 954"/>
                <a:gd name="T81" fmla="*/ 31 h 1510"/>
                <a:gd name="T82" fmla="*/ 82 w 954"/>
                <a:gd name="T83" fmla="*/ 38 h 1510"/>
                <a:gd name="T84" fmla="*/ 87 w 954"/>
                <a:gd name="T85" fmla="*/ 27 h 1510"/>
                <a:gd name="T86" fmla="*/ 98 w 954"/>
                <a:gd name="T87" fmla="*/ 4 h 1510"/>
                <a:gd name="T88" fmla="*/ 118 w 954"/>
                <a:gd name="T89" fmla="*/ 4 h 1510"/>
                <a:gd name="T90" fmla="*/ 122 w 954"/>
                <a:gd name="T91" fmla="*/ 13 h 1510"/>
                <a:gd name="T92" fmla="*/ 134 w 954"/>
                <a:gd name="T93" fmla="*/ 18 h 1510"/>
                <a:gd name="T94" fmla="*/ 142 w 954"/>
                <a:gd name="T95" fmla="*/ 29 h 1510"/>
                <a:gd name="T96" fmla="*/ 153 w 954"/>
                <a:gd name="T97" fmla="*/ 27 h 1510"/>
                <a:gd name="T98" fmla="*/ 156 w 954"/>
                <a:gd name="T99" fmla="*/ 37 h 1510"/>
                <a:gd name="T100" fmla="*/ 947 w 954"/>
                <a:gd name="T101" fmla="*/ 1499 h 1510"/>
                <a:gd name="T102" fmla="*/ 954 w 954"/>
                <a:gd name="T103" fmla="*/ 1510 h 1510"/>
                <a:gd name="T104" fmla="*/ 222 w 954"/>
                <a:gd name="T105" fmla="*/ 190 h 1510"/>
                <a:gd name="T106" fmla="*/ 213 w 954"/>
                <a:gd name="T107" fmla="*/ 206 h 1510"/>
                <a:gd name="T108" fmla="*/ 215 w 954"/>
                <a:gd name="T109" fmla="*/ 228 h 1510"/>
                <a:gd name="T110" fmla="*/ 226 w 954"/>
                <a:gd name="T111" fmla="*/ 211 h 1510"/>
                <a:gd name="T112" fmla="*/ 222 w 954"/>
                <a:gd name="T113" fmla="*/ 19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4" h="1510">
                  <a:moveTo>
                    <a:pt x="169" y="38"/>
                  </a:moveTo>
                  <a:lnTo>
                    <a:pt x="169" y="38"/>
                  </a:lnTo>
                  <a:lnTo>
                    <a:pt x="167" y="40"/>
                  </a:lnTo>
                  <a:lnTo>
                    <a:pt x="169" y="42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82" y="44"/>
                  </a:lnTo>
                  <a:lnTo>
                    <a:pt x="187" y="44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93" y="49"/>
                  </a:lnTo>
                  <a:lnTo>
                    <a:pt x="193" y="49"/>
                  </a:lnTo>
                  <a:lnTo>
                    <a:pt x="196" y="49"/>
                  </a:lnTo>
                  <a:lnTo>
                    <a:pt x="198" y="49"/>
                  </a:lnTo>
                  <a:lnTo>
                    <a:pt x="198" y="49"/>
                  </a:lnTo>
                  <a:lnTo>
                    <a:pt x="205" y="51"/>
                  </a:lnTo>
                  <a:lnTo>
                    <a:pt x="205" y="51"/>
                  </a:lnTo>
                  <a:lnTo>
                    <a:pt x="205" y="55"/>
                  </a:lnTo>
                  <a:lnTo>
                    <a:pt x="205" y="58"/>
                  </a:lnTo>
                  <a:lnTo>
                    <a:pt x="205" y="60"/>
                  </a:lnTo>
                  <a:lnTo>
                    <a:pt x="205" y="60"/>
                  </a:lnTo>
                  <a:lnTo>
                    <a:pt x="202" y="66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4" y="77"/>
                  </a:lnTo>
                  <a:lnTo>
                    <a:pt x="204" y="80"/>
                  </a:lnTo>
                  <a:lnTo>
                    <a:pt x="205" y="86"/>
                  </a:lnTo>
                  <a:lnTo>
                    <a:pt x="205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8" y="86"/>
                  </a:lnTo>
                  <a:lnTo>
                    <a:pt x="196" y="88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89" y="95"/>
                  </a:lnTo>
                  <a:lnTo>
                    <a:pt x="185" y="98"/>
                  </a:lnTo>
                  <a:lnTo>
                    <a:pt x="182" y="106"/>
                  </a:lnTo>
                  <a:lnTo>
                    <a:pt x="182" y="106"/>
                  </a:lnTo>
                  <a:lnTo>
                    <a:pt x="173" y="117"/>
                  </a:lnTo>
                  <a:lnTo>
                    <a:pt x="173" y="117"/>
                  </a:lnTo>
                  <a:lnTo>
                    <a:pt x="169" y="124"/>
                  </a:lnTo>
                  <a:lnTo>
                    <a:pt x="171" y="126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8" y="122"/>
                  </a:lnTo>
                  <a:lnTo>
                    <a:pt x="180" y="122"/>
                  </a:lnTo>
                  <a:lnTo>
                    <a:pt x="182" y="124"/>
                  </a:lnTo>
                  <a:lnTo>
                    <a:pt x="182" y="124"/>
                  </a:lnTo>
                  <a:lnTo>
                    <a:pt x="182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91" y="129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3" y="131"/>
                  </a:lnTo>
                  <a:lnTo>
                    <a:pt x="195" y="131"/>
                  </a:lnTo>
                  <a:lnTo>
                    <a:pt x="191" y="139"/>
                  </a:lnTo>
                  <a:lnTo>
                    <a:pt x="191" y="139"/>
                  </a:lnTo>
                  <a:lnTo>
                    <a:pt x="189" y="140"/>
                  </a:lnTo>
                  <a:lnTo>
                    <a:pt x="187" y="142"/>
                  </a:lnTo>
                  <a:lnTo>
                    <a:pt x="185" y="144"/>
                  </a:lnTo>
                  <a:lnTo>
                    <a:pt x="185" y="144"/>
                  </a:lnTo>
                  <a:lnTo>
                    <a:pt x="182" y="146"/>
                  </a:lnTo>
                  <a:lnTo>
                    <a:pt x="182" y="148"/>
                  </a:lnTo>
                  <a:lnTo>
                    <a:pt x="184" y="151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5"/>
                  </a:lnTo>
                  <a:lnTo>
                    <a:pt x="185" y="159"/>
                  </a:lnTo>
                  <a:lnTo>
                    <a:pt x="185" y="162"/>
                  </a:lnTo>
                  <a:lnTo>
                    <a:pt x="185" y="166"/>
                  </a:lnTo>
                  <a:lnTo>
                    <a:pt x="185" y="166"/>
                  </a:lnTo>
                  <a:lnTo>
                    <a:pt x="189" y="168"/>
                  </a:lnTo>
                  <a:lnTo>
                    <a:pt x="191" y="166"/>
                  </a:lnTo>
                  <a:lnTo>
                    <a:pt x="193" y="166"/>
                  </a:lnTo>
                  <a:lnTo>
                    <a:pt x="193" y="168"/>
                  </a:lnTo>
                  <a:lnTo>
                    <a:pt x="193" y="168"/>
                  </a:lnTo>
                  <a:lnTo>
                    <a:pt x="189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91" y="175"/>
                  </a:lnTo>
                  <a:lnTo>
                    <a:pt x="189" y="177"/>
                  </a:lnTo>
                  <a:lnTo>
                    <a:pt x="185" y="177"/>
                  </a:lnTo>
                  <a:lnTo>
                    <a:pt x="182" y="175"/>
                  </a:lnTo>
                  <a:lnTo>
                    <a:pt x="178" y="177"/>
                  </a:lnTo>
                  <a:lnTo>
                    <a:pt x="184" y="186"/>
                  </a:lnTo>
                  <a:lnTo>
                    <a:pt x="184" y="186"/>
                  </a:lnTo>
                  <a:lnTo>
                    <a:pt x="180" y="188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88"/>
                  </a:lnTo>
                  <a:lnTo>
                    <a:pt x="154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0" y="182"/>
                  </a:lnTo>
                  <a:lnTo>
                    <a:pt x="138" y="182"/>
                  </a:lnTo>
                  <a:lnTo>
                    <a:pt x="134" y="182"/>
                  </a:lnTo>
                  <a:lnTo>
                    <a:pt x="134" y="182"/>
                  </a:lnTo>
                  <a:lnTo>
                    <a:pt x="131" y="188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5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3" y="200"/>
                  </a:lnTo>
                  <a:lnTo>
                    <a:pt x="122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1" y="206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5" y="202"/>
                  </a:lnTo>
                  <a:lnTo>
                    <a:pt x="103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87" y="199"/>
                  </a:lnTo>
                  <a:lnTo>
                    <a:pt x="83" y="199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9"/>
                  </a:lnTo>
                  <a:lnTo>
                    <a:pt x="76" y="197"/>
                  </a:lnTo>
                  <a:lnTo>
                    <a:pt x="72" y="197"/>
                  </a:lnTo>
                  <a:lnTo>
                    <a:pt x="72" y="197"/>
                  </a:lnTo>
                  <a:lnTo>
                    <a:pt x="69" y="195"/>
                  </a:lnTo>
                  <a:lnTo>
                    <a:pt x="65" y="193"/>
                  </a:lnTo>
                  <a:lnTo>
                    <a:pt x="65" y="193"/>
                  </a:lnTo>
                  <a:lnTo>
                    <a:pt x="60" y="193"/>
                  </a:lnTo>
                  <a:lnTo>
                    <a:pt x="60" y="190"/>
                  </a:lnTo>
                  <a:lnTo>
                    <a:pt x="60" y="190"/>
                  </a:lnTo>
                  <a:lnTo>
                    <a:pt x="58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60" y="169"/>
                  </a:lnTo>
                  <a:lnTo>
                    <a:pt x="62" y="157"/>
                  </a:lnTo>
                  <a:lnTo>
                    <a:pt x="62" y="142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49" y="118"/>
                  </a:lnTo>
                  <a:lnTo>
                    <a:pt x="43" y="117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38" y="108"/>
                  </a:lnTo>
                  <a:lnTo>
                    <a:pt x="40" y="104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2" y="93"/>
                  </a:lnTo>
                  <a:lnTo>
                    <a:pt x="32" y="93"/>
                  </a:lnTo>
                  <a:lnTo>
                    <a:pt x="29" y="93"/>
                  </a:lnTo>
                  <a:lnTo>
                    <a:pt x="32" y="86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" y="78"/>
                  </a:lnTo>
                  <a:lnTo>
                    <a:pt x="1" y="7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69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0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16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60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3" y="58"/>
                  </a:lnTo>
                  <a:lnTo>
                    <a:pt x="47" y="58"/>
                  </a:lnTo>
                  <a:lnTo>
                    <a:pt x="54" y="60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47" y="37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9" y="33"/>
                  </a:lnTo>
                  <a:lnTo>
                    <a:pt x="52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67" y="40"/>
                  </a:lnTo>
                  <a:lnTo>
                    <a:pt x="74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2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7" y="27"/>
                  </a:lnTo>
                  <a:lnTo>
                    <a:pt x="91" y="26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111" y="0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2" y="13"/>
                  </a:lnTo>
                  <a:lnTo>
                    <a:pt x="127" y="18"/>
                  </a:lnTo>
                  <a:lnTo>
                    <a:pt x="127" y="18"/>
                  </a:lnTo>
                  <a:lnTo>
                    <a:pt x="131" y="20"/>
                  </a:lnTo>
                  <a:lnTo>
                    <a:pt x="133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34" y="20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42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3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35"/>
                  </a:lnTo>
                  <a:lnTo>
                    <a:pt x="154" y="37"/>
                  </a:lnTo>
                  <a:lnTo>
                    <a:pt x="156" y="37"/>
                  </a:lnTo>
                  <a:lnTo>
                    <a:pt x="156" y="37"/>
                  </a:lnTo>
                  <a:lnTo>
                    <a:pt x="160" y="37"/>
                  </a:lnTo>
                  <a:lnTo>
                    <a:pt x="167" y="35"/>
                  </a:lnTo>
                  <a:lnTo>
                    <a:pt x="169" y="38"/>
                  </a:lnTo>
                  <a:close/>
                  <a:moveTo>
                    <a:pt x="947" y="1499"/>
                  </a:moveTo>
                  <a:lnTo>
                    <a:pt x="943" y="1508"/>
                  </a:lnTo>
                  <a:lnTo>
                    <a:pt x="943" y="1508"/>
                  </a:lnTo>
                  <a:lnTo>
                    <a:pt x="949" y="1508"/>
                  </a:lnTo>
                  <a:lnTo>
                    <a:pt x="954" y="1510"/>
                  </a:lnTo>
                  <a:lnTo>
                    <a:pt x="954" y="1510"/>
                  </a:lnTo>
                  <a:lnTo>
                    <a:pt x="954" y="1503"/>
                  </a:lnTo>
                  <a:lnTo>
                    <a:pt x="954" y="1503"/>
                  </a:lnTo>
                  <a:lnTo>
                    <a:pt x="947" y="1499"/>
                  </a:lnTo>
                  <a:lnTo>
                    <a:pt x="947" y="1499"/>
                  </a:lnTo>
                  <a:close/>
                  <a:moveTo>
                    <a:pt x="222" y="190"/>
                  </a:moveTo>
                  <a:lnTo>
                    <a:pt x="222" y="190"/>
                  </a:lnTo>
                  <a:lnTo>
                    <a:pt x="222" y="193"/>
                  </a:lnTo>
                  <a:lnTo>
                    <a:pt x="220" y="197"/>
                  </a:lnTo>
                  <a:lnTo>
                    <a:pt x="220" y="197"/>
                  </a:lnTo>
                  <a:lnTo>
                    <a:pt x="213" y="206"/>
                  </a:lnTo>
                  <a:lnTo>
                    <a:pt x="211" y="210"/>
                  </a:lnTo>
                  <a:lnTo>
                    <a:pt x="209" y="211"/>
                  </a:lnTo>
                  <a:lnTo>
                    <a:pt x="211" y="219"/>
                  </a:lnTo>
                  <a:lnTo>
                    <a:pt x="215" y="228"/>
                  </a:lnTo>
                  <a:lnTo>
                    <a:pt x="215" y="228"/>
                  </a:lnTo>
                  <a:lnTo>
                    <a:pt x="226" y="228"/>
                  </a:lnTo>
                  <a:lnTo>
                    <a:pt x="226" y="228"/>
                  </a:lnTo>
                  <a:lnTo>
                    <a:pt x="226" y="219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7" y="211"/>
                  </a:lnTo>
                  <a:lnTo>
                    <a:pt x="229" y="210"/>
                  </a:lnTo>
                  <a:lnTo>
                    <a:pt x="227" y="202"/>
                  </a:lnTo>
                  <a:lnTo>
                    <a:pt x="222" y="190"/>
                  </a:lnTo>
                  <a:lnTo>
                    <a:pt x="222" y="19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E3DEBD6-969D-4EB3-9A90-0A74D993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272" y="2846180"/>
              <a:ext cx="461215" cy="465663"/>
            </a:xfrm>
            <a:custGeom>
              <a:avLst/>
              <a:gdLst>
                <a:gd name="T0" fmla="*/ 304 w 311"/>
                <a:gd name="T1" fmla="*/ 277 h 314"/>
                <a:gd name="T2" fmla="*/ 297 w 311"/>
                <a:gd name="T3" fmla="*/ 246 h 314"/>
                <a:gd name="T4" fmla="*/ 277 w 311"/>
                <a:gd name="T5" fmla="*/ 208 h 314"/>
                <a:gd name="T6" fmla="*/ 275 w 311"/>
                <a:gd name="T7" fmla="*/ 173 h 314"/>
                <a:gd name="T8" fmla="*/ 271 w 311"/>
                <a:gd name="T9" fmla="*/ 135 h 314"/>
                <a:gd name="T10" fmla="*/ 273 w 311"/>
                <a:gd name="T11" fmla="*/ 108 h 314"/>
                <a:gd name="T12" fmla="*/ 286 w 311"/>
                <a:gd name="T13" fmla="*/ 79 h 314"/>
                <a:gd name="T14" fmla="*/ 264 w 311"/>
                <a:gd name="T15" fmla="*/ 53 h 314"/>
                <a:gd name="T16" fmla="*/ 219 w 311"/>
                <a:gd name="T17" fmla="*/ 35 h 314"/>
                <a:gd name="T18" fmla="*/ 175 w 311"/>
                <a:gd name="T19" fmla="*/ 39 h 314"/>
                <a:gd name="T20" fmla="*/ 157 w 311"/>
                <a:gd name="T21" fmla="*/ 51 h 314"/>
                <a:gd name="T22" fmla="*/ 151 w 311"/>
                <a:gd name="T23" fmla="*/ 66 h 314"/>
                <a:gd name="T24" fmla="*/ 131 w 311"/>
                <a:gd name="T25" fmla="*/ 70 h 314"/>
                <a:gd name="T26" fmla="*/ 100 w 311"/>
                <a:gd name="T27" fmla="*/ 59 h 314"/>
                <a:gd name="T28" fmla="*/ 95 w 311"/>
                <a:gd name="T29" fmla="*/ 55 h 314"/>
                <a:gd name="T30" fmla="*/ 84 w 311"/>
                <a:gd name="T31" fmla="*/ 53 h 314"/>
                <a:gd name="T32" fmla="*/ 75 w 311"/>
                <a:gd name="T33" fmla="*/ 31 h 314"/>
                <a:gd name="T34" fmla="*/ 71 w 311"/>
                <a:gd name="T35" fmla="*/ 26 h 314"/>
                <a:gd name="T36" fmla="*/ 64 w 311"/>
                <a:gd name="T37" fmla="*/ 17 h 314"/>
                <a:gd name="T38" fmla="*/ 71 w 311"/>
                <a:gd name="T39" fmla="*/ 10 h 314"/>
                <a:gd name="T40" fmla="*/ 64 w 311"/>
                <a:gd name="T41" fmla="*/ 0 h 314"/>
                <a:gd name="T42" fmla="*/ 58 w 311"/>
                <a:gd name="T43" fmla="*/ 6 h 314"/>
                <a:gd name="T44" fmla="*/ 49 w 311"/>
                <a:gd name="T45" fmla="*/ 13 h 314"/>
                <a:gd name="T46" fmla="*/ 33 w 311"/>
                <a:gd name="T47" fmla="*/ 20 h 314"/>
                <a:gd name="T48" fmla="*/ 22 w 311"/>
                <a:gd name="T49" fmla="*/ 11 h 314"/>
                <a:gd name="T50" fmla="*/ 14 w 311"/>
                <a:gd name="T51" fmla="*/ 11 h 314"/>
                <a:gd name="T52" fmla="*/ 7 w 311"/>
                <a:gd name="T53" fmla="*/ 8 h 314"/>
                <a:gd name="T54" fmla="*/ 2 w 311"/>
                <a:gd name="T55" fmla="*/ 15 h 314"/>
                <a:gd name="T56" fmla="*/ 5 w 311"/>
                <a:gd name="T57" fmla="*/ 24 h 314"/>
                <a:gd name="T58" fmla="*/ 2 w 311"/>
                <a:gd name="T59" fmla="*/ 37 h 314"/>
                <a:gd name="T60" fmla="*/ 9 w 311"/>
                <a:gd name="T61" fmla="*/ 53 h 314"/>
                <a:gd name="T62" fmla="*/ 9 w 311"/>
                <a:gd name="T63" fmla="*/ 62 h 314"/>
                <a:gd name="T64" fmla="*/ 11 w 311"/>
                <a:gd name="T65" fmla="*/ 73 h 314"/>
                <a:gd name="T66" fmla="*/ 13 w 311"/>
                <a:gd name="T67" fmla="*/ 79 h 314"/>
                <a:gd name="T68" fmla="*/ 16 w 311"/>
                <a:gd name="T69" fmla="*/ 84 h 314"/>
                <a:gd name="T70" fmla="*/ 22 w 311"/>
                <a:gd name="T71" fmla="*/ 88 h 314"/>
                <a:gd name="T72" fmla="*/ 29 w 311"/>
                <a:gd name="T73" fmla="*/ 90 h 314"/>
                <a:gd name="T74" fmla="*/ 40 w 311"/>
                <a:gd name="T75" fmla="*/ 93 h 314"/>
                <a:gd name="T76" fmla="*/ 31 w 311"/>
                <a:gd name="T77" fmla="*/ 95 h 314"/>
                <a:gd name="T78" fmla="*/ 33 w 311"/>
                <a:gd name="T79" fmla="*/ 108 h 314"/>
                <a:gd name="T80" fmla="*/ 25 w 311"/>
                <a:gd name="T81" fmla="*/ 108 h 314"/>
                <a:gd name="T82" fmla="*/ 24 w 311"/>
                <a:gd name="T83" fmla="*/ 117 h 314"/>
                <a:gd name="T84" fmla="*/ 31 w 311"/>
                <a:gd name="T85" fmla="*/ 128 h 314"/>
                <a:gd name="T86" fmla="*/ 44 w 311"/>
                <a:gd name="T87" fmla="*/ 143 h 314"/>
                <a:gd name="T88" fmla="*/ 47 w 311"/>
                <a:gd name="T89" fmla="*/ 155 h 314"/>
                <a:gd name="T90" fmla="*/ 56 w 311"/>
                <a:gd name="T91" fmla="*/ 157 h 314"/>
                <a:gd name="T92" fmla="*/ 67 w 311"/>
                <a:gd name="T93" fmla="*/ 177 h 314"/>
                <a:gd name="T94" fmla="*/ 73 w 311"/>
                <a:gd name="T95" fmla="*/ 197 h 314"/>
                <a:gd name="T96" fmla="*/ 89 w 311"/>
                <a:gd name="T97" fmla="*/ 210 h 314"/>
                <a:gd name="T98" fmla="*/ 104 w 311"/>
                <a:gd name="T99" fmla="*/ 221 h 314"/>
                <a:gd name="T100" fmla="*/ 115 w 311"/>
                <a:gd name="T101" fmla="*/ 246 h 314"/>
                <a:gd name="T102" fmla="*/ 122 w 311"/>
                <a:gd name="T103" fmla="*/ 248 h 314"/>
                <a:gd name="T104" fmla="*/ 131 w 311"/>
                <a:gd name="T105" fmla="*/ 263 h 314"/>
                <a:gd name="T106" fmla="*/ 144 w 311"/>
                <a:gd name="T107" fmla="*/ 281 h 314"/>
                <a:gd name="T108" fmla="*/ 195 w 311"/>
                <a:gd name="T109" fmla="*/ 274 h 314"/>
                <a:gd name="T110" fmla="*/ 197 w 311"/>
                <a:gd name="T111" fmla="*/ 270 h 314"/>
                <a:gd name="T112" fmla="*/ 209 w 311"/>
                <a:gd name="T113" fmla="*/ 283 h 314"/>
                <a:gd name="T114" fmla="*/ 217 w 311"/>
                <a:gd name="T115" fmla="*/ 305 h 314"/>
                <a:gd name="T116" fmla="*/ 260 w 311"/>
                <a:gd name="T117" fmla="*/ 306 h 314"/>
                <a:gd name="T118" fmla="*/ 273 w 311"/>
                <a:gd name="T11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1" h="314">
                  <a:moveTo>
                    <a:pt x="273" y="314"/>
                  </a:moveTo>
                  <a:lnTo>
                    <a:pt x="275" y="297"/>
                  </a:lnTo>
                  <a:lnTo>
                    <a:pt x="286" y="285"/>
                  </a:lnTo>
                  <a:lnTo>
                    <a:pt x="295" y="281"/>
                  </a:lnTo>
                  <a:lnTo>
                    <a:pt x="304" y="277"/>
                  </a:lnTo>
                  <a:lnTo>
                    <a:pt x="311" y="274"/>
                  </a:lnTo>
                  <a:lnTo>
                    <a:pt x="311" y="266"/>
                  </a:lnTo>
                  <a:lnTo>
                    <a:pt x="302" y="263"/>
                  </a:lnTo>
                  <a:lnTo>
                    <a:pt x="302" y="254"/>
                  </a:lnTo>
                  <a:lnTo>
                    <a:pt x="297" y="246"/>
                  </a:lnTo>
                  <a:lnTo>
                    <a:pt x="291" y="245"/>
                  </a:lnTo>
                  <a:lnTo>
                    <a:pt x="284" y="234"/>
                  </a:lnTo>
                  <a:lnTo>
                    <a:pt x="282" y="228"/>
                  </a:lnTo>
                  <a:lnTo>
                    <a:pt x="284" y="224"/>
                  </a:lnTo>
                  <a:lnTo>
                    <a:pt x="277" y="208"/>
                  </a:lnTo>
                  <a:lnTo>
                    <a:pt x="295" y="188"/>
                  </a:lnTo>
                  <a:lnTo>
                    <a:pt x="295" y="183"/>
                  </a:lnTo>
                  <a:lnTo>
                    <a:pt x="291" y="179"/>
                  </a:lnTo>
                  <a:lnTo>
                    <a:pt x="277" y="177"/>
                  </a:lnTo>
                  <a:lnTo>
                    <a:pt x="275" y="173"/>
                  </a:lnTo>
                  <a:lnTo>
                    <a:pt x="275" y="164"/>
                  </a:lnTo>
                  <a:lnTo>
                    <a:pt x="271" y="155"/>
                  </a:lnTo>
                  <a:lnTo>
                    <a:pt x="266" y="148"/>
                  </a:lnTo>
                  <a:lnTo>
                    <a:pt x="264" y="141"/>
                  </a:lnTo>
                  <a:lnTo>
                    <a:pt x="271" y="135"/>
                  </a:lnTo>
                  <a:lnTo>
                    <a:pt x="266" y="132"/>
                  </a:lnTo>
                  <a:lnTo>
                    <a:pt x="264" y="128"/>
                  </a:lnTo>
                  <a:lnTo>
                    <a:pt x="266" y="117"/>
                  </a:lnTo>
                  <a:lnTo>
                    <a:pt x="270" y="110"/>
                  </a:lnTo>
                  <a:lnTo>
                    <a:pt x="273" y="108"/>
                  </a:lnTo>
                  <a:lnTo>
                    <a:pt x="280" y="106"/>
                  </a:lnTo>
                  <a:lnTo>
                    <a:pt x="280" y="101"/>
                  </a:lnTo>
                  <a:lnTo>
                    <a:pt x="284" y="93"/>
                  </a:lnTo>
                  <a:lnTo>
                    <a:pt x="288" y="86"/>
                  </a:lnTo>
                  <a:lnTo>
                    <a:pt x="286" y="79"/>
                  </a:lnTo>
                  <a:lnTo>
                    <a:pt x="286" y="71"/>
                  </a:lnTo>
                  <a:lnTo>
                    <a:pt x="277" y="70"/>
                  </a:lnTo>
                  <a:lnTo>
                    <a:pt x="273" y="62"/>
                  </a:lnTo>
                  <a:lnTo>
                    <a:pt x="270" y="57"/>
                  </a:lnTo>
                  <a:lnTo>
                    <a:pt x="264" y="53"/>
                  </a:lnTo>
                  <a:lnTo>
                    <a:pt x="255" y="48"/>
                  </a:lnTo>
                  <a:lnTo>
                    <a:pt x="246" y="44"/>
                  </a:lnTo>
                  <a:lnTo>
                    <a:pt x="233" y="39"/>
                  </a:lnTo>
                  <a:lnTo>
                    <a:pt x="229" y="37"/>
                  </a:lnTo>
                  <a:lnTo>
                    <a:pt x="219" y="35"/>
                  </a:lnTo>
                  <a:lnTo>
                    <a:pt x="202" y="31"/>
                  </a:lnTo>
                  <a:lnTo>
                    <a:pt x="193" y="35"/>
                  </a:lnTo>
                  <a:lnTo>
                    <a:pt x="188" y="37"/>
                  </a:lnTo>
                  <a:lnTo>
                    <a:pt x="178" y="35"/>
                  </a:lnTo>
                  <a:lnTo>
                    <a:pt x="175" y="39"/>
                  </a:lnTo>
                  <a:lnTo>
                    <a:pt x="171" y="42"/>
                  </a:lnTo>
                  <a:lnTo>
                    <a:pt x="169" y="46"/>
                  </a:lnTo>
                  <a:lnTo>
                    <a:pt x="167" y="53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70"/>
                  </a:lnTo>
                  <a:lnTo>
                    <a:pt x="157" y="70"/>
                  </a:lnTo>
                  <a:lnTo>
                    <a:pt x="153" y="70"/>
                  </a:lnTo>
                  <a:lnTo>
                    <a:pt x="151" y="68"/>
                  </a:lnTo>
                  <a:lnTo>
                    <a:pt x="151" y="66"/>
                  </a:lnTo>
                  <a:lnTo>
                    <a:pt x="151" y="66"/>
                  </a:lnTo>
                  <a:lnTo>
                    <a:pt x="146" y="64"/>
                  </a:lnTo>
                  <a:lnTo>
                    <a:pt x="140" y="66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26" y="70"/>
                  </a:lnTo>
                  <a:lnTo>
                    <a:pt x="118" y="70"/>
                  </a:lnTo>
                  <a:lnTo>
                    <a:pt x="118" y="70"/>
                  </a:lnTo>
                  <a:lnTo>
                    <a:pt x="109" y="64"/>
                  </a:lnTo>
                  <a:lnTo>
                    <a:pt x="100" y="59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98" y="57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1" y="55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84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0" y="40"/>
                  </a:lnTo>
                  <a:lnTo>
                    <a:pt x="78" y="35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0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67" y="22"/>
                  </a:lnTo>
                  <a:lnTo>
                    <a:pt x="67" y="22"/>
                  </a:lnTo>
                  <a:lnTo>
                    <a:pt x="65" y="19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4" y="13"/>
                  </a:lnTo>
                  <a:lnTo>
                    <a:pt x="65" y="11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5" y="8"/>
                  </a:lnTo>
                  <a:lnTo>
                    <a:pt x="53" y="10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7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5" y="15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7" y="48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62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70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13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4" y="81"/>
                  </a:lnTo>
                  <a:lnTo>
                    <a:pt x="14" y="82"/>
                  </a:lnTo>
                  <a:lnTo>
                    <a:pt x="16" y="84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5" y="88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34" y="91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1"/>
                  </a:lnTo>
                  <a:lnTo>
                    <a:pt x="40" y="93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6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3" y="102"/>
                  </a:lnTo>
                  <a:lnTo>
                    <a:pt x="33" y="108"/>
                  </a:lnTo>
                  <a:lnTo>
                    <a:pt x="33" y="108"/>
                  </a:lnTo>
                  <a:lnTo>
                    <a:pt x="31" y="108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7" y="113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4" y="117"/>
                  </a:lnTo>
                  <a:lnTo>
                    <a:pt x="24" y="117"/>
                  </a:lnTo>
                  <a:lnTo>
                    <a:pt x="25" y="121"/>
                  </a:lnTo>
                  <a:lnTo>
                    <a:pt x="27" y="122"/>
                  </a:lnTo>
                  <a:lnTo>
                    <a:pt x="27" y="124"/>
                  </a:lnTo>
                  <a:lnTo>
                    <a:pt x="27" y="124"/>
                  </a:lnTo>
                  <a:lnTo>
                    <a:pt x="31" y="128"/>
                  </a:lnTo>
                  <a:lnTo>
                    <a:pt x="31" y="132"/>
                  </a:lnTo>
                  <a:lnTo>
                    <a:pt x="34" y="137"/>
                  </a:lnTo>
                  <a:lnTo>
                    <a:pt x="36" y="139"/>
                  </a:lnTo>
                  <a:lnTo>
                    <a:pt x="36" y="139"/>
                  </a:lnTo>
                  <a:lnTo>
                    <a:pt x="44" y="14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2"/>
                  </a:lnTo>
                  <a:lnTo>
                    <a:pt x="47" y="153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62" y="166"/>
                  </a:lnTo>
                  <a:lnTo>
                    <a:pt x="62" y="166"/>
                  </a:lnTo>
                  <a:lnTo>
                    <a:pt x="65" y="172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83"/>
                  </a:lnTo>
                  <a:lnTo>
                    <a:pt x="67" y="190"/>
                  </a:lnTo>
                  <a:lnTo>
                    <a:pt x="73" y="190"/>
                  </a:lnTo>
                  <a:lnTo>
                    <a:pt x="73" y="197"/>
                  </a:lnTo>
                  <a:lnTo>
                    <a:pt x="76" y="203"/>
                  </a:lnTo>
                  <a:lnTo>
                    <a:pt x="76" y="203"/>
                  </a:lnTo>
                  <a:lnTo>
                    <a:pt x="84" y="206"/>
                  </a:lnTo>
                  <a:lnTo>
                    <a:pt x="87" y="208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93" y="206"/>
                  </a:lnTo>
                  <a:lnTo>
                    <a:pt x="96" y="204"/>
                  </a:lnTo>
                  <a:lnTo>
                    <a:pt x="96" y="204"/>
                  </a:lnTo>
                  <a:lnTo>
                    <a:pt x="104" y="221"/>
                  </a:lnTo>
                  <a:lnTo>
                    <a:pt x="109" y="237"/>
                  </a:lnTo>
                  <a:lnTo>
                    <a:pt x="115" y="239"/>
                  </a:lnTo>
                  <a:lnTo>
                    <a:pt x="115" y="239"/>
                  </a:lnTo>
                  <a:lnTo>
                    <a:pt x="115" y="243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8" y="246"/>
                  </a:lnTo>
                  <a:lnTo>
                    <a:pt x="120" y="248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4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6" y="261"/>
                  </a:lnTo>
                  <a:lnTo>
                    <a:pt x="131" y="263"/>
                  </a:lnTo>
                  <a:lnTo>
                    <a:pt x="131" y="263"/>
                  </a:lnTo>
                  <a:lnTo>
                    <a:pt x="131" y="266"/>
                  </a:lnTo>
                  <a:lnTo>
                    <a:pt x="131" y="270"/>
                  </a:lnTo>
                  <a:lnTo>
                    <a:pt x="144" y="281"/>
                  </a:lnTo>
                  <a:lnTo>
                    <a:pt x="144" y="281"/>
                  </a:lnTo>
                  <a:lnTo>
                    <a:pt x="151" y="283"/>
                  </a:lnTo>
                  <a:lnTo>
                    <a:pt x="160" y="285"/>
                  </a:lnTo>
                  <a:lnTo>
                    <a:pt x="171" y="285"/>
                  </a:lnTo>
                  <a:lnTo>
                    <a:pt x="171" y="285"/>
                  </a:lnTo>
                  <a:lnTo>
                    <a:pt x="195" y="274"/>
                  </a:lnTo>
                  <a:lnTo>
                    <a:pt x="195" y="274"/>
                  </a:lnTo>
                  <a:lnTo>
                    <a:pt x="193" y="272"/>
                  </a:lnTo>
                  <a:lnTo>
                    <a:pt x="195" y="270"/>
                  </a:lnTo>
                  <a:lnTo>
                    <a:pt x="197" y="270"/>
                  </a:lnTo>
                  <a:lnTo>
                    <a:pt x="197" y="270"/>
                  </a:lnTo>
                  <a:lnTo>
                    <a:pt x="202" y="274"/>
                  </a:lnTo>
                  <a:lnTo>
                    <a:pt x="206" y="275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9" y="283"/>
                  </a:lnTo>
                  <a:lnTo>
                    <a:pt x="209" y="290"/>
                  </a:lnTo>
                  <a:lnTo>
                    <a:pt x="209" y="296"/>
                  </a:lnTo>
                  <a:lnTo>
                    <a:pt x="211" y="299"/>
                  </a:lnTo>
                  <a:lnTo>
                    <a:pt x="211" y="299"/>
                  </a:lnTo>
                  <a:lnTo>
                    <a:pt x="217" y="305"/>
                  </a:lnTo>
                  <a:lnTo>
                    <a:pt x="224" y="306"/>
                  </a:lnTo>
                  <a:lnTo>
                    <a:pt x="237" y="306"/>
                  </a:lnTo>
                  <a:lnTo>
                    <a:pt x="249" y="306"/>
                  </a:lnTo>
                  <a:lnTo>
                    <a:pt x="260" y="306"/>
                  </a:lnTo>
                  <a:lnTo>
                    <a:pt x="260" y="306"/>
                  </a:lnTo>
                  <a:lnTo>
                    <a:pt x="264" y="310"/>
                  </a:lnTo>
                  <a:lnTo>
                    <a:pt x="268" y="314"/>
                  </a:lnTo>
                  <a:lnTo>
                    <a:pt x="268" y="314"/>
                  </a:lnTo>
                  <a:lnTo>
                    <a:pt x="273" y="314"/>
                  </a:lnTo>
                  <a:lnTo>
                    <a:pt x="273" y="3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E28595-5CC7-4719-A319-23A5C3FB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921" y="4505663"/>
              <a:ext cx="183893" cy="210587"/>
            </a:xfrm>
            <a:custGeom>
              <a:avLst/>
              <a:gdLst>
                <a:gd name="T0" fmla="*/ 84 w 124"/>
                <a:gd name="T1" fmla="*/ 13 h 142"/>
                <a:gd name="T2" fmla="*/ 101 w 124"/>
                <a:gd name="T3" fmla="*/ 16 h 142"/>
                <a:gd name="T4" fmla="*/ 110 w 124"/>
                <a:gd name="T5" fmla="*/ 22 h 142"/>
                <a:gd name="T6" fmla="*/ 119 w 124"/>
                <a:gd name="T7" fmla="*/ 27 h 142"/>
                <a:gd name="T8" fmla="*/ 121 w 124"/>
                <a:gd name="T9" fmla="*/ 35 h 142"/>
                <a:gd name="T10" fmla="*/ 119 w 124"/>
                <a:gd name="T11" fmla="*/ 40 h 142"/>
                <a:gd name="T12" fmla="*/ 117 w 124"/>
                <a:gd name="T13" fmla="*/ 49 h 142"/>
                <a:gd name="T14" fmla="*/ 124 w 124"/>
                <a:gd name="T15" fmla="*/ 64 h 142"/>
                <a:gd name="T16" fmla="*/ 121 w 124"/>
                <a:gd name="T17" fmla="*/ 69 h 142"/>
                <a:gd name="T18" fmla="*/ 117 w 124"/>
                <a:gd name="T19" fmla="*/ 78 h 142"/>
                <a:gd name="T20" fmla="*/ 121 w 124"/>
                <a:gd name="T21" fmla="*/ 82 h 142"/>
                <a:gd name="T22" fmla="*/ 119 w 124"/>
                <a:gd name="T23" fmla="*/ 87 h 142"/>
                <a:gd name="T24" fmla="*/ 117 w 124"/>
                <a:gd name="T25" fmla="*/ 95 h 142"/>
                <a:gd name="T26" fmla="*/ 119 w 124"/>
                <a:gd name="T27" fmla="*/ 100 h 142"/>
                <a:gd name="T28" fmla="*/ 119 w 124"/>
                <a:gd name="T29" fmla="*/ 106 h 142"/>
                <a:gd name="T30" fmla="*/ 117 w 124"/>
                <a:gd name="T31" fmla="*/ 113 h 142"/>
                <a:gd name="T32" fmla="*/ 121 w 124"/>
                <a:gd name="T33" fmla="*/ 115 h 142"/>
                <a:gd name="T34" fmla="*/ 122 w 124"/>
                <a:gd name="T35" fmla="*/ 117 h 142"/>
                <a:gd name="T36" fmla="*/ 102 w 124"/>
                <a:gd name="T37" fmla="*/ 142 h 142"/>
                <a:gd name="T38" fmla="*/ 93 w 124"/>
                <a:gd name="T39" fmla="*/ 140 h 142"/>
                <a:gd name="T40" fmla="*/ 88 w 124"/>
                <a:gd name="T41" fmla="*/ 137 h 142"/>
                <a:gd name="T42" fmla="*/ 77 w 124"/>
                <a:gd name="T43" fmla="*/ 138 h 142"/>
                <a:gd name="T44" fmla="*/ 70 w 124"/>
                <a:gd name="T45" fmla="*/ 137 h 142"/>
                <a:gd name="T46" fmla="*/ 62 w 124"/>
                <a:gd name="T47" fmla="*/ 131 h 142"/>
                <a:gd name="T48" fmla="*/ 60 w 124"/>
                <a:gd name="T49" fmla="*/ 131 h 142"/>
                <a:gd name="T50" fmla="*/ 55 w 124"/>
                <a:gd name="T51" fmla="*/ 129 h 142"/>
                <a:gd name="T52" fmla="*/ 50 w 124"/>
                <a:gd name="T53" fmla="*/ 127 h 142"/>
                <a:gd name="T54" fmla="*/ 50 w 124"/>
                <a:gd name="T55" fmla="*/ 118 h 142"/>
                <a:gd name="T56" fmla="*/ 51 w 124"/>
                <a:gd name="T57" fmla="*/ 113 h 142"/>
                <a:gd name="T58" fmla="*/ 46 w 124"/>
                <a:gd name="T59" fmla="*/ 109 h 142"/>
                <a:gd name="T60" fmla="*/ 44 w 124"/>
                <a:gd name="T61" fmla="*/ 106 h 142"/>
                <a:gd name="T62" fmla="*/ 40 w 124"/>
                <a:gd name="T63" fmla="*/ 102 h 142"/>
                <a:gd name="T64" fmla="*/ 39 w 124"/>
                <a:gd name="T65" fmla="*/ 95 h 142"/>
                <a:gd name="T66" fmla="*/ 30 w 124"/>
                <a:gd name="T67" fmla="*/ 87 h 142"/>
                <a:gd name="T68" fmla="*/ 28 w 124"/>
                <a:gd name="T69" fmla="*/ 87 h 142"/>
                <a:gd name="T70" fmla="*/ 24 w 124"/>
                <a:gd name="T71" fmla="*/ 87 h 142"/>
                <a:gd name="T72" fmla="*/ 20 w 124"/>
                <a:gd name="T73" fmla="*/ 84 h 142"/>
                <a:gd name="T74" fmla="*/ 17 w 124"/>
                <a:gd name="T75" fmla="*/ 80 h 142"/>
                <a:gd name="T76" fmla="*/ 9 w 124"/>
                <a:gd name="T77" fmla="*/ 69 h 142"/>
                <a:gd name="T78" fmla="*/ 6 w 124"/>
                <a:gd name="T79" fmla="*/ 62 h 142"/>
                <a:gd name="T80" fmla="*/ 2 w 124"/>
                <a:gd name="T81" fmla="*/ 56 h 142"/>
                <a:gd name="T82" fmla="*/ 4 w 124"/>
                <a:gd name="T83" fmla="*/ 51 h 142"/>
                <a:gd name="T84" fmla="*/ 13 w 124"/>
                <a:gd name="T85" fmla="*/ 51 h 142"/>
                <a:gd name="T86" fmla="*/ 17 w 124"/>
                <a:gd name="T87" fmla="*/ 51 h 142"/>
                <a:gd name="T88" fmla="*/ 28 w 124"/>
                <a:gd name="T89" fmla="*/ 51 h 142"/>
                <a:gd name="T90" fmla="*/ 39 w 124"/>
                <a:gd name="T91" fmla="*/ 47 h 142"/>
                <a:gd name="T92" fmla="*/ 46 w 124"/>
                <a:gd name="T93" fmla="*/ 46 h 142"/>
                <a:gd name="T94" fmla="*/ 50 w 124"/>
                <a:gd name="T95" fmla="*/ 35 h 142"/>
                <a:gd name="T96" fmla="*/ 51 w 124"/>
                <a:gd name="T97" fmla="*/ 29 h 142"/>
                <a:gd name="T98" fmla="*/ 55 w 124"/>
                <a:gd name="T99" fmla="*/ 25 h 142"/>
                <a:gd name="T100" fmla="*/ 60 w 124"/>
                <a:gd name="T101" fmla="*/ 22 h 142"/>
                <a:gd name="T102" fmla="*/ 62 w 124"/>
                <a:gd name="T103" fmla="*/ 15 h 142"/>
                <a:gd name="T104" fmla="*/ 70 w 124"/>
                <a:gd name="T105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4" h="142">
                  <a:moveTo>
                    <a:pt x="86" y="0"/>
                  </a:moveTo>
                  <a:lnTo>
                    <a:pt x="84" y="13"/>
                  </a:lnTo>
                  <a:lnTo>
                    <a:pt x="84" y="13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4" y="20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5" y="24"/>
                  </a:lnTo>
                  <a:lnTo>
                    <a:pt x="119" y="27"/>
                  </a:lnTo>
                  <a:lnTo>
                    <a:pt x="119" y="27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8"/>
                  </a:lnTo>
                  <a:lnTo>
                    <a:pt x="119" y="40"/>
                  </a:lnTo>
                  <a:lnTo>
                    <a:pt x="117" y="44"/>
                  </a:lnTo>
                  <a:lnTo>
                    <a:pt x="117" y="44"/>
                  </a:lnTo>
                  <a:lnTo>
                    <a:pt x="117" y="49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4" y="64"/>
                  </a:lnTo>
                  <a:lnTo>
                    <a:pt x="124" y="64"/>
                  </a:lnTo>
                  <a:lnTo>
                    <a:pt x="121" y="69"/>
                  </a:lnTo>
                  <a:lnTo>
                    <a:pt x="121" y="69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1" y="80"/>
                  </a:lnTo>
                  <a:lnTo>
                    <a:pt x="121" y="82"/>
                  </a:lnTo>
                  <a:lnTo>
                    <a:pt x="121" y="84"/>
                  </a:lnTo>
                  <a:lnTo>
                    <a:pt x="121" y="84"/>
                  </a:lnTo>
                  <a:lnTo>
                    <a:pt x="119" y="87"/>
                  </a:lnTo>
                  <a:lnTo>
                    <a:pt x="119" y="89"/>
                  </a:lnTo>
                  <a:lnTo>
                    <a:pt x="119" y="91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8"/>
                  </a:lnTo>
                  <a:lnTo>
                    <a:pt x="119" y="100"/>
                  </a:lnTo>
                  <a:lnTo>
                    <a:pt x="119" y="104"/>
                  </a:lnTo>
                  <a:lnTo>
                    <a:pt x="119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117" y="111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9" y="115"/>
                  </a:lnTo>
                  <a:lnTo>
                    <a:pt x="121" y="115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7"/>
                  </a:lnTo>
                  <a:lnTo>
                    <a:pt x="113" y="127"/>
                  </a:lnTo>
                  <a:lnTo>
                    <a:pt x="102" y="142"/>
                  </a:lnTo>
                  <a:lnTo>
                    <a:pt x="102" y="142"/>
                  </a:lnTo>
                  <a:lnTo>
                    <a:pt x="101" y="140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88" y="138"/>
                  </a:lnTo>
                  <a:lnTo>
                    <a:pt x="88" y="137"/>
                  </a:lnTo>
                  <a:lnTo>
                    <a:pt x="88" y="137"/>
                  </a:lnTo>
                  <a:lnTo>
                    <a:pt x="82" y="137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8"/>
                  </a:lnTo>
                  <a:lnTo>
                    <a:pt x="73" y="138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5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59" y="131"/>
                  </a:lnTo>
                  <a:lnTo>
                    <a:pt x="55" y="129"/>
                  </a:lnTo>
                  <a:lnTo>
                    <a:pt x="55" y="129"/>
                  </a:lnTo>
                  <a:lnTo>
                    <a:pt x="53" y="127"/>
                  </a:lnTo>
                  <a:lnTo>
                    <a:pt x="51" y="127"/>
                  </a:lnTo>
                  <a:lnTo>
                    <a:pt x="50" y="127"/>
                  </a:lnTo>
                  <a:lnTo>
                    <a:pt x="50" y="126"/>
                  </a:lnTo>
                  <a:lnTo>
                    <a:pt x="50" y="126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51" y="111"/>
                  </a:lnTo>
                  <a:lnTo>
                    <a:pt x="50" y="111"/>
                  </a:lnTo>
                  <a:lnTo>
                    <a:pt x="46" y="109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5" y="93"/>
                  </a:lnTo>
                  <a:lnTo>
                    <a:pt x="31" y="89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7" y="80"/>
                  </a:lnTo>
                  <a:lnTo>
                    <a:pt x="13" y="76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9" y="66"/>
                  </a:lnTo>
                  <a:lnTo>
                    <a:pt x="8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60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4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3" y="51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33" y="49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4" y="46"/>
                  </a:lnTo>
                  <a:lnTo>
                    <a:pt x="46" y="46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0" y="35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60" y="22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2" y="15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0" y="9"/>
                  </a:lnTo>
                  <a:lnTo>
                    <a:pt x="73" y="7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7003B859-B744-4070-9492-A16F0051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255" y="4301008"/>
              <a:ext cx="269907" cy="283254"/>
            </a:xfrm>
            <a:custGeom>
              <a:avLst/>
              <a:gdLst>
                <a:gd name="T0" fmla="*/ 42 w 182"/>
                <a:gd name="T1" fmla="*/ 184 h 191"/>
                <a:gd name="T2" fmla="*/ 49 w 182"/>
                <a:gd name="T3" fmla="*/ 189 h 191"/>
                <a:gd name="T4" fmla="*/ 58 w 182"/>
                <a:gd name="T5" fmla="*/ 189 h 191"/>
                <a:gd name="T6" fmla="*/ 66 w 182"/>
                <a:gd name="T7" fmla="*/ 189 h 191"/>
                <a:gd name="T8" fmla="*/ 77 w 182"/>
                <a:gd name="T9" fmla="*/ 189 h 191"/>
                <a:gd name="T10" fmla="*/ 88 w 182"/>
                <a:gd name="T11" fmla="*/ 185 h 191"/>
                <a:gd name="T12" fmla="*/ 99 w 182"/>
                <a:gd name="T13" fmla="*/ 182 h 191"/>
                <a:gd name="T14" fmla="*/ 100 w 182"/>
                <a:gd name="T15" fmla="*/ 167 h 191"/>
                <a:gd name="T16" fmla="*/ 106 w 182"/>
                <a:gd name="T17" fmla="*/ 162 h 191"/>
                <a:gd name="T18" fmla="*/ 109 w 182"/>
                <a:gd name="T19" fmla="*/ 156 h 191"/>
                <a:gd name="T20" fmla="*/ 119 w 182"/>
                <a:gd name="T21" fmla="*/ 147 h 191"/>
                <a:gd name="T22" fmla="*/ 135 w 182"/>
                <a:gd name="T23" fmla="*/ 138 h 191"/>
                <a:gd name="T24" fmla="*/ 166 w 182"/>
                <a:gd name="T25" fmla="*/ 116 h 191"/>
                <a:gd name="T26" fmla="*/ 164 w 182"/>
                <a:gd name="T27" fmla="*/ 105 h 191"/>
                <a:gd name="T28" fmla="*/ 166 w 182"/>
                <a:gd name="T29" fmla="*/ 96 h 191"/>
                <a:gd name="T30" fmla="*/ 168 w 182"/>
                <a:gd name="T31" fmla="*/ 83 h 191"/>
                <a:gd name="T32" fmla="*/ 179 w 182"/>
                <a:gd name="T33" fmla="*/ 74 h 191"/>
                <a:gd name="T34" fmla="*/ 173 w 182"/>
                <a:gd name="T35" fmla="*/ 69 h 191"/>
                <a:gd name="T36" fmla="*/ 171 w 182"/>
                <a:gd name="T37" fmla="*/ 58 h 191"/>
                <a:gd name="T38" fmla="*/ 179 w 182"/>
                <a:gd name="T39" fmla="*/ 51 h 191"/>
                <a:gd name="T40" fmla="*/ 182 w 182"/>
                <a:gd name="T41" fmla="*/ 41 h 191"/>
                <a:gd name="T42" fmla="*/ 181 w 182"/>
                <a:gd name="T43" fmla="*/ 30 h 191"/>
                <a:gd name="T44" fmla="*/ 175 w 182"/>
                <a:gd name="T45" fmla="*/ 21 h 191"/>
                <a:gd name="T46" fmla="*/ 166 w 182"/>
                <a:gd name="T47" fmla="*/ 18 h 191"/>
                <a:gd name="T48" fmla="*/ 157 w 182"/>
                <a:gd name="T49" fmla="*/ 12 h 191"/>
                <a:gd name="T50" fmla="*/ 150 w 182"/>
                <a:gd name="T51" fmla="*/ 3 h 191"/>
                <a:gd name="T52" fmla="*/ 150 w 182"/>
                <a:gd name="T53" fmla="*/ 9 h 191"/>
                <a:gd name="T54" fmla="*/ 139 w 182"/>
                <a:gd name="T55" fmla="*/ 7 h 191"/>
                <a:gd name="T56" fmla="*/ 109 w 182"/>
                <a:gd name="T57" fmla="*/ 7 h 191"/>
                <a:gd name="T58" fmla="*/ 97 w 182"/>
                <a:gd name="T59" fmla="*/ 21 h 191"/>
                <a:gd name="T60" fmla="*/ 97 w 182"/>
                <a:gd name="T61" fmla="*/ 27 h 191"/>
                <a:gd name="T62" fmla="*/ 99 w 182"/>
                <a:gd name="T63" fmla="*/ 36 h 191"/>
                <a:gd name="T64" fmla="*/ 100 w 182"/>
                <a:gd name="T65" fmla="*/ 45 h 191"/>
                <a:gd name="T66" fmla="*/ 106 w 182"/>
                <a:gd name="T67" fmla="*/ 61 h 191"/>
                <a:gd name="T68" fmla="*/ 117 w 182"/>
                <a:gd name="T69" fmla="*/ 69 h 191"/>
                <a:gd name="T70" fmla="*/ 122 w 182"/>
                <a:gd name="T71" fmla="*/ 71 h 191"/>
                <a:gd name="T72" fmla="*/ 124 w 182"/>
                <a:gd name="T73" fmla="*/ 87 h 191"/>
                <a:gd name="T74" fmla="*/ 111 w 182"/>
                <a:gd name="T75" fmla="*/ 91 h 191"/>
                <a:gd name="T76" fmla="*/ 111 w 182"/>
                <a:gd name="T77" fmla="*/ 80 h 191"/>
                <a:gd name="T78" fmla="*/ 104 w 182"/>
                <a:gd name="T79" fmla="*/ 74 h 191"/>
                <a:gd name="T80" fmla="*/ 97 w 182"/>
                <a:gd name="T81" fmla="*/ 69 h 191"/>
                <a:gd name="T82" fmla="*/ 91 w 182"/>
                <a:gd name="T83" fmla="*/ 63 h 191"/>
                <a:gd name="T84" fmla="*/ 88 w 182"/>
                <a:gd name="T85" fmla="*/ 60 h 191"/>
                <a:gd name="T86" fmla="*/ 82 w 182"/>
                <a:gd name="T87" fmla="*/ 60 h 191"/>
                <a:gd name="T88" fmla="*/ 62 w 182"/>
                <a:gd name="T89" fmla="*/ 63 h 191"/>
                <a:gd name="T90" fmla="*/ 58 w 182"/>
                <a:gd name="T91" fmla="*/ 61 h 191"/>
                <a:gd name="T92" fmla="*/ 55 w 182"/>
                <a:gd name="T93" fmla="*/ 52 h 191"/>
                <a:gd name="T94" fmla="*/ 48 w 182"/>
                <a:gd name="T95" fmla="*/ 56 h 191"/>
                <a:gd name="T96" fmla="*/ 44 w 182"/>
                <a:gd name="T97" fmla="*/ 43 h 191"/>
                <a:gd name="T98" fmla="*/ 38 w 182"/>
                <a:gd name="T99" fmla="*/ 58 h 191"/>
                <a:gd name="T100" fmla="*/ 35 w 182"/>
                <a:gd name="T101" fmla="*/ 67 h 191"/>
                <a:gd name="T102" fmla="*/ 35 w 182"/>
                <a:gd name="T103" fmla="*/ 82 h 191"/>
                <a:gd name="T104" fmla="*/ 2 w 182"/>
                <a:gd name="T105" fmla="*/ 154 h 191"/>
                <a:gd name="T106" fmla="*/ 13 w 182"/>
                <a:gd name="T107" fmla="*/ 173 h 191"/>
                <a:gd name="T108" fmla="*/ 18 w 182"/>
                <a:gd name="T109" fmla="*/ 18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2" h="191">
                  <a:moveTo>
                    <a:pt x="22" y="185"/>
                  </a:moveTo>
                  <a:lnTo>
                    <a:pt x="38" y="184"/>
                  </a:lnTo>
                  <a:lnTo>
                    <a:pt x="38" y="184"/>
                  </a:lnTo>
                  <a:lnTo>
                    <a:pt x="42" y="184"/>
                  </a:lnTo>
                  <a:lnTo>
                    <a:pt x="44" y="184"/>
                  </a:lnTo>
                  <a:lnTo>
                    <a:pt x="46" y="185"/>
                  </a:lnTo>
                  <a:lnTo>
                    <a:pt x="46" y="185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53" y="189"/>
                  </a:lnTo>
                  <a:lnTo>
                    <a:pt x="58" y="189"/>
                  </a:lnTo>
                  <a:lnTo>
                    <a:pt x="58" y="189"/>
                  </a:lnTo>
                  <a:lnTo>
                    <a:pt x="62" y="189"/>
                  </a:lnTo>
                  <a:lnTo>
                    <a:pt x="66" y="191"/>
                  </a:lnTo>
                  <a:lnTo>
                    <a:pt x="66" y="189"/>
                  </a:lnTo>
                  <a:lnTo>
                    <a:pt x="66" y="189"/>
                  </a:lnTo>
                  <a:lnTo>
                    <a:pt x="69" y="187"/>
                  </a:lnTo>
                  <a:lnTo>
                    <a:pt x="71" y="187"/>
                  </a:lnTo>
                  <a:lnTo>
                    <a:pt x="77" y="189"/>
                  </a:lnTo>
                  <a:lnTo>
                    <a:pt x="77" y="189"/>
                  </a:lnTo>
                  <a:lnTo>
                    <a:pt x="82" y="187"/>
                  </a:lnTo>
                  <a:lnTo>
                    <a:pt x="88" y="185"/>
                  </a:lnTo>
                  <a:lnTo>
                    <a:pt x="88" y="185"/>
                  </a:lnTo>
                  <a:lnTo>
                    <a:pt x="93" y="184"/>
                  </a:lnTo>
                  <a:lnTo>
                    <a:pt x="95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9" y="173"/>
                  </a:lnTo>
                  <a:lnTo>
                    <a:pt x="100" y="169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2" y="165"/>
                  </a:lnTo>
                  <a:lnTo>
                    <a:pt x="104" y="163"/>
                  </a:lnTo>
                  <a:lnTo>
                    <a:pt x="104" y="163"/>
                  </a:lnTo>
                  <a:lnTo>
                    <a:pt x="106" y="162"/>
                  </a:lnTo>
                  <a:lnTo>
                    <a:pt x="106" y="162"/>
                  </a:lnTo>
                  <a:lnTo>
                    <a:pt x="109" y="160"/>
                  </a:lnTo>
                  <a:lnTo>
                    <a:pt x="109" y="156"/>
                  </a:lnTo>
                  <a:lnTo>
                    <a:pt x="109" y="156"/>
                  </a:lnTo>
                  <a:lnTo>
                    <a:pt x="111" y="153"/>
                  </a:lnTo>
                  <a:lnTo>
                    <a:pt x="115" y="151"/>
                  </a:lnTo>
                  <a:lnTo>
                    <a:pt x="115" y="151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35" y="140"/>
                  </a:lnTo>
                  <a:lnTo>
                    <a:pt x="135" y="138"/>
                  </a:lnTo>
                  <a:lnTo>
                    <a:pt x="135" y="138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0" y="129"/>
                  </a:lnTo>
                  <a:lnTo>
                    <a:pt x="166" y="116"/>
                  </a:lnTo>
                  <a:lnTo>
                    <a:pt x="166" y="116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5"/>
                  </a:lnTo>
                  <a:lnTo>
                    <a:pt x="166" y="102"/>
                  </a:lnTo>
                  <a:lnTo>
                    <a:pt x="166" y="100"/>
                  </a:lnTo>
                  <a:lnTo>
                    <a:pt x="166" y="96"/>
                  </a:lnTo>
                  <a:lnTo>
                    <a:pt x="166" y="96"/>
                  </a:lnTo>
                  <a:lnTo>
                    <a:pt x="166" y="89"/>
                  </a:lnTo>
                  <a:lnTo>
                    <a:pt x="166" y="85"/>
                  </a:lnTo>
                  <a:lnTo>
                    <a:pt x="168" y="83"/>
                  </a:lnTo>
                  <a:lnTo>
                    <a:pt x="168" y="83"/>
                  </a:lnTo>
                  <a:lnTo>
                    <a:pt x="175" y="80"/>
                  </a:lnTo>
                  <a:lnTo>
                    <a:pt x="177" y="76"/>
                  </a:lnTo>
                  <a:lnTo>
                    <a:pt x="179" y="74"/>
                  </a:lnTo>
                  <a:lnTo>
                    <a:pt x="179" y="74"/>
                  </a:lnTo>
                  <a:lnTo>
                    <a:pt x="177" y="71"/>
                  </a:lnTo>
                  <a:lnTo>
                    <a:pt x="175" y="71"/>
                  </a:lnTo>
                  <a:lnTo>
                    <a:pt x="173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3" y="63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3" y="54"/>
                  </a:lnTo>
                  <a:lnTo>
                    <a:pt x="175" y="54"/>
                  </a:lnTo>
                  <a:lnTo>
                    <a:pt x="177" y="52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1" y="38"/>
                  </a:lnTo>
                  <a:lnTo>
                    <a:pt x="181" y="34"/>
                  </a:lnTo>
                  <a:lnTo>
                    <a:pt x="181" y="30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7" y="2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0" y="20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62" y="14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7" y="12"/>
                  </a:lnTo>
                  <a:lnTo>
                    <a:pt x="157" y="9"/>
                  </a:lnTo>
                  <a:lnTo>
                    <a:pt x="159" y="5"/>
                  </a:lnTo>
                  <a:lnTo>
                    <a:pt x="159" y="5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1" y="5"/>
                  </a:lnTo>
                  <a:lnTo>
                    <a:pt x="151" y="7"/>
                  </a:lnTo>
                  <a:lnTo>
                    <a:pt x="150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0" y="9"/>
                  </a:lnTo>
                  <a:lnTo>
                    <a:pt x="139" y="7"/>
                  </a:lnTo>
                  <a:lnTo>
                    <a:pt x="137" y="3"/>
                  </a:lnTo>
                  <a:lnTo>
                    <a:pt x="135" y="0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99" y="18"/>
                  </a:lnTo>
                  <a:lnTo>
                    <a:pt x="97" y="21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7"/>
                  </a:lnTo>
                  <a:lnTo>
                    <a:pt x="97" y="27"/>
                  </a:lnTo>
                  <a:lnTo>
                    <a:pt x="97" y="30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99" y="36"/>
                  </a:lnTo>
                  <a:lnTo>
                    <a:pt x="100" y="40"/>
                  </a:lnTo>
                  <a:lnTo>
                    <a:pt x="100" y="41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99" y="52"/>
                  </a:lnTo>
                  <a:lnTo>
                    <a:pt x="99" y="52"/>
                  </a:lnTo>
                  <a:lnTo>
                    <a:pt x="100" y="56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11" y="63"/>
                  </a:lnTo>
                  <a:lnTo>
                    <a:pt x="115" y="65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20" y="72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31" y="69"/>
                  </a:lnTo>
                  <a:lnTo>
                    <a:pt x="131" y="89"/>
                  </a:lnTo>
                  <a:lnTo>
                    <a:pt x="124" y="87"/>
                  </a:lnTo>
                  <a:lnTo>
                    <a:pt x="124" y="87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3" y="91"/>
                  </a:lnTo>
                  <a:lnTo>
                    <a:pt x="111" y="91"/>
                  </a:lnTo>
                  <a:lnTo>
                    <a:pt x="109" y="87"/>
                  </a:lnTo>
                  <a:lnTo>
                    <a:pt x="109" y="87"/>
                  </a:lnTo>
                  <a:lnTo>
                    <a:pt x="111" y="83"/>
                  </a:lnTo>
                  <a:lnTo>
                    <a:pt x="111" y="80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6" y="76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7" y="69"/>
                  </a:lnTo>
                  <a:lnTo>
                    <a:pt x="93" y="67"/>
                  </a:lnTo>
                  <a:lnTo>
                    <a:pt x="91" y="67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84" y="58"/>
                  </a:lnTo>
                  <a:lnTo>
                    <a:pt x="84" y="58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0" y="63"/>
                  </a:lnTo>
                  <a:lnTo>
                    <a:pt x="75" y="63"/>
                  </a:lnTo>
                  <a:lnTo>
                    <a:pt x="75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8" y="63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6"/>
                  </a:lnTo>
                  <a:lnTo>
                    <a:pt x="58" y="56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49" y="56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4" y="43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7" y="51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7" y="63"/>
                  </a:lnTo>
                  <a:lnTo>
                    <a:pt x="35" y="65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5" y="82"/>
                  </a:lnTo>
                  <a:lnTo>
                    <a:pt x="0" y="82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2" y="154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6" y="167"/>
                  </a:lnTo>
                  <a:lnTo>
                    <a:pt x="13" y="173"/>
                  </a:lnTo>
                  <a:lnTo>
                    <a:pt x="13" y="173"/>
                  </a:lnTo>
                  <a:lnTo>
                    <a:pt x="17" y="178"/>
                  </a:lnTo>
                  <a:lnTo>
                    <a:pt x="17" y="182"/>
                  </a:lnTo>
                  <a:lnTo>
                    <a:pt x="18" y="184"/>
                  </a:lnTo>
                  <a:lnTo>
                    <a:pt x="22" y="185"/>
                  </a:lnTo>
                  <a:lnTo>
                    <a:pt x="22" y="18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636275-5F86-4547-A439-D0B60B881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008" y="3887249"/>
              <a:ext cx="470113" cy="548712"/>
            </a:xfrm>
            <a:custGeom>
              <a:avLst/>
              <a:gdLst>
                <a:gd name="T0" fmla="*/ 118 w 317"/>
                <a:gd name="T1" fmla="*/ 7 h 370"/>
                <a:gd name="T2" fmla="*/ 135 w 317"/>
                <a:gd name="T3" fmla="*/ 3 h 370"/>
                <a:gd name="T4" fmla="*/ 169 w 317"/>
                <a:gd name="T5" fmla="*/ 16 h 370"/>
                <a:gd name="T6" fmla="*/ 188 w 317"/>
                <a:gd name="T7" fmla="*/ 11 h 370"/>
                <a:gd name="T8" fmla="*/ 206 w 317"/>
                <a:gd name="T9" fmla="*/ 3 h 370"/>
                <a:gd name="T10" fmla="*/ 219 w 317"/>
                <a:gd name="T11" fmla="*/ 0 h 370"/>
                <a:gd name="T12" fmla="*/ 246 w 317"/>
                <a:gd name="T13" fmla="*/ 2 h 370"/>
                <a:gd name="T14" fmla="*/ 261 w 317"/>
                <a:gd name="T15" fmla="*/ 16 h 370"/>
                <a:gd name="T16" fmla="*/ 277 w 317"/>
                <a:gd name="T17" fmla="*/ 14 h 370"/>
                <a:gd name="T18" fmla="*/ 292 w 317"/>
                <a:gd name="T19" fmla="*/ 27 h 370"/>
                <a:gd name="T20" fmla="*/ 315 w 317"/>
                <a:gd name="T21" fmla="*/ 36 h 370"/>
                <a:gd name="T22" fmla="*/ 313 w 317"/>
                <a:gd name="T23" fmla="*/ 56 h 370"/>
                <a:gd name="T24" fmla="*/ 310 w 317"/>
                <a:gd name="T25" fmla="*/ 74 h 370"/>
                <a:gd name="T26" fmla="*/ 301 w 317"/>
                <a:gd name="T27" fmla="*/ 84 h 370"/>
                <a:gd name="T28" fmla="*/ 286 w 317"/>
                <a:gd name="T29" fmla="*/ 104 h 370"/>
                <a:gd name="T30" fmla="*/ 277 w 317"/>
                <a:gd name="T31" fmla="*/ 124 h 370"/>
                <a:gd name="T32" fmla="*/ 279 w 317"/>
                <a:gd name="T33" fmla="*/ 131 h 370"/>
                <a:gd name="T34" fmla="*/ 275 w 317"/>
                <a:gd name="T35" fmla="*/ 155 h 370"/>
                <a:gd name="T36" fmla="*/ 270 w 317"/>
                <a:gd name="T37" fmla="*/ 166 h 370"/>
                <a:gd name="T38" fmla="*/ 277 w 317"/>
                <a:gd name="T39" fmla="*/ 182 h 370"/>
                <a:gd name="T40" fmla="*/ 273 w 317"/>
                <a:gd name="T41" fmla="*/ 202 h 370"/>
                <a:gd name="T42" fmla="*/ 273 w 317"/>
                <a:gd name="T43" fmla="*/ 228 h 370"/>
                <a:gd name="T44" fmla="*/ 293 w 317"/>
                <a:gd name="T45" fmla="*/ 268 h 370"/>
                <a:gd name="T46" fmla="*/ 251 w 317"/>
                <a:gd name="T47" fmla="*/ 295 h 370"/>
                <a:gd name="T48" fmla="*/ 259 w 317"/>
                <a:gd name="T49" fmla="*/ 306 h 370"/>
                <a:gd name="T50" fmla="*/ 262 w 317"/>
                <a:gd name="T51" fmla="*/ 324 h 370"/>
                <a:gd name="T52" fmla="*/ 279 w 317"/>
                <a:gd name="T53" fmla="*/ 348 h 370"/>
                <a:gd name="T54" fmla="*/ 286 w 317"/>
                <a:gd name="T55" fmla="*/ 366 h 370"/>
                <a:gd name="T56" fmla="*/ 273 w 317"/>
                <a:gd name="T57" fmla="*/ 359 h 370"/>
                <a:gd name="T58" fmla="*/ 259 w 317"/>
                <a:gd name="T59" fmla="*/ 348 h 370"/>
                <a:gd name="T60" fmla="*/ 250 w 317"/>
                <a:gd name="T61" fmla="*/ 339 h 370"/>
                <a:gd name="T62" fmla="*/ 224 w 317"/>
                <a:gd name="T63" fmla="*/ 342 h 370"/>
                <a:gd name="T64" fmla="*/ 215 w 317"/>
                <a:gd name="T65" fmla="*/ 331 h 370"/>
                <a:gd name="T66" fmla="*/ 197 w 317"/>
                <a:gd name="T67" fmla="*/ 324 h 370"/>
                <a:gd name="T68" fmla="*/ 179 w 317"/>
                <a:gd name="T69" fmla="*/ 328 h 370"/>
                <a:gd name="T70" fmla="*/ 169 w 317"/>
                <a:gd name="T71" fmla="*/ 309 h 370"/>
                <a:gd name="T72" fmla="*/ 166 w 317"/>
                <a:gd name="T73" fmla="*/ 291 h 370"/>
                <a:gd name="T74" fmla="*/ 162 w 317"/>
                <a:gd name="T75" fmla="*/ 268 h 370"/>
                <a:gd name="T76" fmla="*/ 157 w 317"/>
                <a:gd name="T77" fmla="*/ 251 h 370"/>
                <a:gd name="T78" fmla="*/ 135 w 317"/>
                <a:gd name="T79" fmla="*/ 246 h 370"/>
                <a:gd name="T80" fmla="*/ 126 w 317"/>
                <a:gd name="T81" fmla="*/ 258 h 370"/>
                <a:gd name="T82" fmla="*/ 115 w 317"/>
                <a:gd name="T83" fmla="*/ 264 h 370"/>
                <a:gd name="T84" fmla="*/ 97 w 317"/>
                <a:gd name="T85" fmla="*/ 253 h 370"/>
                <a:gd name="T86" fmla="*/ 89 w 317"/>
                <a:gd name="T87" fmla="*/ 220 h 370"/>
                <a:gd name="T88" fmla="*/ 22 w 317"/>
                <a:gd name="T89" fmla="*/ 226 h 370"/>
                <a:gd name="T90" fmla="*/ 0 w 317"/>
                <a:gd name="T91" fmla="*/ 217 h 370"/>
                <a:gd name="T92" fmla="*/ 15 w 317"/>
                <a:gd name="T93" fmla="*/ 202 h 370"/>
                <a:gd name="T94" fmla="*/ 25 w 317"/>
                <a:gd name="T95" fmla="*/ 191 h 370"/>
                <a:gd name="T96" fmla="*/ 42 w 317"/>
                <a:gd name="T97" fmla="*/ 186 h 370"/>
                <a:gd name="T98" fmla="*/ 64 w 317"/>
                <a:gd name="T99" fmla="*/ 195 h 370"/>
                <a:gd name="T100" fmla="*/ 75 w 317"/>
                <a:gd name="T101" fmla="*/ 186 h 370"/>
                <a:gd name="T102" fmla="*/ 82 w 317"/>
                <a:gd name="T103" fmla="*/ 166 h 370"/>
                <a:gd name="T104" fmla="*/ 80 w 317"/>
                <a:gd name="T105" fmla="*/ 142 h 370"/>
                <a:gd name="T106" fmla="*/ 95 w 317"/>
                <a:gd name="T107" fmla="*/ 111 h 370"/>
                <a:gd name="T108" fmla="*/ 97 w 317"/>
                <a:gd name="T109" fmla="*/ 80 h 370"/>
                <a:gd name="T110" fmla="*/ 106 w 317"/>
                <a:gd name="T111" fmla="*/ 51 h 370"/>
                <a:gd name="T112" fmla="*/ 273 w 317"/>
                <a:gd name="T113" fmla="*/ 16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7" h="370">
                  <a:moveTo>
                    <a:pt x="107" y="36"/>
                  </a:moveTo>
                  <a:lnTo>
                    <a:pt x="109" y="20"/>
                  </a:lnTo>
                  <a:lnTo>
                    <a:pt x="109" y="20"/>
                  </a:lnTo>
                  <a:lnTo>
                    <a:pt x="113" y="18"/>
                  </a:lnTo>
                  <a:lnTo>
                    <a:pt x="117" y="14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8" y="7"/>
                  </a:lnTo>
                  <a:lnTo>
                    <a:pt x="118" y="5"/>
                  </a:lnTo>
                  <a:lnTo>
                    <a:pt x="122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5" y="3"/>
                  </a:lnTo>
                  <a:lnTo>
                    <a:pt x="135" y="3"/>
                  </a:lnTo>
                  <a:lnTo>
                    <a:pt x="142" y="7"/>
                  </a:lnTo>
                  <a:lnTo>
                    <a:pt x="146" y="13"/>
                  </a:lnTo>
                  <a:lnTo>
                    <a:pt x="146" y="13"/>
                  </a:lnTo>
                  <a:lnTo>
                    <a:pt x="153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3"/>
                  </a:lnTo>
                  <a:lnTo>
                    <a:pt x="180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6" y="9"/>
                  </a:lnTo>
                  <a:lnTo>
                    <a:pt x="188" y="11"/>
                  </a:lnTo>
                  <a:lnTo>
                    <a:pt x="189" y="13"/>
                  </a:lnTo>
                  <a:lnTo>
                    <a:pt x="193" y="13"/>
                  </a:lnTo>
                  <a:lnTo>
                    <a:pt x="193" y="13"/>
                  </a:lnTo>
                  <a:lnTo>
                    <a:pt x="202" y="11"/>
                  </a:lnTo>
                  <a:lnTo>
                    <a:pt x="202" y="11"/>
                  </a:lnTo>
                  <a:lnTo>
                    <a:pt x="202" y="7"/>
                  </a:lnTo>
                  <a:lnTo>
                    <a:pt x="202" y="5"/>
                  </a:lnTo>
                  <a:lnTo>
                    <a:pt x="206" y="3"/>
                  </a:lnTo>
                  <a:lnTo>
                    <a:pt x="206" y="3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10" y="7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15" y="2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5" y="0"/>
                  </a:lnTo>
                  <a:lnTo>
                    <a:pt x="235" y="2"/>
                  </a:lnTo>
                  <a:lnTo>
                    <a:pt x="235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46" y="2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3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7" y="18"/>
                  </a:lnTo>
                  <a:lnTo>
                    <a:pt x="259" y="18"/>
                  </a:lnTo>
                  <a:lnTo>
                    <a:pt x="261" y="16"/>
                  </a:lnTo>
                  <a:lnTo>
                    <a:pt x="261" y="13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4" y="13"/>
                  </a:lnTo>
                  <a:lnTo>
                    <a:pt x="271" y="16"/>
                  </a:lnTo>
                  <a:lnTo>
                    <a:pt x="271" y="16"/>
                  </a:lnTo>
                  <a:lnTo>
                    <a:pt x="275" y="18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9" y="13"/>
                  </a:lnTo>
                  <a:lnTo>
                    <a:pt x="281" y="13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8" y="22"/>
                  </a:lnTo>
                  <a:lnTo>
                    <a:pt x="292" y="27"/>
                  </a:lnTo>
                  <a:lnTo>
                    <a:pt x="292" y="27"/>
                  </a:lnTo>
                  <a:lnTo>
                    <a:pt x="297" y="31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4" y="34"/>
                  </a:lnTo>
                  <a:lnTo>
                    <a:pt x="306" y="34"/>
                  </a:lnTo>
                  <a:lnTo>
                    <a:pt x="308" y="33"/>
                  </a:lnTo>
                  <a:lnTo>
                    <a:pt x="315" y="36"/>
                  </a:lnTo>
                  <a:lnTo>
                    <a:pt x="315" y="36"/>
                  </a:lnTo>
                  <a:lnTo>
                    <a:pt x="317" y="40"/>
                  </a:lnTo>
                  <a:lnTo>
                    <a:pt x="317" y="45"/>
                  </a:lnTo>
                  <a:lnTo>
                    <a:pt x="317" y="45"/>
                  </a:lnTo>
                  <a:lnTo>
                    <a:pt x="312" y="53"/>
                  </a:lnTo>
                  <a:lnTo>
                    <a:pt x="310" y="54"/>
                  </a:lnTo>
                  <a:lnTo>
                    <a:pt x="312" y="56"/>
                  </a:lnTo>
                  <a:lnTo>
                    <a:pt x="312" y="56"/>
                  </a:lnTo>
                  <a:lnTo>
                    <a:pt x="313" y="56"/>
                  </a:lnTo>
                  <a:lnTo>
                    <a:pt x="312" y="58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9"/>
                  </a:lnTo>
                  <a:lnTo>
                    <a:pt x="308" y="7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310" y="74"/>
                  </a:lnTo>
                  <a:lnTo>
                    <a:pt x="312" y="76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4" y="85"/>
                  </a:lnTo>
                  <a:lnTo>
                    <a:pt x="304" y="85"/>
                  </a:lnTo>
                  <a:lnTo>
                    <a:pt x="308" y="80"/>
                  </a:lnTo>
                  <a:lnTo>
                    <a:pt x="308" y="80"/>
                  </a:lnTo>
                  <a:lnTo>
                    <a:pt x="301" y="84"/>
                  </a:lnTo>
                  <a:lnTo>
                    <a:pt x="297" y="87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93"/>
                  </a:lnTo>
                  <a:lnTo>
                    <a:pt x="297" y="96"/>
                  </a:lnTo>
                  <a:lnTo>
                    <a:pt x="290" y="100"/>
                  </a:lnTo>
                  <a:lnTo>
                    <a:pt x="290" y="100"/>
                  </a:lnTo>
                  <a:lnTo>
                    <a:pt x="286" y="104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16"/>
                  </a:lnTo>
                  <a:lnTo>
                    <a:pt x="281" y="125"/>
                  </a:lnTo>
                  <a:lnTo>
                    <a:pt x="281" y="125"/>
                  </a:lnTo>
                  <a:lnTo>
                    <a:pt x="279" y="124"/>
                  </a:lnTo>
                  <a:lnTo>
                    <a:pt x="277" y="124"/>
                  </a:lnTo>
                  <a:lnTo>
                    <a:pt x="277" y="124"/>
                  </a:lnTo>
                  <a:lnTo>
                    <a:pt x="273" y="127"/>
                  </a:lnTo>
                  <a:lnTo>
                    <a:pt x="270" y="131"/>
                  </a:lnTo>
                  <a:lnTo>
                    <a:pt x="270" y="133"/>
                  </a:lnTo>
                  <a:lnTo>
                    <a:pt x="271" y="135"/>
                  </a:lnTo>
                  <a:lnTo>
                    <a:pt x="273" y="136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9" y="131"/>
                  </a:lnTo>
                  <a:lnTo>
                    <a:pt x="279" y="131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3" y="140"/>
                  </a:lnTo>
                  <a:lnTo>
                    <a:pt x="275" y="144"/>
                  </a:lnTo>
                  <a:lnTo>
                    <a:pt x="277" y="147"/>
                  </a:lnTo>
                  <a:lnTo>
                    <a:pt x="277" y="147"/>
                  </a:lnTo>
                  <a:lnTo>
                    <a:pt x="275" y="155"/>
                  </a:lnTo>
                  <a:lnTo>
                    <a:pt x="275" y="155"/>
                  </a:lnTo>
                  <a:lnTo>
                    <a:pt x="271" y="151"/>
                  </a:lnTo>
                  <a:lnTo>
                    <a:pt x="268" y="147"/>
                  </a:lnTo>
                  <a:lnTo>
                    <a:pt x="268" y="147"/>
                  </a:lnTo>
                  <a:lnTo>
                    <a:pt x="264" y="158"/>
                  </a:lnTo>
                  <a:lnTo>
                    <a:pt x="264" y="164"/>
                  </a:lnTo>
                  <a:lnTo>
                    <a:pt x="266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68" y="169"/>
                  </a:lnTo>
                  <a:lnTo>
                    <a:pt x="268" y="169"/>
                  </a:lnTo>
                  <a:lnTo>
                    <a:pt x="270" y="171"/>
                  </a:lnTo>
                  <a:lnTo>
                    <a:pt x="271" y="173"/>
                  </a:lnTo>
                  <a:lnTo>
                    <a:pt x="275" y="173"/>
                  </a:lnTo>
                  <a:lnTo>
                    <a:pt x="279" y="180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5" y="184"/>
                  </a:lnTo>
                  <a:lnTo>
                    <a:pt x="273" y="182"/>
                  </a:lnTo>
                  <a:lnTo>
                    <a:pt x="273" y="182"/>
                  </a:lnTo>
                  <a:lnTo>
                    <a:pt x="270" y="193"/>
                  </a:lnTo>
                  <a:lnTo>
                    <a:pt x="270" y="198"/>
                  </a:lnTo>
                  <a:lnTo>
                    <a:pt x="271" y="202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1" y="206"/>
                  </a:lnTo>
                  <a:lnTo>
                    <a:pt x="271" y="207"/>
                  </a:lnTo>
                  <a:lnTo>
                    <a:pt x="271" y="211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5" y="224"/>
                  </a:lnTo>
                  <a:lnTo>
                    <a:pt x="273" y="228"/>
                  </a:lnTo>
                  <a:lnTo>
                    <a:pt x="271" y="229"/>
                  </a:lnTo>
                  <a:lnTo>
                    <a:pt x="271" y="229"/>
                  </a:lnTo>
                  <a:lnTo>
                    <a:pt x="279" y="251"/>
                  </a:lnTo>
                  <a:lnTo>
                    <a:pt x="293" y="260"/>
                  </a:lnTo>
                  <a:lnTo>
                    <a:pt x="293" y="260"/>
                  </a:lnTo>
                  <a:lnTo>
                    <a:pt x="293" y="264"/>
                  </a:lnTo>
                  <a:lnTo>
                    <a:pt x="293" y="268"/>
                  </a:lnTo>
                  <a:lnTo>
                    <a:pt x="293" y="268"/>
                  </a:lnTo>
                  <a:lnTo>
                    <a:pt x="297" y="279"/>
                  </a:lnTo>
                  <a:lnTo>
                    <a:pt x="271" y="286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62" y="289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5" y="299"/>
                  </a:lnTo>
                  <a:lnTo>
                    <a:pt x="253" y="300"/>
                  </a:lnTo>
                  <a:lnTo>
                    <a:pt x="259" y="300"/>
                  </a:lnTo>
                  <a:lnTo>
                    <a:pt x="259" y="300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9"/>
                  </a:lnTo>
                  <a:lnTo>
                    <a:pt x="261" y="313"/>
                  </a:lnTo>
                  <a:lnTo>
                    <a:pt x="261" y="313"/>
                  </a:lnTo>
                  <a:lnTo>
                    <a:pt x="261" y="315"/>
                  </a:lnTo>
                  <a:lnTo>
                    <a:pt x="262" y="319"/>
                  </a:lnTo>
                  <a:lnTo>
                    <a:pt x="262" y="320"/>
                  </a:lnTo>
                  <a:lnTo>
                    <a:pt x="262" y="324"/>
                  </a:lnTo>
                  <a:lnTo>
                    <a:pt x="262" y="324"/>
                  </a:lnTo>
                  <a:lnTo>
                    <a:pt x="261" y="331"/>
                  </a:lnTo>
                  <a:lnTo>
                    <a:pt x="261" y="331"/>
                  </a:lnTo>
                  <a:lnTo>
                    <a:pt x="262" y="335"/>
                  </a:lnTo>
                  <a:lnTo>
                    <a:pt x="268" y="340"/>
                  </a:lnTo>
                  <a:lnTo>
                    <a:pt x="268" y="340"/>
                  </a:lnTo>
                  <a:lnTo>
                    <a:pt x="273" y="342"/>
                  </a:lnTo>
                  <a:lnTo>
                    <a:pt x="277" y="344"/>
                  </a:lnTo>
                  <a:lnTo>
                    <a:pt x="279" y="348"/>
                  </a:lnTo>
                  <a:lnTo>
                    <a:pt x="279" y="348"/>
                  </a:lnTo>
                  <a:lnTo>
                    <a:pt x="282" y="351"/>
                  </a:lnTo>
                  <a:lnTo>
                    <a:pt x="284" y="350"/>
                  </a:lnTo>
                  <a:lnTo>
                    <a:pt x="284" y="350"/>
                  </a:lnTo>
                  <a:lnTo>
                    <a:pt x="293" y="348"/>
                  </a:lnTo>
                  <a:lnTo>
                    <a:pt x="293" y="368"/>
                  </a:lnTo>
                  <a:lnTo>
                    <a:pt x="286" y="366"/>
                  </a:lnTo>
                  <a:lnTo>
                    <a:pt x="286" y="366"/>
                  </a:lnTo>
                  <a:lnTo>
                    <a:pt x="281" y="368"/>
                  </a:lnTo>
                  <a:lnTo>
                    <a:pt x="281" y="368"/>
                  </a:lnTo>
                  <a:lnTo>
                    <a:pt x="275" y="370"/>
                  </a:lnTo>
                  <a:lnTo>
                    <a:pt x="273" y="370"/>
                  </a:lnTo>
                  <a:lnTo>
                    <a:pt x="271" y="366"/>
                  </a:lnTo>
                  <a:lnTo>
                    <a:pt x="271" y="366"/>
                  </a:lnTo>
                  <a:lnTo>
                    <a:pt x="273" y="362"/>
                  </a:lnTo>
                  <a:lnTo>
                    <a:pt x="273" y="359"/>
                  </a:lnTo>
                  <a:lnTo>
                    <a:pt x="271" y="357"/>
                  </a:lnTo>
                  <a:lnTo>
                    <a:pt x="271" y="357"/>
                  </a:lnTo>
                  <a:lnTo>
                    <a:pt x="268" y="355"/>
                  </a:lnTo>
                  <a:lnTo>
                    <a:pt x="266" y="353"/>
                  </a:lnTo>
                  <a:lnTo>
                    <a:pt x="262" y="353"/>
                  </a:lnTo>
                  <a:lnTo>
                    <a:pt x="261" y="351"/>
                  </a:lnTo>
                  <a:lnTo>
                    <a:pt x="261" y="351"/>
                  </a:lnTo>
                  <a:lnTo>
                    <a:pt x="259" y="348"/>
                  </a:lnTo>
                  <a:lnTo>
                    <a:pt x="255" y="346"/>
                  </a:lnTo>
                  <a:lnTo>
                    <a:pt x="253" y="346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39"/>
                  </a:lnTo>
                  <a:lnTo>
                    <a:pt x="251" y="339"/>
                  </a:lnTo>
                  <a:lnTo>
                    <a:pt x="250" y="339"/>
                  </a:lnTo>
                  <a:lnTo>
                    <a:pt x="250" y="339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9"/>
                  </a:lnTo>
                  <a:lnTo>
                    <a:pt x="244" y="339"/>
                  </a:lnTo>
                  <a:lnTo>
                    <a:pt x="242" y="342"/>
                  </a:lnTo>
                  <a:lnTo>
                    <a:pt x="237" y="342"/>
                  </a:lnTo>
                  <a:lnTo>
                    <a:pt x="224" y="342"/>
                  </a:lnTo>
                  <a:lnTo>
                    <a:pt x="224" y="342"/>
                  </a:lnTo>
                  <a:lnTo>
                    <a:pt x="220" y="342"/>
                  </a:lnTo>
                  <a:lnTo>
                    <a:pt x="220" y="340"/>
                  </a:lnTo>
                  <a:lnTo>
                    <a:pt x="220" y="340"/>
                  </a:lnTo>
                  <a:lnTo>
                    <a:pt x="220" y="335"/>
                  </a:lnTo>
                  <a:lnTo>
                    <a:pt x="220" y="335"/>
                  </a:lnTo>
                  <a:lnTo>
                    <a:pt x="219" y="331"/>
                  </a:lnTo>
                  <a:lnTo>
                    <a:pt x="217" y="331"/>
                  </a:lnTo>
                  <a:lnTo>
                    <a:pt x="215" y="331"/>
                  </a:lnTo>
                  <a:lnTo>
                    <a:pt x="215" y="331"/>
                  </a:lnTo>
                  <a:lnTo>
                    <a:pt x="211" y="335"/>
                  </a:lnTo>
                  <a:lnTo>
                    <a:pt x="210" y="335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26"/>
                  </a:lnTo>
                  <a:lnTo>
                    <a:pt x="206" y="322"/>
                  </a:lnTo>
                  <a:lnTo>
                    <a:pt x="197" y="324"/>
                  </a:lnTo>
                  <a:lnTo>
                    <a:pt x="197" y="324"/>
                  </a:lnTo>
                  <a:lnTo>
                    <a:pt x="186" y="324"/>
                  </a:lnTo>
                  <a:lnTo>
                    <a:pt x="186" y="324"/>
                  </a:lnTo>
                  <a:lnTo>
                    <a:pt x="182" y="324"/>
                  </a:lnTo>
                  <a:lnTo>
                    <a:pt x="180" y="324"/>
                  </a:lnTo>
                  <a:lnTo>
                    <a:pt x="180" y="326"/>
                  </a:lnTo>
                  <a:lnTo>
                    <a:pt x="180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1" y="326"/>
                  </a:lnTo>
                  <a:lnTo>
                    <a:pt x="171" y="326"/>
                  </a:lnTo>
                  <a:lnTo>
                    <a:pt x="169" y="322"/>
                  </a:lnTo>
                  <a:lnTo>
                    <a:pt x="169" y="320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69" y="309"/>
                  </a:lnTo>
                  <a:lnTo>
                    <a:pt x="169" y="306"/>
                  </a:lnTo>
                  <a:lnTo>
                    <a:pt x="169" y="306"/>
                  </a:lnTo>
                  <a:lnTo>
                    <a:pt x="171" y="300"/>
                  </a:lnTo>
                  <a:lnTo>
                    <a:pt x="169" y="299"/>
                  </a:lnTo>
                  <a:lnTo>
                    <a:pt x="168" y="297"/>
                  </a:lnTo>
                  <a:lnTo>
                    <a:pt x="168" y="297"/>
                  </a:lnTo>
                  <a:lnTo>
                    <a:pt x="166" y="295"/>
                  </a:lnTo>
                  <a:lnTo>
                    <a:pt x="166" y="291"/>
                  </a:lnTo>
                  <a:lnTo>
                    <a:pt x="166" y="289"/>
                  </a:lnTo>
                  <a:lnTo>
                    <a:pt x="166" y="286"/>
                  </a:lnTo>
                  <a:lnTo>
                    <a:pt x="166" y="286"/>
                  </a:lnTo>
                  <a:lnTo>
                    <a:pt x="164" y="282"/>
                  </a:lnTo>
                  <a:lnTo>
                    <a:pt x="162" y="277"/>
                  </a:lnTo>
                  <a:lnTo>
                    <a:pt x="162" y="277"/>
                  </a:lnTo>
                  <a:lnTo>
                    <a:pt x="162" y="269"/>
                  </a:lnTo>
                  <a:lnTo>
                    <a:pt x="162" y="268"/>
                  </a:lnTo>
                  <a:lnTo>
                    <a:pt x="160" y="266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0" y="255"/>
                  </a:lnTo>
                  <a:lnTo>
                    <a:pt x="160" y="255"/>
                  </a:lnTo>
                  <a:lnTo>
                    <a:pt x="159" y="253"/>
                  </a:lnTo>
                  <a:lnTo>
                    <a:pt x="157" y="251"/>
                  </a:lnTo>
                  <a:lnTo>
                    <a:pt x="151" y="251"/>
                  </a:lnTo>
                  <a:lnTo>
                    <a:pt x="146" y="251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4" y="246"/>
                  </a:lnTo>
                  <a:lnTo>
                    <a:pt x="142" y="246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29" y="244"/>
                  </a:lnTo>
                  <a:lnTo>
                    <a:pt x="128" y="244"/>
                  </a:lnTo>
                  <a:lnTo>
                    <a:pt x="126" y="246"/>
                  </a:lnTo>
                  <a:lnTo>
                    <a:pt x="126" y="246"/>
                  </a:lnTo>
                  <a:lnTo>
                    <a:pt x="124" y="249"/>
                  </a:lnTo>
                  <a:lnTo>
                    <a:pt x="124" y="253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0" y="260"/>
                  </a:lnTo>
                  <a:lnTo>
                    <a:pt x="120" y="260"/>
                  </a:lnTo>
                  <a:lnTo>
                    <a:pt x="118" y="260"/>
                  </a:lnTo>
                  <a:lnTo>
                    <a:pt x="117" y="262"/>
                  </a:lnTo>
                  <a:lnTo>
                    <a:pt x="115" y="264"/>
                  </a:lnTo>
                  <a:lnTo>
                    <a:pt x="111" y="264"/>
                  </a:lnTo>
                  <a:lnTo>
                    <a:pt x="111" y="264"/>
                  </a:lnTo>
                  <a:lnTo>
                    <a:pt x="106" y="266"/>
                  </a:lnTo>
                  <a:lnTo>
                    <a:pt x="104" y="264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98" y="258"/>
                  </a:lnTo>
                  <a:lnTo>
                    <a:pt x="97" y="253"/>
                  </a:lnTo>
                  <a:lnTo>
                    <a:pt x="97" y="253"/>
                  </a:lnTo>
                  <a:lnTo>
                    <a:pt x="95" y="248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3" y="237"/>
                  </a:lnTo>
                  <a:lnTo>
                    <a:pt x="93" y="231"/>
                  </a:lnTo>
                  <a:lnTo>
                    <a:pt x="93" y="231"/>
                  </a:lnTo>
                  <a:lnTo>
                    <a:pt x="89" y="220"/>
                  </a:lnTo>
                  <a:lnTo>
                    <a:pt x="58" y="222"/>
                  </a:lnTo>
                  <a:lnTo>
                    <a:pt x="58" y="222"/>
                  </a:lnTo>
                  <a:lnTo>
                    <a:pt x="51" y="222"/>
                  </a:lnTo>
                  <a:lnTo>
                    <a:pt x="38" y="220"/>
                  </a:lnTo>
                  <a:lnTo>
                    <a:pt x="38" y="220"/>
                  </a:lnTo>
                  <a:lnTo>
                    <a:pt x="33" y="220"/>
                  </a:lnTo>
                  <a:lnTo>
                    <a:pt x="27" y="220"/>
                  </a:lnTo>
                  <a:lnTo>
                    <a:pt x="22" y="226"/>
                  </a:lnTo>
                  <a:lnTo>
                    <a:pt x="22" y="226"/>
                  </a:lnTo>
                  <a:lnTo>
                    <a:pt x="15" y="229"/>
                  </a:lnTo>
                  <a:lnTo>
                    <a:pt x="9" y="233"/>
                  </a:lnTo>
                  <a:lnTo>
                    <a:pt x="7" y="233"/>
                  </a:lnTo>
                  <a:lnTo>
                    <a:pt x="7" y="233"/>
                  </a:lnTo>
                  <a:lnTo>
                    <a:pt x="4" y="224"/>
                  </a:lnTo>
                  <a:lnTo>
                    <a:pt x="2" y="220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5"/>
                  </a:lnTo>
                  <a:lnTo>
                    <a:pt x="2" y="213"/>
                  </a:lnTo>
                  <a:lnTo>
                    <a:pt x="15" y="206"/>
                  </a:lnTo>
                  <a:lnTo>
                    <a:pt x="15" y="206"/>
                  </a:lnTo>
                  <a:lnTo>
                    <a:pt x="13" y="206"/>
                  </a:lnTo>
                  <a:lnTo>
                    <a:pt x="15" y="202"/>
                  </a:lnTo>
                  <a:lnTo>
                    <a:pt x="15" y="202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4" y="193"/>
                  </a:lnTo>
                  <a:lnTo>
                    <a:pt x="24" y="193"/>
                  </a:lnTo>
                  <a:lnTo>
                    <a:pt x="25" y="191"/>
                  </a:lnTo>
                  <a:lnTo>
                    <a:pt x="29" y="19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6" y="191"/>
                  </a:lnTo>
                  <a:lnTo>
                    <a:pt x="36" y="189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6"/>
                  </a:lnTo>
                  <a:lnTo>
                    <a:pt x="42" y="186"/>
                  </a:lnTo>
                  <a:lnTo>
                    <a:pt x="47" y="186"/>
                  </a:lnTo>
                  <a:lnTo>
                    <a:pt x="49" y="18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58" y="195"/>
                  </a:lnTo>
                  <a:lnTo>
                    <a:pt x="58" y="195"/>
                  </a:lnTo>
                  <a:lnTo>
                    <a:pt x="64" y="195"/>
                  </a:lnTo>
                  <a:lnTo>
                    <a:pt x="67" y="193"/>
                  </a:lnTo>
                  <a:lnTo>
                    <a:pt x="67" y="193"/>
                  </a:lnTo>
                  <a:lnTo>
                    <a:pt x="69" y="191"/>
                  </a:lnTo>
                  <a:lnTo>
                    <a:pt x="71" y="191"/>
                  </a:lnTo>
                  <a:lnTo>
                    <a:pt x="73" y="191"/>
                  </a:lnTo>
                  <a:lnTo>
                    <a:pt x="75" y="189"/>
                  </a:lnTo>
                  <a:lnTo>
                    <a:pt x="75" y="189"/>
                  </a:lnTo>
                  <a:lnTo>
                    <a:pt x="75" y="186"/>
                  </a:lnTo>
                  <a:lnTo>
                    <a:pt x="77" y="178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77" y="175"/>
                  </a:lnTo>
                  <a:lnTo>
                    <a:pt x="78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2" y="166"/>
                  </a:lnTo>
                  <a:lnTo>
                    <a:pt x="82" y="162"/>
                  </a:lnTo>
                  <a:lnTo>
                    <a:pt x="82" y="162"/>
                  </a:lnTo>
                  <a:lnTo>
                    <a:pt x="82" y="158"/>
                  </a:lnTo>
                  <a:lnTo>
                    <a:pt x="80" y="155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6"/>
                  </a:lnTo>
                  <a:lnTo>
                    <a:pt x="80" y="142"/>
                  </a:lnTo>
                  <a:lnTo>
                    <a:pt x="84" y="136"/>
                  </a:lnTo>
                  <a:lnTo>
                    <a:pt x="84" y="136"/>
                  </a:lnTo>
                  <a:lnTo>
                    <a:pt x="87" y="133"/>
                  </a:lnTo>
                  <a:lnTo>
                    <a:pt x="89" y="131"/>
                  </a:lnTo>
                  <a:lnTo>
                    <a:pt x="89" y="127"/>
                  </a:lnTo>
                  <a:lnTo>
                    <a:pt x="89" y="127"/>
                  </a:lnTo>
                  <a:lnTo>
                    <a:pt x="91" y="118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7" y="107"/>
                  </a:lnTo>
                  <a:lnTo>
                    <a:pt x="98" y="102"/>
                  </a:lnTo>
                  <a:lnTo>
                    <a:pt x="98" y="93"/>
                  </a:lnTo>
                  <a:lnTo>
                    <a:pt x="98" y="93"/>
                  </a:lnTo>
                  <a:lnTo>
                    <a:pt x="98" y="85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8" y="74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0"/>
                  </a:lnTo>
                  <a:lnTo>
                    <a:pt x="100" y="58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6" y="51"/>
                  </a:lnTo>
                  <a:lnTo>
                    <a:pt x="107" y="44"/>
                  </a:lnTo>
                  <a:lnTo>
                    <a:pt x="107" y="36"/>
                  </a:lnTo>
                  <a:lnTo>
                    <a:pt x="107" y="36"/>
                  </a:lnTo>
                  <a:close/>
                  <a:moveTo>
                    <a:pt x="275" y="155"/>
                  </a:moveTo>
                  <a:lnTo>
                    <a:pt x="275" y="155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3" y="160"/>
                  </a:lnTo>
                  <a:lnTo>
                    <a:pt x="273" y="160"/>
                  </a:lnTo>
                  <a:lnTo>
                    <a:pt x="275" y="158"/>
                  </a:lnTo>
                  <a:lnTo>
                    <a:pt x="275" y="155"/>
                  </a:lnTo>
                  <a:lnTo>
                    <a:pt x="275" y="1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5897539-7B5B-49F7-B2AB-3E4EB256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3206" y="2648941"/>
              <a:ext cx="123090" cy="140886"/>
            </a:xfrm>
            <a:custGeom>
              <a:avLst/>
              <a:gdLst>
                <a:gd name="T0" fmla="*/ 0 w 83"/>
                <a:gd name="T1" fmla="*/ 81 h 95"/>
                <a:gd name="T2" fmla="*/ 14 w 83"/>
                <a:gd name="T3" fmla="*/ 84 h 95"/>
                <a:gd name="T4" fmla="*/ 25 w 83"/>
                <a:gd name="T5" fmla="*/ 84 h 95"/>
                <a:gd name="T6" fmla="*/ 36 w 83"/>
                <a:gd name="T7" fmla="*/ 88 h 95"/>
                <a:gd name="T8" fmla="*/ 47 w 83"/>
                <a:gd name="T9" fmla="*/ 88 h 95"/>
                <a:gd name="T10" fmla="*/ 60 w 83"/>
                <a:gd name="T11" fmla="*/ 82 h 95"/>
                <a:gd name="T12" fmla="*/ 76 w 83"/>
                <a:gd name="T13" fmla="*/ 77 h 95"/>
                <a:gd name="T14" fmla="*/ 74 w 83"/>
                <a:gd name="T15" fmla="*/ 71 h 95"/>
                <a:gd name="T16" fmla="*/ 80 w 83"/>
                <a:gd name="T17" fmla="*/ 61 h 95"/>
                <a:gd name="T18" fmla="*/ 80 w 83"/>
                <a:gd name="T19" fmla="*/ 59 h 95"/>
                <a:gd name="T20" fmla="*/ 71 w 83"/>
                <a:gd name="T21" fmla="*/ 51 h 95"/>
                <a:gd name="T22" fmla="*/ 71 w 83"/>
                <a:gd name="T23" fmla="*/ 48 h 95"/>
                <a:gd name="T24" fmla="*/ 76 w 83"/>
                <a:gd name="T25" fmla="*/ 42 h 95"/>
                <a:gd name="T26" fmla="*/ 82 w 83"/>
                <a:gd name="T27" fmla="*/ 37 h 95"/>
                <a:gd name="T28" fmla="*/ 83 w 83"/>
                <a:gd name="T29" fmla="*/ 33 h 95"/>
                <a:gd name="T30" fmla="*/ 74 w 83"/>
                <a:gd name="T31" fmla="*/ 30 h 95"/>
                <a:gd name="T32" fmla="*/ 73 w 83"/>
                <a:gd name="T33" fmla="*/ 26 h 95"/>
                <a:gd name="T34" fmla="*/ 76 w 83"/>
                <a:gd name="T35" fmla="*/ 24 h 95"/>
                <a:gd name="T36" fmla="*/ 80 w 83"/>
                <a:gd name="T37" fmla="*/ 24 h 95"/>
                <a:gd name="T38" fmla="*/ 78 w 83"/>
                <a:gd name="T39" fmla="*/ 20 h 95"/>
                <a:gd name="T40" fmla="*/ 71 w 83"/>
                <a:gd name="T41" fmla="*/ 19 h 95"/>
                <a:gd name="T42" fmla="*/ 67 w 83"/>
                <a:gd name="T43" fmla="*/ 19 h 95"/>
                <a:gd name="T44" fmla="*/ 65 w 83"/>
                <a:gd name="T45" fmla="*/ 22 h 95"/>
                <a:gd name="T46" fmla="*/ 62 w 83"/>
                <a:gd name="T47" fmla="*/ 20 h 95"/>
                <a:gd name="T48" fmla="*/ 58 w 83"/>
                <a:gd name="T49" fmla="*/ 17 h 95"/>
                <a:gd name="T50" fmla="*/ 54 w 83"/>
                <a:gd name="T51" fmla="*/ 17 h 95"/>
                <a:gd name="T52" fmla="*/ 53 w 83"/>
                <a:gd name="T53" fmla="*/ 17 h 95"/>
                <a:gd name="T54" fmla="*/ 53 w 83"/>
                <a:gd name="T55" fmla="*/ 11 h 95"/>
                <a:gd name="T56" fmla="*/ 49 w 83"/>
                <a:gd name="T57" fmla="*/ 4 h 95"/>
                <a:gd name="T58" fmla="*/ 45 w 83"/>
                <a:gd name="T59" fmla="*/ 0 h 95"/>
                <a:gd name="T60" fmla="*/ 38 w 83"/>
                <a:gd name="T61" fmla="*/ 0 h 95"/>
                <a:gd name="T62" fmla="*/ 27 w 83"/>
                <a:gd name="T63" fmla="*/ 2 h 95"/>
                <a:gd name="T64" fmla="*/ 25 w 83"/>
                <a:gd name="T65" fmla="*/ 4 h 95"/>
                <a:gd name="T66" fmla="*/ 18 w 83"/>
                <a:gd name="T67" fmla="*/ 10 h 95"/>
                <a:gd name="T68" fmla="*/ 16 w 83"/>
                <a:gd name="T69" fmla="*/ 13 h 95"/>
                <a:gd name="T70" fmla="*/ 16 w 83"/>
                <a:gd name="T71" fmla="*/ 17 h 95"/>
                <a:gd name="T72" fmla="*/ 20 w 83"/>
                <a:gd name="T73" fmla="*/ 20 h 95"/>
                <a:gd name="T74" fmla="*/ 16 w 83"/>
                <a:gd name="T75" fmla="*/ 26 h 95"/>
                <a:gd name="T76" fmla="*/ 16 w 83"/>
                <a:gd name="T77" fmla="*/ 31 h 95"/>
                <a:gd name="T78" fmla="*/ 16 w 83"/>
                <a:gd name="T79" fmla="*/ 35 h 95"/>
                <a:gd name="T80" fmla="*/ 20 w 83"/>
                <a:gd name="T81" fmla="*/ 37 h 95"/>
                <a:gd name="T82" fmla="*/ 20 w 83"/>
                <a:gd name="T83" fmla="*/ 40 h 95"/>
                <a:gd name="T84" fmla="*/ 16 w 83"/>
                <a:gd name="T85" fmla="*/ 42 h 95"/>
                <a:gd name="T86" fmla="*/ 12 w 83"/>
                <a:gd name="T87" fmla="*/ 42 h 95"/>
                <a:gd name="T88" fmla="*/ 12 w 83"/>
                <a:gd name="T89" fmla="*/ 44 h 95"/>
                <a:gd name="T90" fmla="*/ 18 w 83"/>
                <a:gd name="T91" fmla="*/ 48 h 95"/>
                <a:gd name="T92" fmla="*/ 22 w 83"/>
                <a:gd name="T93" fmla="*/ 51 h 95"/>
                <a:gd name="T94" fmla="*/ 20 w 83"/>
                <a:gd name="T95" fmla="*/ 51 h 95"/>
                <a:gd name="T96" fmla="*/ 14 w 83"/>
                <a:gd name="T97" fmla="*/ 55 h 95"/>
                <a:gd name="T98" fmla="*/ 12 w 83"/>
                <a:gd name="T99" fmla="*/ 57 h 95"/>
                <a:gd name="T100" fmla="*/ 11 w 83"/>
                <a:gd name="T101" fmla="*/ 61 h 95"/>
                <a:gd name="T102" fmla="*/ 3 w 83"/>
                <a:gd name="T103" fmla="*/ 62 h 95"/>
                <a:gd name="T104" fmla="*/ 1 w 83"/>
                <a:gd name="T105" fmla="*/ 66 h 95"/>
                <a:gd name="T106" fmla="*/ 3 w 83"/>
                <a:gd name="T107" fmla="*/ 75 h 95"/>
                <a:gd name="T108" fmla="*/ 1 w 83"/>
                <a:gd name="T109" fmla="*/ 79 h 95"/>
                <a:gd name="T110" fmla="*/ 0 w 83"/>
                <a:gd name="T111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95">
                  <a:moveTo>
                    <a:pt x="0" y="81"/>
                  </a:moveTo>
                  <a:lnTo>
                    <a:pt x="0" y="81"/>
                  </a:lnTo>
                  <a:lnTo>
                    <a:pt x="12" y="86"/>
                  </a:lnTo>
                  <a:lnTo>
                    <a:pt x="14" y="84"/>
                  </a:lnTo>
                  <a:lnTo>
                    <a:pt x="23" y="79"/>
                  </a:lnTo>
                  <a:lnTo>
                    <a:pt x="25" y="84"/>
                  </a:lnTo>
                  <a:lnTo>
                    <a:pt x="29" y="81"/>
                  </a:lnTo>
                  <a:lnTo>
                    <a:pt x="36" y="88"/>
                  </a:lnTo>
                  <a:lnTo>
                    <a:pt x="38" y="95"/>
                  </a:lnTo>
                  <a:lnTo>
                    <a:pt x="47" y="88"/>
                  </a:lnTo>
                  <a:lnTo>
                    <a:pt x="54" y="88"/>
                  </a:lnTo>
                  <a:lnTo>
                    <a:pt x="60" y="82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8" y="64"/>
                  </a:lnTo>
                  <a:lnTo>
                    <a:pt x="80" y="61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74" y="53"/>
                  </a:lnTo>
                  <a:lnTo>
                    <a:pt x="71" y="51"/>
                  </a:lnTo>
                  <a:lnTo>
                    <a:pt x="71" y="48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76" y="42"/>
                  </a:lnTo>
                  <a:lnTo>
                    <a:pt x="76" y="42"/>
                  </a:lnTo>
                  <a:lnTo>
                    <a:pt x="82" y="37"/>
                  </a:lnTo>
                  <a:lnTo>
                    <a:pt x="83" y="33"/>
                  </a:lnTo>
                  <a:lnTo>
                    <a:pt x="83" y="33"/>
                  </a:lnTo>
                  <a:lnTo>
                    <a:pt x="80" y="33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3" y="26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80" y="24"/>
                  </a:lnTo>
                  <a:lnTo>
                    <a:pt x="80" y="22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5" y="22"/>
                  </a:lnTo>
                  <a:lnTo>
                    <a:pt x="63" y="22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58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8"/>
                  </a:lnTo>
                  <a:lnTo>
                    <a:pt x="49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3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5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8" y="40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7"/>
                  </a:lnTo>
                  <a:lnTo>
                    <a:pt x="11" y="61"/>
                  </a:lnTo>
                  <a:lnTo>
                    <a:pt x="11" y="61"/>
                  </a:lnTo>
                  <a:lnTo>
                    <a:pt x="7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1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BC2B980-BBDC-4899-900A-4106E6DFB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5646" y="3497220"/>
              <a:ext cx="275839" cy="183893"/>
            </a:xfrm>
            <a:custGeom>
              <a:avLst/>
              <a:gdLst>
                <a:gd name="T0" fmla="*/ 2 w 186"/>
                <a:gd name="T1" fmla="*/ 42 h 124"/>
                <a:gd name="T2" fmla="*/ 5 w 186"/>
                <a:gd name="T3" fmla="*/ 37 h 124"/>
                <a:gd name="T4" fmla="*/ 5 w 186"/>
                <a:gd name="T5" fmla="*/ 35 h 124"/>
                <a:gd name="T6" fmla="*/ 7 w 186"/>
                <a:gd name="T7" fmla="*/ 35 h 124"/>
                <a:gd name="T8" fmla="*/ 9 w 186"/>
                <a:gd name="T9" fmla="*/ 31 h 124"/>
                <a:gd name="T10" fmla="*/ 11 w 186"/>
                <a:gd name="T11" fmla="*/ 28 h 124"/>
                <a:gd name="T12" fmla="*/ 11 w 186"/>
                <a:gd name="T13" fmla="*/ 26 h 124"/>
                <a:gd name="T14" fmla="*/ 15 w 186"/>
                <a:gd name="T15" fmla="*/ 24 h 124"/>
                <a:gd name="T16" fmla="*/ 18 w 186"/>
                <a:gd name="T17" fmla="*/ 26 h 124"/>
                <a:gd name="T18" fmla="*/ 20 w 186"/>
                <a:gd name="T19" fmla="*/ 30 h 124"/>
                <a:gd name="T20" fmla="*/ 24 w 186"/>
                <a:gd name="T21" fmla="*/ 30 h 124"/>
                <a:gd name="T22" fmla="*/ 29 w 186"/>
                <a:gd name="T23" fmla="*/ 30 h 124"/>
                <a:gd name="T24" fmla="*/ 46 w 186"/>
                <a:gd name="T25" fmla="*/ 31 h 124"/>
                <a:gd name="T26" fmla="*/ 60 w 186"/>
                <a:gd name="T27" fmla="*/ 57 h 124"/>
                <a:gd name="T28" fmla="*/ 69 w 186"/>
                <a:gd name="T29" fmla="*/ 46 h 124"/>
                <a:gd name="T30" fmla="*/ 146 w 186"/>
                <a:gd name="T31" fmla="*/ 0 h 124"/>
                <a:gd name="T32" fmla="*/ 162 w 186"/>
                <a:gd name="T33" fmla="*/ 35 h 124"/>
                <a:gd name="T34" fmla="*/ 169 w 186"/>
                <a:gd name="T35" fmla="*/ 44 h 124"/>
                <a:gd name="T36" fmla="*/ 159 w 186"/>
                <a:gd name="T37" fmla="*/ 44 h 124"/>
                <a:gd name="T38" fmla="*/ 151 w 186"/>
                <a:gd name="T39" fmla="*/ 50 h 124"/>
                <a:gd name="T40" fmla="*/ 149 w 186"/>
                <a:gd name="T41" fmla="*/ 53 h 124"/>
                <a:gd name="T42" fmla="*/ 151 w 186"/>
                <a:gd name="T43" fmla="*/ 59 h 124"/>
                <a:gd name="T44" fmla="*/ 146 w 186"/>
                <a:gd name="T45" fmla="*/ 61 h 124"/>
                <a:gd name="T46" fmla="*/ 140 w 186"/>
                <a:gd name="T47" fmla="*/ 70 h 124"/>
                <a:gd name="T48" fmla="*/ 140 w 186"/>
                <a:gd name="T49" fmla="*/ 72 h 124"/>
                <a:gd name="T50" fmla="*/ 120 w 186"/>
                <a:gd name="T51" fmla="*/ 81 h 124"/>
                <a:gd name="T52" fmla="*/ 100 w 186"/>
                <a:gd name="T53" fmla="*/ 88 h 124"/>
                <a:gd name="T54" fmla="*/ 97 w 186"/>
                <a:gd name="T55" fmla="*/ 93 h 124"/>
                <a:gd name="T56" fmla="*/ 93 w 186"/>
                <a:gd name="T57" fmla="*/ 99 h 124"/>
                <a:gd name="T58" fmla="*/ 80 w 186"/>
                <a:gd name="T59" fmla="*/ 99 h 124"/>
                <a:gd name="T60" fmla="*/ 75 w 186"/>
                <a:gd name="T61" fmla="*/ 95 h 124"/>
                <a:gd name="T62" fmla="*/ 67 w 186"/>
                <a:gd name="T63" fmla="*/ 101 h 124"/>
                <a:gd name="T64" fmla="*/ 56 w 186"/>
                <a:gd name="T65" fmla="*/ 101 h 124"/>
                <a:gd name="T66" fmla="*/ 53 w 186"/>
                <a:gd name="T67" fmla="*/ 101 h 124"/>
                <a:gd name="T68" fmla="*/ 42 w 186"/>
                <a:gd name="T69" fmla="*/ 108 h 124"/>
                <a:gd name="T70" fmla="*/ 29 w 186"/>
                <a:gd name="T71" fmla="*/ 115 h 124"/>
                <a:gd name="T72" fmla="*/ 16 w 186"/>
                <a:gd name="T73" fmla="*/ 115 h 124"/>
                <a:gd name="T74" fmla="*/ 11 w 186"/>
                <a:gd name="T75" fmla="*/ 112 h 124"/>
                <a:gd name="T76" fmla="*/ 9 w 186"/>
                <a:gd name="T77" fmla="*/ 93 h 124"/>
                <a:gd name="T78" fmla="*/ 5 w 186"/>
                <a:gd name="T79" fmla="*/ 90 h 124"/>
                <a:gd name="T80" fmla="*/ 2 w 186"/>
                <a:gd name="T81" fmla="*/ 86 h 124"/>
                <a:gd name="T82" fmla="*/ 4 w 186"/>
                <a:gd name="T83" fmla="*/ 82 h 124"/>
                <a:gd name="T84" fmla="*/ 4 w 186"/>
                <a:gd name="T85" fmla="*/ 84 h 124"/>
                <a:gd name="T86" fmla="*/ 0 w 186"/>
                <a:gd name="T87" fmla="*/ 53 h 124"/>
                <a:gd name="T88" fmla="*/ 0 w 186"/>
                <a:gd name="T89" fmla="*/ 50 h 124"/>
                <a:gd name="T90" fmla="*/ 2 w 186"/>
                <a:gd name="T91" fmla="*/ 42 h 124"/>
                <a:gd name="T92" fmla="*/ 179 w 186"/>
                <a:gd name="T93" fmla="*/ 121 h 124"/>
                <a:gd name="T94" fmla="*/ 177 w 186"/>
                <a:gd name="T95" fmla="*/ 121 h 124"/>
                <a:gd name="T96" fmla="*/ 186 w 186"/>
                <a:gd name="T97" fmla="*/ 124 h 124"/>
                <a:gd name="T98" fmla="*/ 186 w 186"/>
                <a:gd name="T99" fmla="*/ 123 h 124"/>
                <a:gd name="T100" fmla="*/ 179 w 186"/>
                <a:gd name="T101" fmla="*/ 12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6" h="124">
                  <a:moveTo>
                    <a:pt x="2" y="42"/>
                  </a:moveTo>
                  <a:lnTo>
                    <a:pt x="2" y="42"/>
                  </a:lnTo>
                  <a:lnTo>
                    <a:pt x="4" y="41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6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6" y="30"/>
                  </a:lnTo>
                  <a:lnTo>
                    <a:pt x="46" y="31"/>
                  </a:lnTo>
                  <a:lnTo>
                    <a:pt x="56" y="3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9" y="46"/>
                  </a:lnTo>
                  <a:lnTo>
                    <a:pt x="89" y="20"/>
                  </a:lnTo>
                  <a:lnTo>
                    <a:pt x="146" y="0"/>
                  </a:lnTo>
                  <a:lnTo>
                    <a:pt x="146" y="4"/>
                  </a:lnTo>
                  <a:lnTo>
                    <a:pt x="162" y="35"/>
                  </a:lnTo>
                  <a:lnTo>
                    <a:pt x="171" y="42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59" y="44"/>
                  </a:lnTo>
                  <a:lnTo>
                    <a:pt x="155" y="46"/>
                  </a:lnTo>
                  <a:lnTo>
                    <a:pt x="151" y="50"/>
                  </a:lnTo>
                  <a:lnTo>
                    <a:pt x="151" y="50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1" y="61"/>
                  </a:lnTo>
                  <a:lnTo>
                    <a:pt x="146" y="61"/>
                  </a:lnTo>
                  <a:lnTo>
                    <a:pt x="144" y="70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31" y="77"/>
                  </a:lnTo>
                  <a:lnTo>
                    <a:pt x="120" y="81"/>
                  </a:lnTo>
                  <a:lnTo>
                    <a:pt x="109" y="84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97" y="93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86" y="101"/>
                  </a:lnTo>
                  <a:lnTo>
                    <a:pt x="80" y="99"/>
                  </a:lnTo>
                  <a:lnTo>
                    <a:pt x="75" y="95"/>
                  </a:lnTo>
                  <a:lnTo>
                    <a:pt x="75" y="95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0" y="101"/>
                  </a:lnTo>
                  <a:lnTo>
                    <a:pt x="56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47" y="104"/>
                  </a:lnTo>
                  <a:lnTo>
                    <a:pt x="42" y="108"/>
                  </a:lnTo>
                  <a:lnTo>
                    <a:pt x="36" y="113"/>
                  </a:lnTo>
                  <a:lnTo>
                    <a:pt x="29" y="115"/>
                  </a:lnTo>
                  <a:lnTo>
                    <a:pt x="29" y="115"/>
                  </a:lnTo>
                  <a:lnTo>
                    <a:pt x="16" y="115"/>
                  </a:lnTo>
                  <a:lnTo>
                    <a:pt x="13" y="113"/>
                  </a:lnTo>
                  <a:lnTo>
                    <a:pt x="11" y="112"/>
                  </a:lnTo>
                  <a:lnTo>
                    <a:pt x="11" y="104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66"/>
                  </a:lnTo>
                  <a:lnTo>
                    <a:pt x="0" y="53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2" y="42"/>
                  </a:lnTo>
                  <a:close/>
                  <a:moveTo>
                    <a:pt x="179" y="121"/>
                  </a:moveTo>
                  <a:lnTo>
                    <a:pt x="179" y="121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9" y="123"/>
                  </a:lnTo>
                  <a:lnTo>
                    <a:pt x="186" y="124"/>
                  </a:lnTo>
                  <a:lnTo>
                    <a:pt x="186" y="124"/>
                  </a:lnTo>
                  <a:lnTo>
                    <a:pt x="186" y="123"/>
                  </a:lnTo>
                  <a:lnTo>
                    <a:pt x="184" y="121"/>
                  </a:lnTo>
                  <a:lnTo>
                    <a:pt x="179" y="121"/>
                  </a:lnTo>
                  <a:lnTo>
                    <a:pt x="179" y="12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7971FC-901C-453E-809F-103F5473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33245"/>
              <a:ext cx="213553" cy="197240"/>
            </a:xfrm>
            <a:custGeom>
              <a:avLst/>
              <a:gdLst>
                <a:gd name="T0" fmla="*/ 76 w 144"/>
                <a:gd name="T1" fmla="*/ 0 h 133"/>
                <a:gd name="T2" fmla="*/ 76 w 144"/>
                <a:gd name="T3" fmla="*/ 0 h 133"/>
                <a:gd name="T4" fmla="*/ 72 w 144"/>
                <a:gd name="T5" fmla="*/ 7 h 133"/>
                <a:gd name="T6" fmla="*/ 72 w 144"/>
                <a:gd name="T7" fmla="*/ 7 h 133"/>
                <a:gd name="T8" fmla="*/ 69 w 144"/>
                <a:gd name="T9" fmla="*/ 9 h 133"/>
                <a:gd name="T10" fmla="*/ 67 w 144"/>
                <a:gd name="T11" fmla="*/ 7 h 133"/>
                <a:gd name="T12" fmla="*/ 63 w 144"/>
                <a:gd name="T13" fmla="*/ 9 h 133"/>
                <a:gd name="T14" fmla="*/ 60 w 144"/>
                <a:gd name="T15" fmla="*/ 9 h 133"/>
                <a:gd name="T16" fmla="*/ 60 w 144"/>
                <a:gd name="T17" fmla="*/ 9 h 133"/>
                <a:gd name="T18" fmla="*/ 58 w 144"/>
                <a:gd name="T19" fmla="*/ 13 h 133"/>
                <a:gd name="T20" fmla="*/ 58 w 144"/>
                <a:gd name="T21" fmla="*/ 16 h 133"/>
                <a:gd name="T22" fmla="*/ 56 w 144"/>
                <a:gd name="T23" fmla="*/ 24 h 133"/>
                <a:gd name="T24" fmla="*/ 56 w 144"/>
                <a:gd name="T25" fmla="*/ 24 h 133"/>
                <a:gd name="T26" fmla="*/ 49 w 144"/>
                <a:gd name="T27" fmla="*/ 29 h 133"/>
                <a:gd name="T28" fmla="*/ 43 w 144"/>
                <a:gd name="T29" fmla="*/ 35 h 133"/>
                <a:gd name="T30" fmla="*/ 43 w 144"/>
                <a:gd name="T31" fmla="*/ 35 h 133"/>
                <a:gd name="T32" fmla="*/ 40 w 144"/>
                <a:gd name="T33" fmla="*/ 44 h 133"/>
                <a:gd name="T34" fmla="*/ 38 w 144"/>
                <a:gd name="T35" fmla="*/ 53 h 133"/>
                <a:gd name="T36" fmla="*/ 34 w 144"/>
                <a:gd name="T37" fmla="*/ 62 h 133"/>
                <a:gd name="T38" fmla="*/ 31 w 144"/>
                <a:gd name="T39" fmla="*/ 71 h 133"/>
                <a:gd name="T40" fmla="*/ 31 w 144"/>
                <a:gd name="T41" fmla="*/ 71 h 133"/>
                <a:gd name="T42" fmla="*/ 29 w 144"/>
                <a:gd name="T43" fmla="*/ 75 h 133"/>
                <a:gd name="T44" fmla="*/ 25 w 144"/>
                <a:gd name="T45" fmla="*/ 76 h 133"/>
                <a:gd name="T46" fmla="*/ 21 w 144"/>
                <a:gd name="T47" fmla="*/ 80 h 133"/>
                <a:gd name="T48" fmla="*/ 20 w 144"/>
                <a:gd name="T49" fmla="*/ 84 h 133"/>
                <a:gd name="T50" fmla="*/ 20 w 144"/>
                <a:gd name="T51" fmla="*/ 84 h 133"/>
                <a:gd name="T52" fmla="*/ 16 w 144"/>
                <a:gd name="T53" fmla="*/ 91 h 133"/>
                <a:gd name="T54" fmla="*/ 14 w 144"/>
                <a:gd name="T55" fmla="*/ 98 h 133"/>
                <a:gd name="T56" fmla="*/ 12 w 144"/>
                <a:gd name="T57" fmla="*/ 106 h 133"/>
                <a:gd name="T58" fmla="*/ 9 w 144"/>
                <a:gd name="T59" fmla="*/ 113 h 133"/>
                <a:gd name="T60" fmla="*/ 9 w 144"/>
                <a:gd name="T61" fmla="*/ 113 h 133"/>
                <a:gd name="T62" fmla="*/ 5 w 144"/>
                <a:gd name="T63" fmla="*/ 115 h 133"/>
                <a:gd name="T64" fmla="*/ 1 w 144"/>
                <a:gd name="T65" fmla="*/ 117 h 133"/>
                <a:gd name="T66" fmla="*/ 1 w 144"/>
                <a:gd name="T67" fmla="*/ 117 h 133"/>
                <a:gd name="T68" fmla="*/ 0 w 144"/>
                <a:gd name="T69" fmla="*/ 127 h 133"/>
                <a:gd name="T70" fmla="*/ 0 w 144"/>
                <a:gd name="T71" fmla="*/ 133 h 133"/>
                <a:gd name="T72" fmla="*/ 0 w 144"/>
                <a:gd name="T73" fmla="*/ 133 h 133"/>
                <a:gd name="T74" fmla="*/ 3 w 144"/>
                <a:gd name="T75" fmla="*/ 129 h 133"/>
                <a:gd name="T76" fmla="*/ 3 w 144"/>
                <a:gd name="T77" fmla="*/ 129 h 133"/>
                <a:gd name="T78" fmla="*/ 63 w 144"/>
                <a:gd name="T79" fmla="*/ 127 h 133"/>
                <a:gd name="T80" fmla="*/ 63 w 144"/>
                <a:gd name="T81" fmla="*/ 127 h 133"/>
                <a:gd name="T82" fmla="*/ 63 w 144"/>
                <a:gd name="T83" fmla="*/ 96 h 133"/>
                <a:gd name="T84" fmla="*/ 63 w 144"/>
                <a:gd name="T85" fmla="*/ 96 h 133"/>
                <a:gd name="T86" fmla="*/ 63 w 144"/>
                <a:gd name="T87" fmla="*/ 93 h 133"/>
                <a:gd name="T88" fmla="*/ 65 w 144"/>
                <a:gd name="T89" fmla="*/ 89 h 133"/>
                <a:gd name="T90" fmla="*/ 72 w 144"/>
                <a:gd name="T91" fmla="*/ 86 h 133"/>
                <a:gd name="T92" fmla="*/ 78 w 144"/>
                <a:gd name="T93" fmla="*/ 86 h 133"/>
                <a:gd name="T94" fmla="*/ 82 w 144"/>
                <a:gd name="T95" fmla="*/ 86 h 133"/>
                <a:gd name="T96" fmla="*/ 83 w 144"/>
                <a:gd name="T97" fmla="*/ 42 h 133"/>
                <a:gd name="T98" fmla="*/ 144 w 144"/>
                <a:gd name="T99" fmla="*/ 40 h 133"/>
                <a:gd name="T100" fmla="*/ 142 w 144"/>
                <a:gd name="T101" fmla="*/ 11 h 133"/>
                <a:gd name="T102" fmla="*/ 142 w 144"/>
                <a:gd name="T103" fmla="*/ 0 h 133"/>
                <a:gd name="T104" fmla="*/ 76 w 144"/>
                <a:gd name="T10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4" h="133">
                  <a:moveTo>
                    <a:pt x="76" y="0"/>
                  </a:moveTo>
                  <a:lnTo>
                    <a:pt x="76" y="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9" y="9"/>
                  </a:lnTo>
                  <a:lnTo>
                    <a:pt x="67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8" y="13"/>
                  </a:lnTo>
                  <a:lnTo>
                    <a:pt x="58" y="16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49" y="29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0" y="44"/>
                  </a:lnTo>
                  <a:lnTo>
                    <a:pt x="38" y="53"/>
                  </a:lnTo>
                  <a:lnTo>
                    <a:pt x="34" y="62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5" y="76"/>
                  </a:lnTo>
                  <a:lnTo>
                    <a:pt x="21" y="80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6" y="91"/>
                  </a:lnTo>
                  <a:lnTo>
                    <a:pt x="14" y="98"/>
                  </a:lnTo>
                  <a:lnTo>
                    <a:pt x="12" y="106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0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3" y="129"/>
                  </a:lnTo>
                  <a:lnTo>
                    <a:pt x="3" y="129"/>
                  </a:lnTo>
                  <a:lnTo>
                    <a:pt x="63" y="127"/>
                  </a:lnTo>
                  <a:lnTo>
                    <a:pt x="63" y="127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5" y="89"/>
                  </a:lnTo>
                  <a:lnTo>
                    <a:pt x="72" y="86"/>
                  </a:lnTo>
                  <a:lnTo>
                    <a:pt x="78" y="86"/>
                  </a:lnTo>
                  <a:lnTo>
                    <a:pt x="82" y="86"/>
                  </a:lnTo>
                  <a:lnTo>
                    <a:pt x="83" y="42"/>
                  </a:lnTo>
                  <a:lnTo>
                    <a:pt x="144" y="40"/>
                  </a:lnTo>
                  <a:lnTo>
                    <a:pt x="142" y="11"/>
                  </a:lnTo>
                  <a:lnTo>
                    <a:pt x="142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2C74D200-6512-477A-A1DD-FC1670EED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949" y="3381545"/>
              <a:ext cx="154233" cy="424139"/>
            </a:xfrm>
            <a:custGeom>
              <a:avLst/>
              <a:gdLst>
                <a:gd name="T0" fmla="*/ 67 w 104"/>
                <a:gd name="T1" fmla="*/ 27 h 286"/>
                <a:gd name="T2" fmla="*/ 56 w 104"/>
                <a:gd name="T3" fmla="*/ 15 h 286"/>
                <a:gd name="T4" fmla="*/ 44 w 104"/>
                <a:gd name="T5" fmla="*/ 2 h 286"/>
                <a:gd name="T6" fmla="*/ 22 w 104"/>
                <a:gd name="T7" fmla="*/ 6 h 286"/>
                <a:gd name="T8" fmla="*/ 0 w 104"/>
                <a:gd name="T9" fmla="*/ 7 h 286"/>
                <a:gd name="T10" fmla="*/ 11 w 104"/>
                <a:gd name="T11" fmla="*/ 22 h 286"/>
                <a:gd name="T12" fmla="*/ 24 w 104"/>
                <a:gd name="T13" fmla="*/ 24 h 286"/>
                <a:gd name="T14" fmla="*/ 36 w 104"/>
                <a:gd name="T15" fmla="*/ 42 h 286"/>
                <a:gd name="T16" fmla="*/ 29 w 104"/>
                <a:gd name="T17" fmla="*/ 62 h 286"/>
                <a:gd name="T18" fmla="*/ 20 w 104"/>
                <a:gd name="T19" fmla="*/ 73 h 286"/>
                <a:gd name="T20" fmla="*/ 40 w 104"/>
                <a:gd name="T21" fmla="*/ 100 h 286"/>
                <a:gd name="T22" fmla="*/ 51 w 104"/>
                <a:gd name="T23" fmla="*/ 119 h 286"/>
                <a:gd name="T24" fmla="*/ 64 w 104"/>
                <a:gd name="T25" fmla="*/ 137 h 286"/>
                <a:gd name="T26" fmla="*/ 73 w 104"/>
                <a:gd name="T27" fmla="*/ 159 h 286"/>
                <a:gd name="T28" fmla="*/ 75 w 104"/>
                <a:gd name="T29" fmla="*/ 182 h 286"/>
                <a:gd name="T30" fmla="*/ 78 w 104"/>
                <a:gd name="T31" fmla="*/ 204 h 286"/>
                <a:gd name="T32" fmla="*/ 64 w 104"/>
                <a:gd name="T33" fmla="*/ 230 h 286"/>
                <a:gd name="T34" fmla="*/ 42 w 104"/>
                <a:gd name="T35" fmla="*/ 239 h 286"/>
                <a:gd name="T36" fmla="*/ 27 w 104"/>
                <a:gd name="T37" fmla="*/ 246 h 286"/>
                <a:gd name="T38" fmla="*/ 29 w 104"/>
                <a:gd name="T39" fmla="*/ 255 h 286"/>
                <a:gd name="T40" fmla="*/ 29 w 104"/>
                <a:gd name="T41" fmla="*/ 277 h 286"/>
                <a:gd name="T42" fmla="*/ 35 w 104"/>
                <a:gd name="T43" fmla="*/ 282 h 286"/>
                <a:gd name="T44" fmla="*/ 31 w 104"/>
                <a:gd name="T45" fmla="*/ 286 h 286"/>
                <a:gd name="T46" fmla="*/ 42 w 104"/>
                <a:gd name="T47" fmla="*/ 281 h 286"/>
                <a:gd name="T48" fmla="*/ 46 w 104"/>
                <a:gd name="T49" fmla="*/ 277 h 286"/>
                <a:gd name="T50" fmla="*/ 46 w 104"/>
                <a:gd name="T51" fmla="*/ 272 h 286"/>
                <a:gd name="T52" fmla="*/ 46 w 104"/>
                <a:gd name="T53" fmla="*/ 264 h 286"/>
                <a:gd name="T54" fmla="*/ 53 w 104"/>
                <a:gd name="T55" fmla="*/ 270 h 286"/>
                <a:gd name="T56" fmla="*/ 56 w 104"/>
                <a:gd name="T57" fmla="*/ 262 h 286"/>
                <a:gd name="T58" fmla="*/ 49 w 104"/>
                <a:gd name="T59" fmla="*/ 257 h 286"/>
                <a:gd name="T60" fmla="*/ 51 w 104"/>
                <a:gd name="T61" fmla="*/ 255 h 286"/>
                <a:gd name="T62" fmla="*/ 69 w 104"/>
                <a:gd name="T63" fmla="*/ 255 h 286"/>
                <a:gd name="T64" fmla="*/ 66 w 104"/>
                <a:gd name="T65" fmla="*/ 250 h 286"/>
                <a:gd name="T66" fmla="*/ 73 w 104"/>
                <a:gd name="T67" fmla="*/ 250 h 286"/>
                <a:gd name="T68" fmla="*/ 87 w 104"/>
                <a:gd name="T69" fmla="*/ 241 h 286"/>
                <a:gd name="T70" fmla="*/ 104 w 104"/>
                <a:gd name="T71" fmla="*/ 219 h 286"/>
                <a:gd name="T72" fmla="*/ 100 w 104"/>
                <a:gd name="T73" fmla="*/ 177 h 286"/>
                <a:gd name="T74" fmla="*/ 91 w 104"/>
                <a:gd name="T75" fmla="*/ 153 h 286"/>
                <a:gd name="T76" fmla="*/ 86 w 104"/>
                <a:gd name="T77" fmla="*/ 150 h 286"/>
                <a:gd name="T78" fmla="*/ 86 w 104"/>
                <a:gd name="T79" fmla="*/ 139 h 286"/>
                <a:gd name="T80" fmla="*/ 71 w 104"/>
                <a:gd name="T81" fmla="*/ 124 h 286"/>
                <a:gd name="T82" fmla="*/ 71 w 104"/>
                <a:gd name="T83" fmla="*/ 117 h 286"/>
                <a:gd name="T84" fmla="*/ 58 w 104"/>
                <a:gd name="T85" fmla="*/ 113 h 286"/>
                <a:gd name="T86" fmla="*/ 56 w 104"/>
                <a:gd name="T87" fmla="*/ 108 h 286"/>
                <a:gd name="T88" fmla="*/ 53 w 104"/>
                <a:gd name="T89" fmla="*/ 100 h 286"/>
                <a:gd name="T90" fmla="*/ 46 w 104"/>
                <a:gd name="T91" fmla="*/ 91 h 286"/>
                <a:gd name="T92" fmla="*/ 49 w 104"/>
                <a:gd name="T93" fmla="*/ 64 h 286"/>
                <a:gd name="T94" fmla="*/ 53 w 104"/>
                <a:gd name="T95" fmla="*/ 62 h 286"/>
                <a:gd name="T96" fmla="*/ 58 w 104"/>
                <a:gd name="T97" fmla="*/ 57 h 286"/>
                <a:gd name="T98" fmla="*/ 66 w 104"/>
                <a:gd name="T99" fmla="*/ 44 h 286"/>
                <a:gd name="T100" fmla="*/ 82 w 104"/>
                <a:gd name="T101" fmla="*/ 31 h 286"/>
                <a:gd name="T102" fmla="*/ 46 w 104"/>
                <a:gd name="T103" fmla="*/ 259 h 286"/>
                <a:gd name="T104" fmla="*/ 44 w 104"/>
                <a:gd name="T105" fmla="*/ 264 h 286"/>
                <a:gd name="T106" fmla="*/ 44 w 104"/>
                <a:gd name="T107" fmla="*/ 259 h 286"/>
                <a:gd name="T108" fmla="*/ 44 w 104"/>
                <a:gd name="T109" fmla="*/ 255 h 286"/>
                <a:gd name="T110" fmla="*/ 44 w 104"/>
                <a:gd name="T111" fmla="*/ 257 h 286"/>
                <a:gd name="T112" fmla="*/ 42 w 104"/>
                <a:gd name="T113" fmla="*/ 255 h 286"/>
                <a:gd name="T114" fmla="*/ 44 w 104"/>
                <a:gd name="T115" fmla="*/ 255 h 286"/>
                <a:gd name="T116" fmla="*/ 40 w 104"/>
                <a:gd name="T117" fmla="*/ 246 h 286"/>
                <a:gd name="T118" fmla="*/ 36 w 104"/>
                <a:gd name="T119" fmla="*/ 250 h 286"/>
                <a:gd name="T120" fmla="*/ 36 w 104"/>
                <a:gd name="T121" fmla="*/ 24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86">
                  <a:moveTo>
                    <a:pt x="84" y="31"/>
                  </a:moveTo>
                  <a:lnTo>
                    <a:pt x="77" y="27"/>
                  </a:lnTo>
                  <a:lnTo>
                    <a:pt x="67" y="27"/>
                  </a:lnTo>
                  <a:lnTo>
                    <a:pt x="62" y="31"/>
                  </a:lnTo>
                  <a:lnTo>
                    <a:pt x="53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1" y="9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3" y="4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7" y="4"/>
                  </a:lnTo>
                  <a:lnTo>
                    <a:pt x="0" y="7"/>
                  </a:lnTo>
                  <a:lnTo>
                    <a:pt x="0" y="13"/>
                  </a:lnTo>
                  <a:lnTo>
                    <a:pt x="4" y="18"/>
                  </a:lnTo>
                  <a:lnTo>
                    <a:pt x="11" y="22"/>
                  </a:lnTo>
                  <a:lnTo>
                    <a:pt x="13" y="26"/>
                  </a:lnTo>
                  <a:lnTo>
                    <a:pt x="18" y="29"/>
                  </a:lnTo>
                  <a:lnTo>
                    <a:pt x="24" y="24"/>
                  </a:lnTo>
                  <a:lnTo>
                    <a:pt x="31" y="26"/>
                  </a:lnTo>
                  <a:lnTo>
                    <a:pt x="36" y="33"/>
                  </a:lnTo>
                  <a:lnTo>
                    <a:pt x="36" y="42"/>
                  </a:lnTo>
                  <a:lnTo>
                    <a:pt x="33" y="44"/>
                  </a:lnTo>
                  <a:lnTo>
                    <a:pt x="33" y="58"/>
                  </a:lnTo>
                  <a:lnTo>
                    <a:pt x="29" y="62"/>
                  </a:lnTo>
                  <a:lnTo>
                    <a:pt x="22" y="62"/>
                  </a:lnTo>
                  <a:lnTo>
                    <a:pt x="16" y="66"/>
                  </a:lnTo>
                  <a:lnTo>
                    <a:pt x="20" y="73"/>
                  </a:lnTo>
                  <a:lnTo>
                    <a:pt x="29" y="78"/>
                  </a:lnTo>
                  <a:lnTo>
                    <a:pt x="33" y="91"/>
                  </a:lnTo>
                  <a:lnTo>
                    <a:pt x="40" y="100"/>
                  </a:lnTo>
                  <a:lnTo>
                    <a:pt x="46" y="106"/>
                  </a:lnTo>
                  <a:lnTo>
                    <a:pt x="46" y="111"/>
                  </a:lnTo>
                  <a:lnTo>
                    <a:pt x="51" y="119"/>
                  </a:lnTo>
                  <a:lnTo>
                    <a:pt x="58" y="122"/>
                  </a:lnTo>
                  <a:lnTo>
                    <a:pt x="62" y="129"/>
                  </a:lnTo>
                  <a:lnTo>
                    <a:pt x="64" y="137"/>
                  </a:lnTo>
                  <a:lnTo>
                    <a:pt x="71" y="140"/>
                  </a:lnTo>
                  <a:lnTo>
                    <a:pt x="71" y="148"/>
                  </a:lnTo>
                  <a:lnTo>
                    <a:pt x="73" y="159"/>
                  </a:lnTo>
                  <a:lnTo>
                    <a:pt x="71" y="164"/>
                  </a:lnTo>
                  <a:lnTo>
                    <a:pt x="73" y="173"/>
                  </a:lnTo>
                  <a:lnTo>
                    <a:pt x="75" y="182"/>
                  </a:lnTo>
                  <a:lnTo>
                    <a:pt x="75" y="188"/>
                  </a:lnTo>
                  <a:lnTo>
                    <a:pt x="78" y="195"/>
                  </a:lnTo>
                  <a:lnTo>
                    <a:pt x="78" y="204"/>
                  </a:lnTo>
                  <a:lnTo>
                    <a:pt x="78" y="213"/>
                  </a:lnTo>
                  <a:lnTo>
                    <a:pt x="73" y="226"/>
                  </a:lnTo>
                  <a:lnTo>
                    <a:pt x="64" y="230"/>
                  </a:lnTo>
                  <a:lnTo>
                    <a:pt x="56" y="235"/>
                  </a:lnTo>
                  <a:lnTo>
                    <a:pt x="55" y="242"/>
                  </a:lnTo>
                  <a:lnTo>
                    <a:pt x="42" y="239"/>
                  </a:lnTo>
                  <a:lnTo>
                    <a:pt x="36" y="241"/>
                  </a:lnTo>
                  <a:lnTo>
                    <a:pt x="33" y="242"/>
                  </a:lnTo>
                  <a:lnTo>
                    <a:pt x="27" y="246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9" y="255"/>
                  </a:lnTo>
                  <a:lnTo>
                    <a:pt x="29" y="255"/>
                  </a:lnTo>
                  <a:lnTo>
                    <a:pt x="27" y="272"/>
                  </a:lnTo>
                  <a:lnTo>
                    <a:pt x="29" y="277"/>
                  </a:lnTo>
                  <a:lnTo>
                    <a:pt x="35" y="281"/>
                  </a:lnTo>
                  <a:lnTo>
                    <a:pt x="35" y="281"/>
                  </a:lnTo>
                  <a:lnTo>
                    <a:pt x="35" y="282"/>
                  </a:lnTo>
                  <a:lnTo>
                    <a:pt x="33" y="282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6" y="284"/>
                  </a:lnTo>
                  <a:lnTo>
                    <a:pt x="42" y="281"/>
                  </a:lnTo>
                  <a:lnTo>
                    <a:pt x="42" y="277"/>
                  </a:lnTo>
                  <a:lnTo>
                    <a:pt x="42" y="277"/>
                  </a:lnTo>
                  <a:lnTo>
                    <a:pt x="46" y="277"/>
                  </a:lnTo>
                  <a:lnTo>
                    <a:pt x="49" y="277"/>
                  </a:lnTo>
                  <a:lnTo>
                    <a:pt x="49" y="277"/>
                  </a:lnTo>
                  <a:lnTo>
                    <a:pt x="46" y="272"/>
                  </a:lnTo>
                  <a:lnTo>
                    <a:pt x="46" y="266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9" y="266"/>
                  </a:lnTo>
                  <a:lnTo>
                    <a:pt x="53" y="270"/>
                  </a:lnTo>
                  <a:lnTo>
                    <a:pt x="53" y="270"/>
                  </a:lnTo>
                  <a:lnTo>
                    <a:pt x="55" y="266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53" y="261"/>
                  </a:lnTo>
                  <a:lnTo>
                    <a:pt x="49" y="257"/>
                  </a:lnTo>
                  <a:lnTo>
                    <a:pt x="49" y="257"/>
                  </a:lnTo>
                  <a:lnTo>
                    <a:pt x="46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7" y="252"/>
                  </a:lnTo>
                  <a:lnTo>
                    <a:pt x="66" y="250"/>
                  </a:lnTo>
                  <a:lnTo>
                    <a:pt x="66" y="250"/>
                  </a:lnTo>
                  <a:lnTo>
                    <a:pt x="69" y="248"/>
                  </a:lnTo>
                  <a:lnTo>
                    <a:pt x="71" y="250"/>
                  </a:lnTo>
                  <a:lnTo>
                    <a:pt x="73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87" y="241"/>
                  </a:lnTo>
                  <a:lnTo>
                    <a:pt x="95" y="233"/>
                  </a:lnTo>
                  <a:lnTo>
                    <a:pt x="100" y="226"/>
                  </a:lnTo>
                  <a:lnTo>
                    <a:pt x="104" y="219"/>
                  </a:lnTo>
                  <a:lnTo>
                    <a:pt x="104" y="210"/>
                  </a:lnTo>
                  <a:lnTo>
                    <a:pt x="104" y="199"/>
                  </a:lnTo>
                  <a:lnTo>
                    <a:pt x="100" y="17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1" y="153"/>
                  </a:lnTo>
                  <a:lnTo>
                    <a:pt x="87" y="151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44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78" y="133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69" y="117"/>
                  </a:lnTo>
                  <a:lnTo>
                    <a:pt x="66" y="115"/>
                  </a:lnTo>
                  <a:lnTo>
                    <a:pt x="58" y="113"/>
                  </a:lnTo>
                  <a:lnTo>
                    <a:pt x="58" y="113"/>
                  </a:lnTo>
                  <a:lnTo>
                    <a:pt x="56" y="111"/>
                  </a:lnTo>
                  <a:lnTo>
                    <a:pt x="56" y="108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3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6" y="91"/>
                  </a:lnTo>
                  <a:lnTo>
                    <a:pt x="46" y="82"/>
                  </a:lnTo>
                  <a:lnTo>
                    <a:pt x="46" y="73"/>
                  </a:lnTo>
                  <a:lnTo>
                    <a:pt x="49" y="64"/>
                  </a:lnTo>
                  <a:lnTo>
                    <a:pt x="49" y="64"/>
                  </a:lnTo>
                  <a:lnTo>
                    <a:pt x="51" y="62"/>
                  </a:lnTo>
                  <a:lnTo>
                    <a:pt x="53" y="62"/>
                  </a:lnTo>
                  <a:lnTo>
                    <a:pt x="56" y="62"/>
                  </a:lnTo>
                  <a:lnTo>
                    <a:pt x="56" y="62"/>
                  </a:lnTo>
                  <a:lnTo>
                    <a:pt x="58" y="57"/>
                  </a:lnTo>
                  <a:lnTo>
                    <a:pt x="62" y="53"/>
                  </a:lnTo>
                  <a:lnTo>
                    <a:pt x="64" y="47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75" y="37"/>
                  </a:lnTo>
                  <a:lnTo>
                    <a:pt x="82" y="31"/>
                  </a:lnTo>
                  <a:lnTo>
                    <a:pt x="84" y="31"/>
                  </a:lnTo>
                  <a:close/>
                  <a:moveTo>
                    <a:pt x="46" y="259"/>
                  </a:moveTo>
                  <a:lnTo>
                    <a:pt x="46" y="259"/>
                  </a:lnTo>
                  <a:lnTo>
                    <a:pt x="47" y="261"/>
                  </a:lnTo>
                  <a:lnTo>
                    <a:pt x="46" y="262"/>
                  </a:lnTo>
                  <a:lnTo>
                    <a:pt x="44" y="264"/>
                  </a:lnTo>
                  <a:lnTo>
                    <a:pt x="44" y="264"/>
                  </a:lnTo>
                  <a:lnTo>
                    <a:pt x="44" y="261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close/>
                  <a:moveTo>
                    <a:pt x="44" y="255"/>
                  </a:moveTo>
                  <a:lnTo>
                    <a:pt x="44" y="255"/>
                  </a:lnTo>
                  <a:lnTo>
                    <a:pt x="46" y="255"/>
                  </a:lnTo>
                  <a:lnTo>
                    <a:pt x="44" y="257"/>
                  </a:lnTo>
                  <a:lnTo>
                    <a:pt x="42" y="259"/>
                  </a:lnTo>
                  <a:lnTo>
                    <a:pt x="42" y="259"/>
                  </a:lnTo>
                  <a:lnTo>
                    <a:pt x="42" y="255"/>
                  </a:lnTo>
                  <a:lnTo>
                    <a:pt x="42" y="253"/>
                  </a:lnTo>
                  <a:lnTo>
                    <a:pt x="44" y="255"/>
                  </a:lnTo>
                  <a:lnTo>
                    <a:pt x="44" y="255"/>
                  </a:lnTo>
                  <a:close/>
                  <a:moveTo>
                    <a:pt x="38" y="244"/>
                  </a:moveTo>
                  <a:lnTo>
                    <a:pt x="38" y="244"/>
                  </a:lnTo>
                  <a:lnTo>
                    <a:pt x="40" y="246"/>
                  </a:lnTo>
                  <a:lnTo>
                    <a:pt x="42" y="248"/>
                  </a:lnTo>
                  <a:lnTo>
                    <a:pt x="40" y="248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8" y="244"/>
                  </a:lnTo>
                  <a:lnTo>
                    <a:pt x="38" y="2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9F27CA7F-81FC-4EE6-9004-37C329DD9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087" y="3710772"/>
              <a:ext cx="318847" cy="332193"/>
            </a:xfrm>
            <a:custGeom>
              <a:avLst/>
              <a:gdLst>
                <a:gd name="T0" fmla="*/ 186 w 215"/>
                <a:gd name="T1" fmla="*/ 64 h 224"/>
                <a:gd name="T2" fmla="*/ 181 w 215"/>
                <a:gd name="T3" fmla="*/ 64 h 224"/>
                <a:gd name="T4" fmla="*/ 199 w 215"/>
                <a:gd name="T5" fmla="*/ 59 h 224"/>
                <a:gd name="T6" fmla="*/ 203 w 215"/>
                <a:gd name="T7" fmla="*/ 42 h 224"/>
                <a:gd name="T8" fmla="*/ 192 w 215"/>
                <a:gd name="T9" fmla="*/ 42 h 224"/>
                <a:gd name="T10" fmla="*/ 184 w 215"/>
                <a:gd name="T11" fmla="*/ 39 h 224"/>
                <a:gd name="T12" fmla="*/ 177 w 215"/>
                <a:gd name="T13" fmla="*/ 35 h 224"/>
                <a:gd name="T14" fmla="*/ 184 w 215"/>
                <a:gd name="T15" fmla="*/ 22 h 224"/>
                <a:gd name="T16" fmla="*/ 163 w 215"/>
                <a:gd name="T17" fmla="*/ 28 h 224"/>
                <a:gd name="T18" fmla="*/ 148 w 215"/>
                <a:gd name="T19" fmla="*/ 33 h 224"/>
                <a:gd name="T20" fmla="*/ 121 w 215"/>
                <a:gd name="T21" fmla="*/ 26 h 224"/>
                <a:gd name="T22" fmla="*/ 84 w 215"/>
                <a:gd name="T23" fmla="*/ 26 h 224"/>
                <a:gd name="T24" fmla="*/ 64 w 215"/>
                <a:gd name="T25" fmla="*/ 11 h 224"/>
                <a:gd name="T26" fmla="*/ 51 w 215"/>
                <a:gd name="T27" fmla="*/ 0 h 224"/>
                <a:gd name="T28" fmla="*/ 55 w 215"/>
                <a:gd name="T29" fmla="*/ 9 h 224"/>
                <a:gd name="T30" fmla="*/ 35 w 215"/>
                <a:gd name="T31" fmla="*/ 20 h 224"/>
                <a:gd name="T32" fmla="*/ 42 w 215"/>
                <a:gd name="T33" fmla="*/ 46 h 224"/>
                <a:gd name="T34" fmla="*/ 41 w 215"/>
                <a:gd name="T35" fmla="*/ 57 h 224"/>
                <a:gd name="T36" fmla="*/ 26 w 215"/>
                <a:gd name="T37" fmla="*/ 44 h 224"/>
                <a:gd name="T38" fmla="*/ 33 w 215"/>
                <a:gd name="T39" fmla="*/ 33 h 224"/>
                <a:gd name="T40" fmla="*/ 28 w 215"/>
                <a:gd name="T41" fmla="*/ 26 h 224"/>
                <a:gd name="T42" fmla="*/ 22 w 215"/>
                <a:gd name="T43" fmla="*/ 15 h 224"/>
                <a:gd name="T44" fmla="*/ 35 w 215"/>
                <a:gd name="T45" fmla="*/ 0 h 224"/>
                <a:gd name="T46" fmla="*/ 4 w 215"/>
                <a:gd name="T47" fmla="*/ 31 h 224"/>
                <a:gd name="T48" fmla="*/ 2 w 215"/>
                <a:gd name="T49" fmla="*/ 46 h 224"/>
                <a:gd name="T50" fmla="*/ 0 w 215"/>
                <a:gd name="T51" fmla="*/ 60 h 224"/>
                <a:gd name="T52" fmla="*/ 17 w 215"/>
                <a:gd name="T53" fmla="*/ 77 h 224"/>
                <a:gd name="T54" fmla="*/ 15 w 215"/>
                <a:gd name="T55" fmla="*/ 86 h 224"/>
                <a:gd name="T56" fmla="*/ 33 w 215"/>
                <a:gd name="T57" fmla="*/ 104 h 224"/>
                <a:gd name="T58" fmla="*/ 53 w 215"/>
                <a:gd name="T59" fmla="*/ 102 h 224"/>
                <a:gd name="T60" fmla="*/ 64 w 215"/>
                <a:gd name="T61" fmla="*/ 119 h 224"/>
                <a:gd name="T62" fmla="*/ 86 w 215"/>
                <a:gd name="T63" fmla="*/ 130 h 224"/>
                <a:gd name="T64" fmla="*/ 82 w 215"/>
                <a:gd name="T65" fmla="*/ 139 h 224"/>
                <a:gd name="T66" fmla="*/ 92 w 215"/>
                <a:gd name="T67" fmla="*/ 152 h 224"/>
                <a:gd name="T68" fmla="*/ 115 w 215"/>
                <a:gd name="T69" fmla="*/ 172 h 224"/>
                <a:gd name="T70" fmla="*/ 108 w 215"/>
                <a:gd name="T71" fmla="*/ 188 h 224"/>
                <a:gd name="T72" fmla="*/ 106 w 215"/>
                <a:gd name="T73" fmla="*/ 197 h 224"/>
                <a:gd name="T74" fmla="*/ 112 w 215"/>
                <a:gd name="T75" fmla="*/ 203 h 224"/>
                <a:gd name="T76" fmla="*/ 124 w 215"/>
                <a:gd name="T77" fmla="*/ 223 h 224"/>
                <a:gd name="T78" fmla="*/ 137 w 215"/>
                <a:gd name="T79" fmla="*/ 215 h 224"/>
                <a:gd name="T80" fmla="*/ 144 w 215"/>
                <a:gd name="T81" fmla="*/ 210 h 224"/>
                <a:gd name="T82" fmla="*/ 155 w 215"/>
                <a:gd name="T83" fmla="*/ 199 h 224"/>
                <a:gd name="T84" fmla="*/ 164 w 215"/>
                <a:gd name="T85" fmla="*/ 195 h 224"/>
                <a:gd name="T86" fmla="*/ 152 w 215"/>
                <a:gd name="T87" fmla="*/ 192 h 224"/>
                <a:gd name="T88" fmla="*/ 141 w 215"/>
                <a:gd name="T89" fmla="*/ 186 h 224"/>
                <a:gd name="T90" fmla="*/ 143 w 215"/>
                <a:gd name="T91" fmla="*/ 172 h 224"/>
                <a:gd name="T92" fmla="*/ 135 w 215"/>
                <a:gd name="T93" fmla="*/ 157 h 224"/>
                <a:gd name="T94" fmla="*/ 135 w 215"/>
                <a:gd name="T95" fmla="*/ 153 h 224"/>
                <a:gd name="T96" fmla="*/ 155 w 215"/>
                <a:gd name="T97" fmla="*/ 157 h 224"/>
                <a:gd name="T98" fmla="*/ 168 w 215"/>
                <a:gd name="T99" fmla="*/ 161 h 224"/>
                <a:gd name="T100" fmla="*/ 166 w 215"/>
                <a:gd name="T101" fmla="*/ 157 h 224"/>
                <a:gd name="T102" fmla="*/ 181 w 215"/>
                <a:gd name="T103" fmla="*/ 155 h 224"/>
                <a:gd name="T104" fmla="*/ 186 w 215"/>
                <a:gd name="T105" fmla="*/ 152 h 224"/>
                <a:gd name="T106" fmla="*/ 194 w 215"/>
                <a:gd name="T107" fmla="*/ 144 h 224"/>
                <a:gd name="T108" fmla="*/ 195 w 215"/>
                <a:gd name="T109" fmla="*/ 108 h 224"/>
                <a:gd name="T110" fmla="*/ 195 w 215"/>
                <a:gd name="T111" fmla="*/ 101 h 224"/>
                <a:gd name="T112" fmla="*/ 210 w 215"/>
                <a:gd name="T113" fmla="*/ 93 h 224"/>
                <a:gd name="T114" fmla="*/ 203 w 215"/>
                <a:gd name="T115" fmla="*/ 86 h 224"/>
                <a:gd name="T116" fmla="*/ 199 w 215"/>
                <a:gd name="T117" fmla="*/ 79 h 224"/>
                <a:gd name="T118" fmla="*/ 212 w 215"/>
                <a:gd name="T119" fmla="*/ 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5" h="224">
                  <a:moveTo>
                    <a:pt x="215" y="62"/>
                  </a:moveTo>
                  <a:lnTo>
                    <a:pt x="215" y="62"/>
                  </a:lnTo>
                  <a:lnTo>
                    <a:pt x="208" y="62"/>
                  </a:lnTo>
                  <a:lnTo>
                    <a:pt x="201" y="62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79" y="66"/>
                  </a:lnTo>
                  <a:lnTo>
                    <a:pt x="179" y="66"/>
                  </a:lnTo>
                  <a:lnTo>
                    <a:pt x="181" y="66"/>
                  </a:lnTo>
                  <a:lnTo>
                    <a:pt x="181" y="64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90" y="60"/>
                  </a:lnTo>
                  <a:lnTo>
                    <a:pt x="199" y="59"/>
                  </a:lnTo>
                  <a:lnTo>
                    <a:pt x="199" y="59"/>
                  </a:lnTo>
                  <a:lnTo>
                    <a:pt x="199" y="51"/>
                  </a:lnTo>
                  <a:lnTo>
                    <a:pt x="201" y="44"/>
                  </a:lnTo>
                  <a:lnTo>
                    <a:pt x="201" y="44"/>
                  </a:lnTo>
                  <a:lnTo>
                    <a:pt x="205" y="44"/>
                  </a:lnTo>
                  <a:lnTo>
                    <a:pt x="203" y="42"/>
                  </a:lnTo>
                  <a:lnTo>
                    <a:pt x="199" y="40"/>
                  </a:lnTo>
                  <a:lnTo>
                    <a:pt x="199" y="40"/>
                  </a:lnTo>
                  <a:lnTo>
                    <a:pt x="195" y="40"/>
                  </a:lnTo>
                  <a:lnTo>
                    <a:pt x="194" y="40"/>
                  </a:lnTo>
                  <a:lnTo>
                    <a:pt x="192" y="42"/>
                  </a:lnTo>
                  <a:lnTo>
                    <a:pt x="188" y="42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6" y="37"/>
                  </a:lnTo>
                  <a:lnTo>
                    <a:pt x="184" y="39"/>
                  </a:lnTo>
                  <a:lnTo>
                    <a:pt x="183" y="40"/>
                  </a:lnTo>
                  <a:lnTo>
                    <a:pt x="179" y="40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7" y="35"/>
                  </a:lnTo>
                  <a:lnTo>
                    <a:pt x="175" y="33"/>
                  </a:lnTo>
                  <a:lnTo>
                    <a:pt x="174" y="28"/>
                  </a:lnTo>
                  <a:lnTo>
                    <a:pt x="174" y="28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55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39" y="33"/>
                  </a:lnTo>
                  <a:lnTo>
                    <a:pt x="133" y="31"/>
                  </a:lnTo>
                  <a:lnTo>
                    <a:pt x="121" y="30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2" y="26"/>
                  </a:lnTo>
                  <a:lnTo>
                    <a:pt x="102" y="28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4" y="26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11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4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7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46" y="17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8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42" y="46"/>
                  </a:lnTo>
                  <a:lnTo>
                    <a:pt x="44" y="50"/>
                  </a:lnTo>
                  <a:lnTo>
                    <a:pt x="44" y="53"/>
                  </a:lnTo>
                  <a:lnTo>
                    <a:pt x="44" y="55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35" y="57"/>
                  </a:lnTo>
                  <a:lnTo>
                    <a:pt x="31" y="57"/>
                  </a:lnTo>
                  <a:lnTo>
                    <a:pt x="28" y="53"/>
                  </a:lnTo>
                  <a:lnTo>
                    <a:pt x="28" y="51"/>
                  </a:lnTo>
                  <a:lnTo>
                    <a:pt x="26" y="44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0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28"/>
                  </a:lnTo>
                  <a:lnTo>
                    <a:pt x="33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6" y="4"/>
                  </a:lnTo>
                  <a:lnTo>
                    <a:pt x="17" y="13"/>
                  </a:lnTo>
                  <a:lnTo>
                    <a:pt x="11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10" y="62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5" y="86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2" y="99"/>
                  </a:lnTo>
                  <a:lnTo>
                    <a:pt x="22" y="101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9" y="104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3" y="102"/>
                  </a:lnTo>
                  <a:lnTo>
                    <a:pt x="55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7" y="119"/>
                  </a:lnTo>
                  <a:lnTo>
                    <a:pt x="77" y="119"/>
                  </a:lnTo>
                  <a:lnTo>
                    <a:pt x="84" y="119"/>
                  </a:lnTo>
                  <a:lnTo>
                    <a:pt x="88" y="121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2"/>
                  </a:lnTo>
                  <a:lnTo>
                    <a:pt x="82" y="135"/>
                  </a:lnTo>
                  <a:lnTo>
                    <a:pt x="82" y="139"/>
                  </a:lnTo>
                  <a:lnTo>
                    <a:pt x="82" y="139"/>
                  </a:lnTo>
                  <a:lnTo>
                    <a:pt x="84" y="142"/>
                  </a:lnTo>
                  <a:lnTo>
                    <a:pt x="88" y="146"/>
                  </a:lnTo>
                  <a:lnTo>
                    <a:pt x="90" y="150"/>
                  </a:lnTo>
                  <a:lnTo>
                    <a:pt x="92" y="152"/>
                  </a:lnTo>
                  <a:lnTo>
                    <a:pt x="92" y="152"/>
                  </a:lnTo>
                  <a:lnTo>
                    <a:pt x="95" y="157"/>
                  </a:lnTo>
                  <a:lnTo>
                    <a:pt x="101" y="161"/>
                  </a:lnTo>
                  <a:lnTo>
                    <a:pt x="101" y="161"/>
                  </a:lnTo>
                  <a:lnTo>
                    <a:pt x="108" y="168"/>
                  </a:lnTo>
                  <a:lnTo>
                    <a:pt x="115" y="172"/>
                  </a:lnTo>
                  <a:lnTo>
                    <a:pt x="115" y="172"/>
                  </a:lnTo>
                  <a:lnTo>
                    <a:pt x="112" y="183"/>
                  </a:lnTo>
                  <a:lnTo>
                    <a:pt x="112" y="183"/>
                  </a:lnTo>
                  <a:lnTo>
                    <a:pt x="110" y="186"/>
                  </a:lnTo>
                  <a:lnTo>
                    <a:pt x="108" y="188"/>
                  </a:lnTo>
                  <a:lnTo>
                    <a:pt x="104" y="190"/>
                  </a:lnTo>
                  <a:lnTo>
                    <a:pt x="104" y="190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6" y="197"/>
                  </a:lnTo>
                  <a:lnTo>
                    <a:pt x="106" y="197"/>
                  </a:lnTo>
                  <a:lnTo>
                    <a:pt x="110" y="197"/>
                  </a:lnTo>
                  <a:lnTo>
                    <a:pt x="110" y="197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5" y="210"/>
                  </a:lnTo>
                  <a:lnTo>
                    <a:pt x="113" y="219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4" y="223"/>
                  </a:lnTo>
                  <a:lnTo>
                    <a:pt x="128" y="221"/>
                  </a:lnTo>
                  <a:lnTo>
                    <a:pt x="132" y="219"/>
                  </a:lnTo>
                  <a:lnTo>
                    <a:pt x="132" y="219"/>
                  </a:lnTo>
                  <a:lnTo>
                    <a:pt x="135" y="219"/>
                  </a:lnTo>
                  <a:lnTo>
                    <a:pt x="137" y="215"/>
                  </a:lnTo>
                  <a:lnTo>
                    <a:pt x="139" y="214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43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48" y="208"/>
                  </a:lnTo>
                  <a:lnTo>
                    <a:pt x="152" y="206"/>
                  </a:lnTo>
                  <a:lnTo>
                    <a:pt x="153" y="203"/>
                  </a:lnTo>
                  <a:lnTo>
                    <a:pt x="155" y="199"/>
                  </a:lnTo>
                  <a:lnTo>
                    <a:pt x="157" y="197"/>
                  </a:lnTo>
                  <a:lnTo>
                    <a:pt x="157" y="197"/>
                  </a:lnTo>
                  <a:lnTo>
                    <a:pt x="163" y="197"/>
                  </a:lnTo>
                  <a:lnTo>
                    <a:pt x="164" y="195"/>
                  </a:lnTo>
                  <a:lnTo>
                    <a:pt x="164" y="195"/>
                  </a:lnTo>
                  <a:lnTo>
                    <a:pt x="163" y="192"/>
                  </a:lnTo>
                  <a:lnTo>
                    <a:pt x="161" y="190"/>
                  </a:lnTo>
                  <a:lnTo>
                    <a:pt x="157" y="190"/>
                  </a:lnTo>
                  <a:lnTo>
                    <a:pt x="157" y="190"/>
                  </a:lnTo>
                  <a:lnTo>
                    <a:pt x="152" y="192"/>
                  </a:lnTo>
                  <a:lnTo>
                    <a:pt x="148" y="193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3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3"/>
                  </a:lnTo>
                  <a:lnTo>
                    <a:pt x="141" y="179"/>
                  </a:lnTo>
                  <a:lnTo>
                    <a:pt x="143" y="172"/>
                  </a:lnTo>
                  <a:lnTo>
                    <a:pt x="143" y="172"/>
                  </a:lnTo>
                  <a:lnTo>
                    <a:pt x="137" y="164"/>
                  </a:lnTo>
                  <a:lnTo>
                    <a:pt x="137" y="164"/>
                  </a:lnTo>
                  <a:lnTo>
                    <a:pt x="135" y="161"/>
                  </a:lnTo>
                  <a:lnTo>
                    <a:pt x="135" y="159"/>
                  </a:lnTo>
                  <a:lnTo>
                    <a:pt x="135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2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44" y="155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2" y="157"/>
                  </a:lnTo>
                  <a:lnTo>
                    <a:pt x="155" y="157"/>
                  </a:lnTo>
                  <a:lnTo>
                    <a:pt x="157" y="159"/>
                  </a:lnTo>
                  <a:lnTo>
                    <a:pt x="157" y="159"/>
                  </a:lnTo>
                  <a:lnTo>
                    <a:pt x="161" y="161"/>
                  </a:lnTo>
                  <a:lnTo>
                    <a:pt x="164" y="161"/>
                  </a:lnTo>
                  <a:lnTo>
                    <a:pt x="168" y="161"/>
                  </a:lnTo>
                  <a:lnTo>
                    <a:pt x="168" y="161"/>
                  </a:lnTo>
                  <a:lnTo>
                    <a:pt x="166" y="161"/>
                  </a:lnTo>
                  <a:lnTo>
                    <a:pt x="166" y="159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70" y="155"/>
                  </a:lnTo>
                  <a:lnTo>
                    <a:pt x="172" y="155"/>
                  </a:lnTo>
                  <a:lnTo>
                    <a:pt x="172" y="155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3" y="155"/>
                  </a:lnTo>
                  <a:lnTo>
                    <a:pt x="184" y="153"/>
                  </a:lnTo>
                  <a:lnTo>
                    <a:pt x="184" y="152"/>
                  </a:lnTo>
                  <a:lnTo>
                    <a:pt x="186" y="152"/>
                  </a:lnTo>
                  <a:lnTo>
                    <a:pt x="186" y="152"/>
                  </a:lnTo>
                  <a:lnTo>
                    <a:pt x="190" y="150"/>
                  </a:lnTo>
                  <a:lnTo>
                    <a:pt x="192" y="148"/>
                  </a:lnTo>
                  <a:lnTo>
                    <a:pt x="192" y="146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201" y="142"/>
                  </a:lnTo>
                  <a:lnTo>
                    <a:pt x="205" y="137"/>
                  </a:lnTo>
                  <a:lnTo>
                    <a:pt x="203" y="133"/>
                  </a:lnTo>
                  <a:lnTo>
                    <a:pt x="188" y="112"/>
                  </a:lnTo>
                  <a:lnTo>
                    <a:pt x="195" y="108"/>
                  </a:lnTo>
                  <a:lnTo>
                    <a:pt x="195" y="108"/>
                  </a:lnTo>
                  <a:lnTo>
                    <a:pt x="194" y="104"/>
                  </a:lnTo>
                  <a:lnTo>
                    <a:pt x="194" y="102"/>
                  </a:lnTo>
                  <a:lnTo>
                    <a:pt x="195" y="101"/>
                  </a:lnTo>
                  <a:lnTo>
                    <a:pt x="195" y="101"/>
                  </a:lnTo>
                  <a:lnTo>
                    <a:pt x="205" y="101"/>
                  </a:lnTo>
                  <a:lnTo>
                    <a:pt x="208" y="99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6" y="91"/>
                  </a:lnTo>
                  <a:lnTo>
                    <a:pt x="205" y="91"/>
                  </a:lnTo>
                  <a:lnTo>
                    <a:pt x="205" y="91"/>
                  </a:lnTo>
                  <a:lnTo>
                    <a:pt x="203" y="88"/>
                  </a:lnTo>
                  <a:lnTo>
                    <a:pt x="203" y="86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199" y="82"/>
                  </a:lnTo>
                  <a:lnTo>
                    <a:pt x="197" y="81"/>
                  </a:lnTo>
                  <a:lnTo>
                    <a:pt x="199" y="79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206" y="77"/>
                  </a:lnTo>
                  <a:lnTo>
                    <a:pt x="212" y="73"/>
                  </a:lnTo>
                  <a:lnTo>
                    <a:pt x="212" y="73"/>
                  </a:lnTo>
                  <a:lnTo>
                    <a:pt x="215" y="70"/>
                  </a:lnTo>
                  <a:lnTo>
                    <a:pt x="215" y="70"/>
                  </a:lnTo>
                  <a:lnTo>
                    <a:pt x="2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54968D4-A67D-49DE-946C-0D5F1344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526" y="2657839"/>
              <a:ext cx="387065" cy="278805"/>
            </a:xfrm>
            <a:custGeom>
              <a:avLst/>
              <a:gdLst>
                <a:gd name="T0" fmla="*/ 186 w 261"/>
                <a:gd name="T1" fmla="*/ 178 h 188"/>
                <a:gd name="T2" fmla="*/ 193 w 261"/>
                <a:gd name="T3" fmla="*/ 167 h 188"/>
                <a:gd name="T4" fmla="*/ 190 w 261"/>
                <a:gd name="T5" fmla="*/ 160 h 188"/>
                <a:gd name="T6" fmla="*/ 184 w 261"/>
                <a:gd name="T7" fmla="*/ 153 h 188"/>
                <a:gd name="T8" fmla="*/ 175 w 261"/>
                <a:gd name="T9" fmla="*/ 144 h 188"/>
                <a:gd name="T10" fmla="*/ 184 w 261"/>
                <a:gd name="T11" fmla="*/ 137 h 188"/>
                <a:gd name="T12" fmla="*/ 188 w 261"/>
                <a:gd name="T13" fmla="*/ 140 h 188"/>
                <a:gd name="T14" fmla="*/ 199 w 261"/>
                <a:gd name="T15" fmla="*/ 129 h 188"/>
                <a:gd name="T16" fmla="*/ 197 w 261"/>
                <a:gd name="T17" fmla="*/ 129 h 188"/>
                <a:gd name="T18" fmla="*/ 204 w 261"/>
                <a:gd name="T19" fmla="*/ 118 h 188"/>
                <a:gd name="T20" fmla="*/ 201 w 261"/>
                <a:gd name="T21" fmla="*/ 107 h 188"/>
                <a:gd name="T22" fmla="*/ 208 w 261"/>
                <a:gd name="T23" fmla="*/ 104 h 188"/>
                <a:gd name="T24" fmla="*/ 217 w 261"/>
                <a:gd name="T25" fmla="*/ 106 h 188"/>
                <a:gd name="T26" fmla="*/ 228 w 261"/>
                <a:gd name="T27" fmla="*/ 106 h 188"/>
                <a:gd name="T28" fmla="*/ 228 w 261"/>
                <a:gd name="T29" fmla="*/ 118 h 188"/>
                <a:gd name="T30" fmla="*/ 233 w 261"/>
                <a:gd name="T31" fmla="*/ 122 h 188"/>
                <a:gd name="T32" fmla="*/ 237 w 261"/>
                <a:gd name="T33" fmla="*/ 116 h 188"/>
                <a:gd name="T34" fmla="*/ 250 w 261"/>
                <a:gd name="T35" fmla="*/ 116 h 188"/>
                <a:gd name="T36" fmla="*/ 261 w 261"/>
                <a:gd name="T37" fmla="*/ 102 h 188"/>
                <a:gd name="T38" fmla="*/ 243 w 261"/>
                <a:gd name="T39" fmla="*/ 95 h 188"/>
                <a:gd name="T40" fmla="*/ 239 w 261"/>
                <a:gd name="T41" fmla="*/ 89 h 188"/>
                <a:gd name="T42" fmla="*/ 230 w 261"/>
                <a:gd name="T43" fmla="*/ 89 h 188"/>
                <a:gd name="T44" fmla="*/ 224 w 261"/>
                <a:gd name="T45" fmla="*/ 84 h 188"/>
                <a:gd name="T46" fmla="*/ 237 w 261"/>
                <a:gd name="T47" fmla="*/ 73 h 188"/>
                <a:gd name="T48" fmla="*/ 228 w 261"/>
                <a:gd name="T49" fmla="*/ 71 h 188"/>
                <a:gd name="T50" fmla="*/ 212 w 261"/>
                <a:gd name="T51" fmla="*/ 75 h 188"/>
                <a:gd name="T52" fmla="*/ 204 w 261"/>
                <a:gd name="T53" fmla="*/ 80 h 188"/>
                <a:gd name="T54" fmla="*/ 195 w 261"/>
                <a:gd name="T55" fmla="*/ 93 h 188"/>
                <a:gd name="T56" fmla="*/ 182 w 261"/>
                <a:gd name="T57" fmla="*/ 100 h 188"/>
                <a:gd name="T58" fmla="*/ 179 w 261"/>
                <a:gd name="T59" fmla="*/ 96 h 188"/>
                <a:gd name="T60" fmla="*/ 170 w 261"/>
                <a:gd name="T61" fmla="*/ 89 h 188"/>
                <a:gd name="T62" fmla="*/ 151 w 261"/>
                <a:gd name="T63" fmla="*/ 87 h 188"/>
                <a:gd name="T64" fmla="*/ 151 w 261"/>
                <a:gd name="T65" fmla="*/ 80 h 188"/>
                <a:gd name="T66" fmla="*/ 148 w 261"/>
                <a:gd name="T67" fmla="*/ 76 h 188"/>
                <a:gd name="T68" fmla="*/ 139 w 261"/>
                <a:gd name="T69" fmla="*/ 73 h 188"/>
                <a:gd name="T70" fmla="*/ 126 w 261"/>
                <a:gd name="T71" fmla="*/ 65 h 188"/>
                <a:gd name="T72" fmla="*/ 91 w 261"/>
                <a:gd name="T73" fmla="*/ 60 h 188"/>
                <a:gd name="T74" fmla="*/ 86 w 261"/>
                <a:gd name="T75" fmla="*/ 33 h 188"/>
                <a:gd name="T76" fmla="*/ 77 w 261"/>
                <a:gd name="T77" fmla="*/ 40 h 188"/>
                <a:gd name="T78" fmla="*/ 60 w 261"/>
                <a:gd name="T79" fmla="*/ 51 h 188"/>
                <a:gd name="T80" fmla="*/ 55 w 261"/>
                <a:gd name="T81" fmla="*/ 44 h 188"/>
                <a:gd name="T82" fmla="*/ 51 w 261"/>
                <a:gd name="T83" fmla="*/ 56 h 188"/>
                <a:gd name="T84" fmla="*/ 33 w 261"/>
                <a:gd name="T85" fmla="*/ 45 h 188"/>
                <a:gd name="T86" fmla="*/ 38 w 261"/>
                <a:gd name="T87" fmla="*/ 2 h 188"/>
                <a:gd name="T88" fmla="*/ 18 w 261"/>
                <a:gd name="T89" fmla="*/ 2 h 188"/>
                <a:gd name="T90" fmla="*/ 15 w 261"/>
                <a:gd name="T91" fmla="*/ 87 h 188"/>
                <a:gd name="T92" fmla="*/ 24 w 261"/>
                <a:gd name="T93" fmla="*/ 71 h 188"/>
                <a:gd name="T94" fmla="*/ 44 w 261"/>
                <a:gd name="T95" fmla="*/ 73 h 188"/>
                <a:gd name="T96" fmla="*/ 57 w 261"/>
                <a:gd name="T97" fmla="*/ 102 h 188"/>
                <a:gd name="T98" fmla="*/ 89 w 261"/>
                <a:gd name="T99" fmla="*/ 96 h 188"/>
                <a:gd name="T100" fmla="*/ 108 w 261"/>
                <a:gd name="T101" fmla="*/ 131 h 188"/>
                <a:gd name="T102" fmla="*/ 140 w 261"/>
                <a:gd name="T103" fmla="*/ 151 h 188"/>
                <a:gd name="T104" fmla="*/ 168 w 261"/>
                <a:gd name="T105" fmla="*/ 164 h 188"/>
                <a:gd name="T106" fmla="*/ 170 w 261"/>
                <a:gd name="T107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1" h="188">
                  <a:moveTo>
                    <a:pt x="182" y="186"/>
                  </a:moveTo>
                  <a:lnTo>
                    <a:pt x="182" y="186"/>
                  </a:lnTo>
                  <a:lnTo>
                    <a:pt x="184" y="184"/>
                  </a:lnTo>
                  <a:lnTo>
                    <a:pt x="186" y="178"/>
                  </a:lnTo>
                  <a:lnTo>
                    <a:pt x="186" y="178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92" y="171"/>
                  </a:lnTo>
                  <a:lnTo>
                    <a:pt x="192" y="171"/>
                  </a:lnTo>
                  <a:lnTo>
                    <a:pt x="193" y="167"/>
                  </a:lnTo>
                  <a:lnTo>
                    <a:pt x="193" y="166"/>
                  </a:lnTo>
                  <a:lnTo>
                    <a:pt x="190" y="164"/>
                  </a:lnTo>
                  <a:lnTo>
                    <a:pt x="190" y="164"/>
                  </a:lnTo>
                  <a:lnTo>
                    <a:pt x="190" y="162"/>
                  </a:lnTo>
                  <a:lnTo>
                    <a:pt x="190" y="160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51"/>
                  </a:lnTo>
                  <a:lnTo>
                    <a:pt x="192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1" y="151"/>
                  </a:lnTo>
                  <a:lnTo>
                    <a:pt x="177" y="146"/>
                  </a:lnTo>
                  <a:lnTo>
                    <a:pt x="177" y="146"/>
                  </a:lnTo>
                  <a:lnTo>
                    <a:pt x="175" y="144"/>
                  </a:lnTo>
                  <a:lnTo>
                    <a:pt x="175" y="140"/>
                  </a:lnTo>
                  <a:lnTo>
                    <a:pt x="175" y="138"/>
                  </a:lnTo>
                  <a:lnTo>
                    <a:pt x="179" y="138"/>
                  </a:lnTo>
                  <a:lnTo>
                    <a:pt x="179" y="138"/>
                  </a:lnTo>
                  <a:lnTo>
                    <a:pt x="184" y="137"/>
                  </a:lnTo>
                  <a:lnTo>
                    <a:pt x="186" y="137"/>
                  </a:lnTo>
                  <a:lnTo>
                    <a:pt x="186" y="138"/>
                  </a:lnTo>
                  <a:lnTo>
                    <a:pt x="186" y="138"/>
                  </a:lnTo>
                  <a:lnTo>
                    <a:pt x="186" y="140"/>
                  </a:lnTo>
                  <a:lnTo>
                    <a:pt x="188" y="140"/>
                  </a:lnTo>
                  <a:lnTo>
                    <a:pt x="190" y="138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9" y="131"/>
                  </a:lnTo>
                  <a:lnTo>
                    <a:pt x="199" y="129"/>
                  </a:lnTo>
                  <a:lnTo>
                    <a:pt x="199" y="127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7" y="129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2" y="120"/>
                  </a:lnTo>
                  <a:lnTo>
                    <a:pt x="202" y="120"/>
                  </a:lnTo>
                  <a:lnTo>
                    <a:pt x="204" y="118"/>
                  </a:lnTo>
                  <a:lnTo>
                    <a:pt x="204" y="116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2" y="113"/>
                  </a:lnTo>
                  <a:lnTo>
                    <a:pt x="201" y="107"/>
                  </a:lnTo>
                  <a:lnTo>
                    <a:pt x="201" y="107"/>
                  </a:lnTo>
                  <a:lnTo>
                    <a:pt x="202" y="106"/>
                  </a:lnTo>
                  <a:lnTo>
                    <a:pt x="20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106"/>
                  </a:lnTo>
                  <a:lnTo>
                    <a:pt x="213" y="107"/>
                  </a:lnTo>
                  <a:lnTo>
                    <a:pt x="213" y="107"/>
                  </a:lnTo>
                  <a:lnTo>
                    <a:pt x="215" y="107"/>
                  </a:lnTo>
                  <a:lnTo>
                    <a:pt x="217" y="106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2" y="98"/>
                  </a:lnTo>
                  <a:lnTo>
                    <a:pt x="224" y="96"/>
                  </a:lnTo>
                  <a:lnTo>
                    <a:pt x="228" y="106"/>
                  </a:lnTo>
                  <a:lnTo>
                    <a:pt x="221" y="111"/>
                  </a:lnTo>
                  <a:lnTo>
                    <a:pt x="221" y="115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8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30" y="122"/>
                  </a:lnTo>
                  <a:lnTo>
                    <a:pt x="232" y="124"/>
                  </a:lnTo>
                  <a:lnTo>
                    <a:pt x="233" y="122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6"/>
                  </a:lnTo>
                  <a:lnTo>
                    <a:pt x="235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6"/>
                  </a:lnTo>
                  <a:lnTo>
                    <a:pt x="246" y="118"/>
                  </a:lnTo>
                  <a:lnTo>
                    <a:pt x="246" y="118"/>
                  </a:lnTo>
                  <a:lnTo>
                    <a:pt x="250" y="116"/>
                  </a:lnTo>
                  <a:lnTo>
                    <a:pt x="253" y="111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1" y="102"/>
                  </a:lnTo>
                  <a:lnTo>
                    <a:pt x="261" y="102"/>
                  </a:lnTo>
                  <a:lnTo>
                    <a:pt x="257" y="102"/>
                  </a:lnTo>
                  <a:lnTo>
                    <a:pt x="253" y="100"/>
                  </a:lnTo>
                  <a:lnTo>
                    <a:pt x="253" y="100"/>
                  </a:lnTo>
                  <a:lnTo>
                    <a:pt x="248" y="96"/>
                  </a:lnTo>
                  <a:lnTo>
                    <a:pt x="243" y="95"/>
                  </a:lnTo>
                  <a:lnTo>
                    <a:pt x="243" y="95"/>
                  </a:lnTo>
                  <a:lnTo>
                    <a:pt x="239" y="9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89"/>
                  </a:lnTo>
                  <a:lnTo>
                    <a:pt x="239" y="89"/>
                  </a:lnTo>
                  <a:lnTo>
                    <a:pt x="233" y="91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28" y="87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22" y="86"/>
                  </a:lnTo>
                  <a:lnTo>
                    <a:pt x="224" y="84"/>
                  </a:lnTo>
                  <a:lnTo>
                    <a:pt x="230" y="82"/>
                  </a:lnTo>
                  <a:lnTo>
                    <a:pt x="230" y="82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5" y="69"/>
                  </a:lnTo>
                  <a:lnTo>
                    <a:pt x="235" y="69"/>
                  </a:lnTo>
                  <a:lnTo>
                    <a:pt x="232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2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2" y="75"/>
                  </a:lnTo>
                  <a:lnTo>
                    <a:pt x="210" y="76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1" y="82"/>
                  </a:lnTo>
                  <a:lnTo>
                    <a:pt x="201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5" y="93"/>
                  </a:lnTo>
                  <a:lnTo>
                    <a:pt x="195" y="93"/>
                  </a:lnTo>
                  <a:lnTo>
                    <a:pt x="186" y="93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2" y="100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98"/>
                  </a:lnTo>
                  <a:lnTo>
                    <a:pt x="179" y="96"/>
                  </a:lnTo>
                  <a:lnTo>
                    <a:pt x="179" y="93"/>
                  </a:lnTo>
                  <a:lnTo>
                    <a:pt x="179" y="93"/>
                  </a:lnTo>
                  <a:lnTo>
                    <a:pt x="177" y="91"/>
                  </a:lnTo>
                  <a:lnTo>
                    <a:pt x="173" y="89"/>
                  </a:lnTo>
                  <a:lnTo>
                    <a:pt x="170" y="89"/>
                  </a:lnTo>
                  <a:lnTo>
                    <a:pt x="166" y="89"/>
                  </a:lnTo>
                  <a:lnTo>
                    <a:pt x="166" y="89"/>
                  </a:lnTo>
                  <a:lnTo>
                    <a:pt x="164" y="91"/>
                  </a:lnTo>
                  <a:lnTo>
                    <a:pt x="159" y="89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0" y="86"/>
                  </a:lnTo>
                  <a:lnTo>
                    <a:pt x="150" y="84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48" y="76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3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39" y="73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0" y="62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19" y="64"/>
                  </a:lnTo>
                  <a:lnTo>
                    <a:pt x="108" y="62"/>
                  </a:lnTo>
                  <a:lnTo>
                    <a:pt x="108" y="62"/>
                  </a:lnTo>
                  <a:lnTo>
                    <a:pt x="97" y="60"/>
                  </a:lnTo>
                  <a:lnTo>
                    <a:pt x="91" y="60"/>
                  </a:lnTo>
                  <a:lnTo>
                    <a:pt x="91" y="60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8" y="36"/>
                  </a:lnTo>
                  <a:lnTo>
                    <a:pt x="86" y="33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5" y="44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9"/>
                  </a:lnTo>
                  <a:lnTo>
                    <a:pt x="55" y="53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1" y="56"/>
                  </a:lnTo>
                  <a:lnTo>
                    <a:pt x="49" y="56"/>
                  </a:lnTo>
                  <a:lnTo>
                    <a:pt x="49" y="5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22"/>
                  </a:lnTo>
                  <a:lnTo>
                    <a:pt x="35" y="13"/>
                  </a:lnTo>
                  <a:lnTo>
                    <a:pt x="37" y="4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7" y="5"/>
                  </a:lnTo>
                  <a:lnTo>
                    <a:pt x="2" y="9"/>
                  </a:lnTo>
                  <a:lnTo>
                    <a:pt x="0" y="86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3" y="80"/>
                  </a:lnTo>
                  <a:lnTo>
                    <a:pt x="11" y="75"/>
                  </a:lnTo>
                  <a:lnTo>
                    <a:pt x="15" y="71"/>
                  </a:lnTo>
                  <a:lnTo>
                    <a:pt x="24" y="71"/>
                  </a:lnTo>
                  <a:lnTo>
                    <a:pt x="28" y="65"/>
                  </a:lnTo>
                  <a:lnTo>
                    <a:pt x="33" y="60"/>
                  </a:lnTo>
                  <a:lnTo>
                    <a:pt x="37" y="62"/>
                  </a:lnTo>
                  <a:lnTo>
                    <a:pt x="40" y="64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55" y="87"/>
                  </a:lnTo>
                  <a:lnTo>
                    <a:pt x="57" y="95"/>
                  </a:lnTo>
                  <a:lnTo>
                    <a:pt x="53" y="98"/>
                  </a:lnTo>
                  <a:lnTo>
                    <a:pt x="57" y="102"/>
                  </a:lnTo>
                  <a:lnTo>
                    <a:pt x="62" y="104"/>
                  </a:lnTo>
                  <a:lnTo>
                    <a:pt x="69" y="100"/>
                  </a:lnTo>
                  <a:lnTo>
                    <a:pt x="73" y="96"/>
                  </a:lnTo>
                  <a:lnTo>
                    <a:pt x="82" y="98"/>
                  </a:lnTo>
                  <a:lnTo>
                    <a:pt x="89" y="96"/>
                  </a:lnTo>
                  <a:lnTo>
                    <a:pt x="97" y="106"/>
                  </a:lnTo>
                  <a:lnTo>
                    <a:pt x="95" y="113"/>
                  </a:lnTo>
                  <a:lnTo>
                    <a:pt x="100" y="118"/>
                  </a:lnTo>
                  <a:lnTo>
                    <a:pt x="106" y="124"/>
                  </a:lnTo>
                  <a:lnTo>
                    <a:pt x="108" y="131"/>
                  </a:lnTo>
                  <a:lnTo>
                    <a:pt x="113" y="137"/>
                  </a:lnTo>
                  <a:lnTo>
                    <a:pt x="119" y="140"/>
                  </a:lnTo>
                  <a:lnTo>
                    <a:pt x="126" y="147"/>
                  </a:lnTo>
                  <a:lnTo>
                    <a:pt x="131" y="153"/>
                  </a:lnTo>
                  <a:lnTo>
                    <a:pt x="140" y="151"/>
                  </a:lnTo>
                  <a:lnTo>
                    <a:pt x="146" y="157"/>
                  </a:lnTo>
                  <a:lnTo>
                    <a:pt x="153" y="157"/>
                  </a:lnTo>
                  <a:lnTo>
                    <a:pt x="159" y="160"/>
                  </a:lnTo>
                  <a:lnTo>
                    <a:pt x="164" y="160"/>
                  </a:lnTo>
                  <a:lnTo>
                    <a:pt x="168" y="164"/>
                  </a:lnTo>
                  <a:lnTo>
                    <a:pt x="159" y="167"/>
                  </a:lnTo>
                  <a:lnTo>
                    <a:pt x="157" y="173"/>
                  </a:lnTo>
                  <a:lnTo>
                    <a:pt x="157" y="180"/>
                  </a:lnTo>
                  <a:lnTo>
                    <a:pt x="164" y="182"/>
                  </a:lnTo>
                  <a:lnTo>
                    <a:pt x="170" y="188"/>
                  </a:lnTo>
                  <a:lnTo>
                    <a:pt x="177" y="188"/>
                  </a:lnTo>
                  <a:lnTo>
                    <a:pt x="182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54253FB-EF8D-46A8-AC18-921E6E1BF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200" y="2516953"/>
              <a:ext cx="1348052" cy="783026"/>
            </a:xfrm>
            <a:custGeom>
              <a:avLst/>
              <a:gdLst>
                <a:gd name="T0" fmla="*/ 767 w 909"/>
                <a:gd name="T1" fmla="*/ 224 h 528"/>
                <a:gd name="T2" fmla="*/ 523 w 909"/>
                <a:gd name="T3" fmla="*/ 432 h 528"/>
                <a:gd name="T4" fmla="*/ 812 w 909"/>
                <a:gd name="T5" fmla="*/ 201 h 528"/>
                <a:gd name="T6" fmla="*/ 862 w 909"/>
                <a:gd name="T7" fmla="*/ 173 h 528"/>
                <a:gd name="T8" fmla="*/ 809 w 909"/>
                <a:gd name="T9" fmla="*/ 106 h 528"/>
                <a:gd name="T10" fmla="*/ 38 w 909"/>
                <a:gd name="T11" fmla="*/ 49 h 528"/>
                <a:gd name="T12" fmla="*/ 42 w 909"/>
                <a:gd name="T13" fmla="*/ 26 h 528"/>
                <a:gd name="T14" fmla="*/ 896 w 909"/>
                <a:gd name="T15" fmla="*/ 84 h 528"/>
                <a:gd name="T16" fmla="*/ 876 w 909"/>
                <a:gd name="T17" fmla="*/ 49 h 528"/>
                <a:gd name="T18" fmla="*/ 843 w 909"/>
                <a:gd name="T19" fmla="*/ 93 h 528"/>
                <a:gd name="T20" fmla="*/ 770 w 909"/>
                <a:gd name="T21" fmla="*/ 113 h 528"/>
                <a:gd name="T22" fmla="*/ 692 w 909"/>
                <a:gd name="T23" fmla="*/ 170 h 528"/>
                <a:gd name="T24" fmla="*/ 656 w 909"/>
                <a:gd name="T25" fmla="*/ 175 h 528"/>
                <a:gd name="T26" fmla="*/ 661 w 909"/>
                <a:gd name="T27" fmla="*/ 157 h 528"/>
                <a:gd name="T28" fmla="*/ 647 w 909"/>
                <a:gd name="T29" fmla="*/ 100 h 528"/>
                <a:gd name="T30" fmla="*/ 616 w 909"/>
                <a:gd name="T31" fmla="*/ 102 h 528"/>
                <a:gd name="T32" fmla="*/ 592 w 909"/>
                <a:gd name="T33" fmla="*/ 175 h 528"/>
                <a:gd name="T34" fmla="*/ 581 w 909"/>
                <a:gd name="T35" fmla="*/ 104 h 528"/>
                <a:gd name="T36" fmla="*/ 616 w 909"/>
                <a:gd name="T37" fmla="*/ 75 h 528"/>
                <a:gd name="T38" fmla="*/ 641 w 909"/>
                <a:gd name="T39" fmla="*/ 77 h 528"/>
                <a:gd name="T40" fmla="*/ 586 w 909"/>
                <a:gd name="T41" fmla="*/ 64 h 528"/>
                <a:gd name="T42" fmla="*/ 574 w 909"/>
                <a:gd name="T43" fmla="*/ 49 h 528"/>
                <a:gd name="T44" fmla="*/ 530 w 909"/>
                <a:gd name="T45" fmla="*/ 55 h 528"/>
                <a:gd name="T46" fmla="*/ 543 w 909"/>
                <a:gd name="T47" fmla="*/ 24 h 528"/>
                <a:gd name="T48" fmla="*/ 499 w 909"/>
                <a:gd name="T49" fmla="*/ 15 h 528"/>
                <a:gd name="T50" fmla="*/ 470 w 909"/>
                <a:gd name="T51" fmla="*/ 0 h 528"/>
                <a:gd name="T52" fmla="*/ 0 w 909"/>
                <a:gd name="T53" fmla="*/ 24 h 528"/>
                <a:gd name="T54" fmla="*/ 14 w 909"/>
                <a:gd name="T55" fmla="*/ 111 h 528"/>
                <a:gd name="T56" fmla="*/ 12 w 909"/>
                <a:gd name="T57" fmla="*/ 215 h 528"/>
                <a:gd name="T58" fmla="*/ 40 w 909"/>
                <a:gd name="T59" fmla="*/ 257 h 528"/>
                <a:gd name="T60" fmla="*/ 56 w 909"/>
                <a:gd name="T61" fmla="*/ 306 h 528"/>
                <a:gd name="T62" fmla="*/ 73 w 909"/>
                <a:gd name="T63" fmla="*/ 339 h 528"/>
                <a:gd name="T64" fmla="*/ 116 w 909"/>
                <a:gd name="T65" fmla="*/ 374 h 528"/>
                <a:gd name="T66" fmla="*/ 304 w 909"/>
                <a:gd name="T67" fmla="*/ 412 h 528"/>
                <a:gd name="T68" fmla="*/ 339 w 909"/>
                <a:gd name="T69" fmla="*/ 437 h 528"/>
                <a:gd name="T70" fmla="*/ 377 w 909"/>
                <a:gd name="T71" fmla="*/ 459 h 528"/>
                <a:gd name="T72" fmla="*/ 401 w 909"/>
                <a:gd name="T73" fmla="*/ 505 h 528"/>
                <a:gd name="T74" fmla="*/ 424 w 909"/>
                <a:gd name="T75" fmla="*/ 488 h 528"/>
                <a:gd name="T76" fmla="*/ 448 w 909"/>
                <a:gd name="T77" fmla="*/ 459 h 528"/>
                <a:gd name="T78" fmla="*/ 499 w 909"/>
                <a:gd name="T79" fmla="*/ 432 h 528"/>
                <a:gd name="T80" fmla="*/ 539 w 909"/>
                <a:gd name="T81" fmla="*/ 436 h 528"/>
                <a:gd name="T82" fmla="*/ 557 w 909"/>
                <a:gd name="T83" fmla="*/ 437 h 528"/>
                <a:gd name="T84" fmla="*/ 557 w 909"/>
                <a:gd name="T85" fmla="*/ 419 h 528"/>
                <a:gd name="T86" fmla="*/ 599 w 909"/>
                <a:gd name="T87" fmla="*/ 421 h 528"/>
                <a:gd name="T88" fmla="*/ 627 w 909"/>
                <a:gd name="T89" fmla="*/ 434 h 528"/>
                <a:gd name="T90" fmla="*/ 657 w 909"/>
                <a:gd name="T91" fmla="*/ 477 h 528"/>
                <a:gd name="T92" fmla="*/ 681 w 909"/>
                <a:gd name="T93" fmla="*/ 518 h 528"/>
                <a:gd name="T94" fmla="*/ 687 w 909"/>
                <a:gd name="T95" fmla="*/ 456 h 528"/>
                <a:gd name="T96" fmla="*/ 678 w 909"/>
                <a:gd name="T97" fmla="*/ 417 h 528"/>
                <a:gd name="T98" fmla="*/ 688 w 909"/>
                <a:gd name="T99" fmla="*/ 390 h 528"/>
                <a:gd name="T100" fmla="*/ 718 w 909"/>
                <a:gd name="T101" fmla="*/ 363 h 528"/>
                <a:gd name="T102" fmla="*/ 750 w 909"/>
                <a:gd name="T103" fmla="*/ 334 h 528"/>
                <a:gd name="T104" fmla="*/ 756 w 909"/>
                <a:gd name="T105" fmla="*/ 303 h 528"/>
                <a:gd name="T106" fmla="*/ 754 w 909"/>
                <a:gd name="T107" fmla="*/ 275 h 528"/>
                <a:gd name="T108" fmla="*/ 750 w 909"/>
                <a:gd name="T109" fmla="*/ 255 h 528"/>
                <a:gd name="T110" fmla="*/ 767 w 909"/>
                <a:gd name="T111" fmla="*/ 228 h 528"/>
                <a:gd name="T112" fmla="*/ 778 w 909"/>
                <a:gd name="T113" fmla="*/ 262 h 528"/>
                <a:gd name="T114" fmla="*/ 796 w 909"/>
                <a:gd name="T115" fmla="*/ 204 h 528"/>
                <a:gd name="T116" fmla="*/ 831 w 909"/>
                <a:gd name="T117" fmla="*/ 179 h 528"/>
                <a:gd name="T118" fmla="*/ 854 w 909"/>
                <a:gd name="T119" fmla="*/ 173 h 528"/>
                <a:gd name="T120" fmla="*/ 860 w 909"/>
                <a:gd name="T121" fmla="*/ 131 h 528"/>
                <a:gd name="T122" fmla="*/ 903 w 909"/>
                <a:gd name="T123" fmla="*/ 99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9" h="528">
                  <a:moveTo>
                    <a:pt x="772" y="264"/>
                  </a:moveTo>
                  <a:lnTo>
                    <a:pt x="774" y="270"/>
                  </a:lnTo>
                  <a:lnTo>
                    <a:pt x="774" y="270"/>
                  </a:lnTo>
                  <a:lnTo>
                    <a:pt x="774" y="266"/>
                  </a:lnTo>
                  <a:lnTo>
                    <a:pt x="774" y="266"/>
                  </a:lnTo>
                  <a:lnTo>
                    <a:pt x="772" y="264"/>
                  </a:lnTo>
                  <a:lnTo>
                    <a:pt x="772" y="264"/>
                  </a:lnTo>
                  <a:close/>
                  <a:moveTo>
                    <a:pt x="770" y="221"/>
                  </a:moveTo>
                  <a:lnTo>
                    <a:pt x="770" y="221"/>
                  </a:lnTo>
                  <a:lnTo>
                    <a:pt x="772" y="221"/>
                  </a:lnTo>
                  <a:lnTo>
                    <a:pt x="772" y="222"/>
                  </a:lnTo>
                  <a:lnTo>
                    <a:pt x="770" y="226"/>
                  </a:lnTo>
                  <a:lnTo>
                    <a:pt x="770" y="226"/>
                  </a:lnTo>
                  <a:lnTo>
                    <a:pt x="767" y="226"/>
                  </a:lnTo>
                  <a:lnTo>
                    <a:pt x="767" y="224"/>
                  </a:lnTo>
                  <a:lnTo>
                    <a:pt x="769" y="222"/>
                  </a:lnTo>
                  <a:lnTo>
                    <a:pt x="770" y="221"/>
                  </a:lnTo>
                  <a:lnTo>
                    <a:pt x="770" y="221"/>
                  </a:lnTo>
                  <a:close/>
                  <a:moveTo>
                    <a:pt x="539" y="441"/>
                  </a:moveTo>
                  <a:lnTo>
                    <a:pt x="543" y="448"/>
                  </a:lnTo>
                  <a:lnTo>
                    <a:pt x="543" y="448"/>
                  </a:lnTo>
                  <a:lnTo>
                    <a:pt x="546" y="448"/>
                  </a:lnTo>
                  <a:lnTo>
                    <a:pt x="548" y="446"/>
                  </a:lnTo>
                  <a:lnTo>
                    <a:pt x="546" y="443"/>
                  </a:lnTo>
                  <a:lnTo>
                    <a:pt x="539" y="441"/>
                  </a:lnTo>
                  <a:lnTo>
                    <a:pt x="539" y="441"/>
                  </a:lnTo>
                  <a:close/>
                  <a:moveTo>
                    <a:pt x="523" y="428"/>
                  </a:moveTo>
                  <a:lnTo>
                    <a:pt x="523" y="428"/>
                  </a:lnTo>
                  <a:lnTo>
                    <a:pt x="524" y="430"/>
                  </a:lnTo>
                  <a:lnTo>
                    <a:pt x="523" y="432"/>
                  </a:lnTo>
                  <a:lnTo>
                    <a:pt x="521" y="434"/>
                  </a:lnTo>
                  <a:lnTo>
                    <a:pt x="521" y="434"/>
                  </a:lnTo>
                  <a:lnTo>
                    <a:pt x="521" y="430"/>
                  </a:lnTo>
                  <a:lnTo>
                    <a:pt x="521" y="428"/>
                  </a:lnTo>
                  <a:lnTo>
                    <a:pt x="523" y="428"/>
                  </a:lnTo>
                  <a:lnTo>
                    <a:pt x="523" y="428"/>
                  </a:lnTo>
                  <a:close/>
                  <a:moveTo>
                    <a:pt x="816" y="191"/>
                  </a:moveTo>
                  <a:lnTo>
                    <a:pt x="811" y="197"/>
                  </a:lnTo>
                  <a:lnTo>
                    <a:pt x="811" y="197"/>
                  </a:lnTo>
                  <a:lnTo>
                    <a:pt x="807" y="197"/>
                  </a:lnTo>
                  <a:lnTo>
                    <a:pt x="803" y="197"/>
                  </a:lnTo>
                  <a:lnTo>
                    <a:pt x="803" y="197"/>
                  </a:lnTo>
                  <a:lnTo>
                    <a:pt x="801" y="199"/>
                  </a:lnTo>
                  <a:lnTo>
                    <a:pt x="803" y="199"/>
                  </a:lnTo>
                  <a:lnTo>
                    <a:pt x="812" y="201"/>
                  </a:lnTo>
                  <a:lnTo>
                    <a:pt x="829" y="202"/>
                  </a:lnTo>
                  <a:lnTo>
                    <a:pt x="829" y="202"/>
                  </a:lnTo>
                  <a:lnTo>
                    <a:pt x="829" y="201"/>
                  </a:lnTo>
                  <a:lnTo>
                    <a:pt x="831" y="199"/>
                  </a:lnTo>
                  <a:lnTo>
                    <a:pt x="831" y="195"/>
                  </a:lnTo>
                  <a:lnTo>
                    <a:pt x="831" y="195"/>
                  </a:lnTo>
                  <a:lnTo>
                    <a:pt x="832" y="193"/>
                  </a:lnTo>
                  <a:lnTo>
                    <a:pt x="831" y="193"/>
                  </a:lnTo>
                  <a:lnTo>
                    <a:pt x="827" y="193"/>
                  </a:lnTo>
                  <a:lnTo>
                    <a:pt x="821" y="191"/>
                  </a:lnTo>
                  <a:lnTo>
                    <a:pt x="816" y="191"/>
                  </a:lnTo>
                  <a:lnTo>
                    <a:pt x="816" y="191"/>
                  </a:lnTo>
                  <a:close/>
                  <a:moveTo>
                    <a:pt x="863" y="170"/>
                  </a:moveTo>
                  <a:lnTo>
                    <a:pt x="863" y="170"/>
                  </a:lnTo>
                  <a:lnTo>
                    <a:pt x="862" y="173"/>
                  </a:lnTo>
                  <a:lnTo>
                    <a:pt x="860" y="175"/>
                  </a:lnTo>
                  <a:lnTo>
                    <a:pt x="863" y="175"/>
                  </a:lnTo>
                  <a:lnTo>
                    <a:pt x="863" y="175"/>
                  </a:lnTo>
                  <a:lnTo>
                    <a:pt x="865" y="171"/>
                  </a:lnTo>
                  <a:lnTo>
                    <a:pt x="865" y="170"/>
                  </a:lnTo>
                  <a:lnTo>
                    <a:pt x="863" y="170"/>
                  </a:lnTo>
                  <a:lnTo>
                    <a:pt x="863" y="170"/>
                  </a:lnTo>
                  <a:close/>
                  <a:moveTo>
                    <a:pt x="811" y="106"/>
                  </a:moveTo>
                  <a:lnTo>
                    <a:pt x="811" y="106"/>
                  </a:lnTo>
                  <a:lnTo>
                    <a:pt x="812" y="108"/>
                  </a:lnTo>
                  <a:lnTo>
                    <a:pt x="811" y="111"/>
                  </a:lnTo>
                  <a:lnTo>
                    <a:pt x="809" y="113"/>
                  </a:lnTo>
                  <a:lnTo>
                    <a:pt x="809" y="113"/>
                  </a:lnTo>
                  <a:lnTo>
                    <a:pt x="809" y="108"/>
                  </a:lnTo>
                  <a:lnTo>
                    <a:pt x="809" y="106"/>
                  </a:lnTo>
                  <a:lnTo>
                    <a:pt x="811" y="106"/>
                  </a:lnTo>
                  <a:lnTo>
                    <a:pt x="811" y="106"/>
                  </a:lnTo>
                  <a:close/>
                  <a:moveTo>
                    <a:pt x="601" y="82"/>
                  </a:moveTo>
                  <a:lnTo>
                    <a:pt x="603" y="86"/>
                  </a:lnTo>
                  <a:lnTo>
                    <a:pt x="603" y="86"/>
                  </a:lnTo>
                  <a:lnTo>
                    <a:pt x="603" y="82"/>
                  </a:lnTo>
                  <a:lnTo>
                    <a:pt x="603" y="82"/>
                  </a:lnTo>
                  <a:lnTo>
                    <a:pt x="601" y="82"/>
                  </a:lnTo>
                  <a:lnTo>
                    <a:pt x="601" y="82"/>
                  </a:lnTo>
                  <a:close/>
                  <a:moveTo>
                    <a:pt x="36" y="48"/>
                  </a:moveTo>
                  <a:lnTo>
                    <a:pt x="36" y="48"/>
                  </a:lnTo>
                  <a:lnTo>
                    <a:pt x="38" y="48"/>
                  </a:lnTo>
                  <a:lnTo>
                    <a:pt x="38" y="48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1" y="53"/>
                  </a:lnTo>
                  <a:lnTo>
                    <a:pt x="29" y="53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6" y="48"/>
                  </a:lnTo>
                  <a:lnTo>
                    <a:pt x="36" y="48"/>
                  </a:lnTo>
                  <a:close/>
                  <a:moveTo>
                    <a:pt x="42" y="26"/>
                  </a:moveTo>
                  <a:lnTo>
                    <a:pt x="42" y="2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1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2" y="26"/>
                  </a:lnTo>
                  <a:lnTo>
                    <a:pt x="42" y="26"/>
                  </a:lnTo>
                  <a:close/>
                  <a:moveTo>
                    <a:pt x="907" y="100"/>
                  </a:moveTo>
                  <a:lnTo>
                    <a:pt x="909" y="99"/>
                  </a:lnTo>
                  <a:lnTo>
                    <a:pt x="909" y="99"/>
                  </a:lnTo>
                  <a:lnTo>
                    <a:pt x="907" y="97"/>
                  </a:lnTo>
                  <a:lnTo>
                    <a:pt x="903" y="97"/>
                  </a:lnTo>
                  <a:lnTo>
                    <a:pt x="903" y="97"/>
                  </a:lnTo>
                  <a:lnTo>
                    <a:pt x="903" y="95"/>
                  </a:lnTo>
                  <a:lnTo>
                    <a:pt x="902" y="93"/>
                  </a:lnTo>
                  <a:lnTo>
                    <a:pt x="903" y="86"/>
                  </a:lnTo>
                  <a:lnTo>
                    <a:pt x="903" y="86"/>
                  </a:lnTo>
                  <a:lnTo>
                    <a:pt x="902" y="84"/>
                  </a:lnTo>
                  <a:lnTo>
                    <a:pt x="900" y="84"/>
                  </a:lnTo>
                  <a:lnTo>
                    <a:pt x="896" y="84"/>
                  </a:lnTo>
                  <a:lnTo>
                    <a:pt x="896" y="84"/>
                  </a:lnTo>
                  <a:lnTo>
                    <a:pt x="896" y="77"/>
                  </a:lnTo>
                  <a:lnTo>
                    <a:pt x="896" y="62"/>
                  </a:lnTo>
                  <a:lnTo>
                    <a:pt x="896" y="62"/>
                  </a:lnTo>
                  <a:lnTo>
                    <a:pt x="896" y="57"/>
                  </a:lnTo>
                  <a:lnTo>
                    <a:pt x="894" y="53"/>
                  </a:lnTo>
                  <a:lnTo>
                    <a:pt x="891" y="51"/>
                  </a:lnTo>
                  <a:lnTo>
                    <a:pt x="887" y="49"/>
                  </a:lnTo>
                  <a:lnTo>
                    <a:pt x="887" y="49"/>
                  </a:lnTo>
                  <a:lnTo>
                    <a:pt x="883" y="49"/>
                  </a:lnTo>
                  <a:lnTo>
                    <a:pt x="882" y="49"/>
                  </a:lnTo>
                  <a:lnTo>
                    <a:pt x="880" y="53"/>
                  </a:lnTo>
                  <a:lnTo>
                    <a:pt x="878" y="55"/>
                  </a:lnTo>
                  <a:lnTo>
                    <a:pt x="878" y="53"/>
                  </a:lnTo>
                  <a:lnTo>
                    <a:pt x="878" y="53"/>
                  </a:lnTo>
                  <a:lnTo>
                    <a:pt x="876" y="49"/>
                  </a:lnTo>
                  <a:lnTo>
                    <a:pt x="874" y="49"/>
                  </a:lnTo>
                  <a:lnTo>
                    <a:pt x="871" y="51"/>
                  </a:lnTo>
                  <a:lnTo>
                    <a:pt x="867" y="60"/>
                  </a:lnTo>
                  <a:lnTo>
                    <a:pt x="867" y="60"/>
                  </a:lnTo>
                  <a:lnTo>
                    <a:pt x="865" y="66"/>
                  </a:lnTo>
                  <a:lnTo>
                    <a:pt x="863" y="69"/>
                  </a:lnTo>
                  <a:lnTo>
                    <a:pt x="863" y="71"/>
                  </a:lnTo>
                  <a:lnTo>
                    <a:pt x="863" y="71"/>
                  </a:lnTo>
                  <a:lnTo>
                    <a:pt x="862" y="75"/>
                  </a:lnTo>
                  <a:lnTo>
                    <a:pt x="858" y="80"/>
                  </a:lnTo>
                  <a:lnTo>
                    <a:pt x="849" y="86"/>
                  </a:lnTo>
                  <a:lnTo>
                    <a:pt x="849" y="86"/>
                  </a:lnTo>
                  <a:lnTo>
                    <a:pt x="845" y="89"/>
                  </a:lnTo>
                  <a:lnTo>
                    <a:pt x="843" y="93"/>
                  </a:lnTo>
                  <a:lnTo>
                    <a:pt x="843" y="93"/>
                  </a:lnTo>
                  <a:lnTo>
                    <a:pt x="821" y="95"/>
                  </a:lnTo>
                  <a:lnTo>
                    <a:pt x="807" y="99"/>
                  </a:lnTo>
                  <a:lnTo>
                    <a:pt x="798" y="99"/>
                  </a:lnTo>
                  <a:lnTo>
                    <a:pt x="798" y="99"/>
                  </a:lnTo>
                  <a:lnTo>
                    <a:pt x="794" y="97"/>
                  </a:lnTo>
                  <a:lnTo>
                    <a:pt x="792" y="97"/>
                  </a:lnTo>
                  <a:lnTo>
                    <a:pt x="780" y="102"/>
                  </a:lnTo>
                  <a:lnTo>
                    <a:pt x="780" y="102"/>
                  </a:lnTo>
                  <a:lnTo>
                    <a:pt x="772" y="108"/>
                  </a:lnTo>
                  <a:lnTo>
                    <a:pt x="769" y="111"/>
                  </a:lnTo>
                  <a:lnTo>
                    <a:pt x="767" y="115"/>
                  </a:lnTo>
                  <a:lnTo>
                    <a:pt x="763" y="119"/>
                  </a:lnTo>
                  <a:lnTo>
                    <a:pt x="763" y="119"/>
                  </a:lnTo>
                  <a:lnTo>
                    <a:pt x="770" y="113"/>
                  </a:lnTo>
                  <a:lnTo>
                    <a:pt x="770" y="113"/>
                  </a:lnTo>
                  <a:lnTo>
                    <a:pt x="767" y="124"/>
                  </a:lnTo>
                  <a:lnTo>
                    <a:pt x="761" y="131"/>
                  </a:lnTo>
                  <a:lnTo>
                    <a:pt x="758" y="137"/>
                  </a:lnTo>
                  <a:lnTo>
                    <a:pt x="752" y="139"/>
                  </a:lnTo>
                  <a:lnTo>
                    <a:pt x="745" y="140"/>
                  </a:lnTo>
                  <a:lnTo>
                    <a:pt x="736" y="140"/>
                  </a:lnTo>
                  <a:lnTo>
                    <a:pt x="716" y="140"/>
                  </a:lnTo>
                  <a:lnTo>
                    <a:pt x="716" y="140"/>
                  </a:lnTo>
                  <a:lnTo>
                    <a:pt x="716" y="146"/>
                  </a:lnTo>
                  <a:lnTo>
                    <a:pt x="718" y="150"/>
                  </a:lnTo>
                  <a:lnTo>
                    <a:pt x="718" y="150"/>
                  </a:lnTo>
                  <a:lnTo>
                    <a:pt x="707" y="162"/>
                  </a:lnTo>
                  <a:lnTo>
                    <a:pt x="699" y="166"/>
                  </a:lnTo>
                  <a:lnTo>
                    <a:pt x="692" y="170"/>
                  </a:lnTo>
                  <a:lnTo>
                    <a:pt x="692" y="170"/>
                  </a:lnTo>
                  <a:lnTo>
                    <a:pt x="685" y="170"/>
                  </a:lnTo>
                  <a:lnTo>
                    <a:pt x="681" y="170"/>
                  </a:lnTo>
                  <a:lnTo>
                    <a:pt x="679" y="170"/>
                  </a:lnTo>
                  <a:lnTo>
                    <a:pt x="679" y="175"/>
                  </a:lnTo>
                  <a:lnTo>
                    <a:pt x="679" y="175"/>
                  </a:lnTo>
                  <a:lnTo>
                    <a:pt x="676" y="179"/>
                  </a:lnTo>
                  <a:lnTo>
                    <a:pt x="670" y="181"/>
                  </a:lnTo>
                  <a:lnTo>
                    <a:pt x="663" y="184"/>
                  </a:lnTo>
                  <a:lnTo>
                    <a:pt x="657" y="184"/>
                  </a:lnTo>
                  <a:lnTo>
                    <a:pt x="656" y="179"/>
                  </a:lnTo>
                  <a:lnTo>
                    <a:pt x="656" y="179"/>
                  </a:lnTo>
                  <a:lnTo>
                    <a:pt x="657" y="181"/>
                  </a:lnTo>
                  <a:lnTo>
                    <a:pt x="657" y="179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0" y="175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52" y="164"/>
                  </a:lnTo>
                  <a:lnTo>
                    <a:pt x="652" y="164"/>
                  </a:lnTo>
                  <a:lnTo>
                    <a:pt x="656" y="162"/>
                  </a:lnTo>
                  <a:lnTo>
                    <a:pt x="656" y="162"/>
                  </a:lnTo>
                  <a:lnTo>
                    <a:pt x="657" y="159"/>
                  </a:lnTo>
                  <a:lnTo>
                    <a:pt x="657" y="159"/>
                  </a:lnTo>
                  <a:lnTo>
                    <a:pt x="659" y="155"/>
                  </a:lnTo>
                  <a:lnTo>
                    <a:pt x="663" y="150"/>
                  </a:lnTo>
                  <a:lnTo>
                    <a:pt x="663" y="150"/>
                  </a:lnTo>
                  <a:lnTo>
                    <a:pt x="661" y="153"/>
                  </a:lnTo>
                  <a:lnTo>
                    <a:pt x="661" y="157"/>
                  </a:lnTo>
                  <a:lnTo>
                    <a:pt x="661" y="157"/>
                  </a:lnTo>
                  <a:lnTo>
                    <a:pt x="663" y="153"/>
                  </a:lnTo>
                  <a:lnTo>
                    <a:pt x="663" y="153"/>
                  </a:lnTo>
                  <a:lnTo>
                    <a:pt x="665" y="144"/>
                  </a:lnTo>
                  <a:lnTo>
                    <a:pt x="665" y="144"/>
                  </a:lnTo>
                  <a:lnTo>
                    <a:pt x="657" y="124"/>
                  </a:lnTo>
                  <a:lnTo>
                    <a:pt x="657" y="124"/>
                  </a:lnTo>
                  <a:lnTo>
                    <a:pt x="650" y="124"/>
                  </a:lnTo>
                  <a:lnTo>
                    <a:pt x="650" y="124"/>
                  </a:lnTo>
                  <a:lnTo>
                    <a:pt x="648" y="126"/>
                  </a:lnTo>
                  <a:lnTo>
                    <a:pt x="647" y="128"/>
                  </a:lnTo>
                  <a:lnTo>
                    <a:pt x="643" y="131"/>
                  </a:lnTo>
                  <a:lnTo>
                    <a:pt x="643" y="131"/>
                  </a:lnTo>
                  <a:lnTo>
                    <a:pt x="647" y="119"/>
                  </a:lnTo>
                  <a:lnTo>
                    <a:pt x="648" y="109"/>
                  </a:lnTo>
                  <a:lnTo>
                    <a:pt x="647" y="100"/>
                  </a:lnTo>
                  <a:lnTo>
                    <a:pt x="643" y="89"/>
                  </a:lnTo>
                  <a:lnTo>
                    <a:pt x="643" y="89"/>
                  </a:lnTo>
                  <a:lnTo>
                    <a:pt x="637" y="89"/>
                  </a:lnTo>
                  <a:lnTo>
                    <a:pt x="632" y="89"/>
                  </a:lnTo>
                  <a:lnTo>
                    <a:pt x="632" y="89"/>
                  </a:lnTo>
                  <a:lnTo>
                    <a:pt x="630" y="86"/>
                  </a:lnTo>
                  <a:lnTo>
                    <a:pt x="630" y="84"/>
                  </a:lnTo>
                  <a:lnTo>
                    <a:pt x="628" y="82"/>
                  </a:lnTo>
                  <a:lnTo>
                    <a:pt x="628" y="82"/>
                  </a:lnTo>
                  <a:lnTo>
                    <a:pt x="623" y="88"/>
                  </a:lnTo>
                  <a:lnTo>
                    <a:pt x="621" y="91"/>
                  </a:lnTo>
                  <a:lnTo>
                    <a:pt x="617" y="95"/>
                  </a:lnTo>
                  <a:lnTo>
                    <a:pt x="616" y="95"/>
                  </a:lnTo>
                  <a:lnTo>
                    <a:pt x="616" y="95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0" y="100"/>
                  </a:lnTo>
                  <a:lnTo>
                    <a:pt x="606" y="102"/>
                  </a:lnTo>
                  <a:lnTo>
                    <a:pt x="606" y="102"/>
                  </a:lnTo>
                  <a:lnTo>
                    <a:pt x="605" y="106"/>
                  </a:lnTo>
                  <a:lnTo>
                    <a:pt x="605" y="109"/>
                  </a:lnTo>
                  <a:lnTo>
                    <a:pt x="606" y="119"/>
                  </a:lnTo>
                  <a:lnTo>
                    <a:pt x="601" y="119"/>
                  </a:lnTo>
                  <a:lnTo>
                    <a:pt x="601" y="119"/>
                  </a:lnTo>
                  <a:lnTo>
                    <a:pt x="603" y="137"/>
                  </a:lnTo>
                  <a:lnTo>
                    <a:pt x="605" y="146"/>
                  </a:lnTo>
                  <a:lnTo>
                    <a:pt x="603" y="155"/>
                  </a:lnTo>
                  <a:lnTo>
                    <a:pt x="603" y="155"/>
                  </a:lnTo>
                  <a:lnTo>
                    <a:pt x="592" y="175"/>
                  </a:lnTo>
                  <a:lnTo>
                    <a:pt x="592" y="175"/>
                  </a:lnTo>
                  <a:lnTo>
                    <a:pt x="588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79" y="160"/>
                  </a:lnTo>
                  <a:lnTo>
                    <a:pt x="577" y="146"/>
                  </a:lnTo>
                  <a:lnTo>
                    <a:pt x="577" y="131"/>
                  </a:lnTo>
                  <a:lnTo>
                    <a:pt x="581" y="117"/>
                  </a:lnTo>
                  <a:lnTo>
                    <a:pt x="586" y="117"/>
                  </a:lnTo>
                  <a:lnTo>
                    <a:pt x="586" y="117"/>
                  </a:lnTo>
                  <a:lnTo>
                    <a:pt x="588" y="109"/>
                  </a:lnTo>
                  <a:lnTo>
                    <a:pt x="588" y="99"/>
                  </a:lnTo>
                  <a:lnTo>
                    <a:pt x="588" y="99"/>
                  </a:lnTo>
                  <a:lnTo>
                    <a:pt x="585" y="102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77" y="111"/>
                  </a:lnTo>
                  <a:lnTo>
                    <a:pt x="574" y="111"/>
                  </a:lnTo>
                  <a:lnTo>
                    <a:pt x="574" y="111"/>
                  </a:lnTo>
                  <a:lnTo>
                    <a:pt x="583" y="95"/>
                  </a:lnTo>
                  <a:lnTo>
                    <a:pt x="588" y="88"/>
                  </a:lnTo>
                  <a:lnTo>
                    <a:pt x="592" y="82"/>
                  </a:lnTo>
                  <a:lnTo>
                    <a:pt x="592" y="82"/>
                  </a:lnTo>
                  <a:lnTo>
                    <a:pt x="599" y="82"/>
                  </a:lnTo>
                  <a:lnTo>
                    <a:pt x="610" y="78"/>
                  </a:lnTo>
                  <a:lnTo>
                    <a:pt x="610" y="78"/>
                  </a:lnTo>
                  <a:lnTo>
                    <a:pt x="614" y="75"/>
                  </a:lnTo>
                  <a:lnTo>
                    <a:pt x="614" y="75"/>
                  </a:lnTo>
                  <a:lnTo>
                    <a:pt x="616" y="75"/>
                  </a:lnTo>
                  <a:lnTo>
                    <a:pt x="617" y="75"/>
                  </a:lnTo>
                  <a:lnTo>
                    <a:pt x="619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5" y="78"/>
                  </a:lnTo>
                  <a:lnTo>
                    <a:pt x="630" y="78"/>
                  </a:lnTo>
                  <a:lnTo>
                    <a:pt x="630" y="75"/>
                  </a:lnTo>
                  <a:lnTo>
                    <a:pt x="632" y="75"/>
                  </a:lnTo>
                  <a:lnTo>
                    <a:pt x="636" y="78"/>
                  </a:lnTo>
                  <a:lnTo>
                    <a:pt x="636" y="78"/>
                  </a:lnTo>
                  <a:lnTo>
                    <a:pt x="639" y="78"/>
                  </a:lnTo>
                  <a:lnTo>
                    <a:pt x="641" y="78"/>
                  </a:lnTo>
                  <a:lnTo>
                    <a:pt x="641" y="77"/>
                  </a:lnTo>
                  <a:lnTo>
                    <a:pt x="641" y="77"/>
                  </a:lnTo>
                  <a:lnTo>
                    <a:pt x="637" y="73"/>
                  </a:lnTo>
                  <a:lnTo>
                    <a:pt x="636" y="69"/>
                  </a:lnTo>
                  <a:lnTo>
                    <a:pt x="636" y="69"/>
                  </a:lnTo>
                  <a:lnTo>
                    <a:pt x="628" y="69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3" y="57"/>
                  </a:lnTo>
                  <a:lnTo>
                    <a:pt x="623" y="57"/>
                  </a:lnTo>
                  <a:lnTo>
                    <a:pt x="617" y="58"/>
                  </a:lnTo>
                  <a:lnTo>
                    <a:pt x="610" y="62"/>
                  </a:lnTo>
                  <a:lnTo>
                    <a:pt x="601" y="66"/>
                  </a:lnTo>
                  <a:lnTo>
                    <a:pt x="596" y="68"/>
                  </a:lnTo>
                  <a:lnTo>
                    <a:pt x="592" y="68"/>
                  </a:lnTo>
                  <a:lnTo>
                    <a:pt x="592" y="68"/>
                  </a:lnTo>
                  <a:lnTo>
                    <a:pt x="586" y="64"/>
                  </a:lnTo>
                  <a:lnTo>
                    <a:pt x="585" y="60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77" y="55"/>
                  </a:lnTo>
                  <a:lnTo>
                    <a:pt x="574" y="55"/>
                  </a:lnTo>
                  <a:lnTo>
                    <a:pt x="566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8" y="55"/>
                  </a:lnTo>
                  <a:lnTo>
                    <a:pt x="566" y="53"/>
                  </a:lnTo>
                  <a:lnTo>
                    <a:pt x="566" y="53"/>
                  </a:lnTo>
                  <a:lnTo>
                    <a:pt x="566" y="51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5" y="48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7" y="42"/>
                  </a:lnTo>
                  <a:lnTo>
                    <a:pt x="577" y="40"/>
                  </a:lnTo>
                  <a:lnTo>
                    <a:pt x="577" y="40"/>
                  </a:lnTo>
                  <a:lnTo>
                    <a:pt x="559" y="51"/>
                  </a:lnTo>
                  <a:lnTo>
                    <a:pt x="543" y="60"/>
                  </a:lnTo>
                  <a:lnTo>
                    <a:pt x="543" y="62"/>
                  </a:lnTo>
                  <a:lnTo>
                    <a:pt x="543" y="62"/>
                  </a:lnTo>
                  <a:lnTo>
                    <a:pt x="537" y="62"/>
                  </a:lnTo>
                  <a:lnTo>
                    <a:pt x="535" y="58"/>
                  </a:lnTo>
                  <a:lnTo>
                    <a:pt x="534" y="57"/>
                  </a:lnTo>
                  <a:lnTo>
                    <a:pt x="530" y="55"/>
                  </a:lnTo>
                  <a:lnTo>
                    <a:pt x="530" y="55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23" y="46"/>
                  </a:lnTo>
                  <a:lnTo>
                    <a:pt x="523" y="46"/>
                  </a:lnTo>
                  <a:lnTo>
                    <a:pt x="530" y="40"/>
                  </a:lnTo>
                  <a:lnTo>
                    <a:pt x="537" y="38"/>
                  </a:lnTo>
                  <a:lnTo>
                    <a:pt x="545" y="35"/>
                  </a:lnTo>
                  <a:lnTo>
                    <a:pt x="552" y="31"/>
                  </a:lnTo>
                  <a:lnTo>
                    <a:pt x="552" y="31"/>
                  </a:lnTo>
                  <a:lnTo>
                    <a:pt x="552" y="29"/>
                  </a:lnTo>
                  <a:lnTo>
                    <a:pt x="550" y="27"/>
                  </a:lnTo>
                  <a:lnTo>
                    <a:pt x="550" y="27"/>
                  </a:lnTo>
                  <a:lnTo>
                    <a:pt x="546" y="27"/>
                  </a:lnTo>
                  <a:lnTo>
                    <a:pt x="543" y="24"/>
                  </a:lnTo>
                  <a:lnTo>
                    <a:pt x="543" y="24"/>
                  </a:lnTo>
                  <a:lnTo>
                    <a:pt x="541" y="22"/>
                  </a:lnTo>
                  <a:lnTo>
                    <a:pt x="539" y="24"/>
                  </a:lnTo>
                  <a:lnTo>
                    <a:pt x="534" y="24"/>
                  </a:lnTo>
                  <a:lnTo>
                    <a:pt x="534" y="24"/>
                  </a:lnTo>
                  <a:lnTo>
                    <a:pt x="528" y="22"/>
                  </a:lnTo>
                  <a:lnTo>
                    <a:pt x="524" y="22"/>
                  </a:lnTo>
                  <a:lnTo>
                    <a:pt x="524" y="22"/>
                  </a:lnTo>
                  <a:lnTo>
                    <a:pt x="519" y="22"/>
                  </a:lnTo>
                  <a:lnTo>
                    <a:pt x="515" y="22"/>
                  </a:lnTo>
                  <a:lnTo>
                    <a:pt x="515" y="22"/>
                  </a:lnTo>
                  <a:lnTo>
                    <a:pt x="508" y="18"/>
                  </a:lnTo>
                  <a:lnTo>
                    <a:pt x="503" y="15"/>
                  </a:lnTo>
                  <a:lnTo>
                    <a:pt x="503" y="15"/>
                  </a:lnTo>
                  <a:lnTo>
                    <a:pt x="501" y="15"/>
                  </a:lnTo>
                  <a:lnTo>
                    <a:pt x="499" y="15"/>
                  </a:lnTo>
                  <a:lnTo>
                    <a:pt x="497" y="17"/>
                  </a:lnTo>
                  <a:lnTo>
                    <a:pt x="495" y="18"/>
                  </a:lnTo>
                  <a:lnTo>
                    <a:pt x="495" y="18"/>
                  </a:lnTo>
                  <a:lnTo>
                    <a:pt x="493" y="20"/>
                  </a:lnTo>
                  <a:lnTo>
                    <a:pt x="492" y="20"/>
                  </a:lnTo>
                  <a:lnTo>
                    <a:pt x="488" y="18"/>
                  </a:lnTo>
                  <a:lnTo>
                    <a:pt x="484" y="17"/>
                  </a:lnTo>
                  <a:lnTo>
                    <a:pt x="484" y="17"/>
                  </a:lnTo>
                  <a:lnTo>
                    <a:pt x="479" y="17"/>
                  </a:lnTo>
                  <a:lnTo>
                    <a:pt x="477" y="15"/>
                  </a:lnTo>
                  <a:lnTo>
                    <a:pt x="477" y="15"/>
                  </a:lnTo>
                  <a:lnTo>
                    <a:pt x="473" y="7"/>
                  </a:lnTo>
                  <a:lnTo>
                    <a:pt x="472" y="2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6" y="7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6" y="13"/>
                  </a:lnTo>
                  <a:lnTo>
                    <a:pt x="34" y="17"/>
                  </a:lnTo>
                  <a:lnTo>
                    <a:pt x="34" y="20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1" y="46"/>
                  </a:lnTo>
                  <a:lnTo>
                    <a:pt x="14" y="53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1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93"/>
                  </a:lnTo>
                  <a:lnTo>
                    <a:pt x="14" y="102"/>
                  </a:lnTo>
                  <a:lnTo>
                    <a:pt x="14" y="111"/>
                  </a:lnTo>
                  <a:lnTo>
                    <a:pt x="14" y="111"/>
                  </a:lnTo>
                  <a:lnTo>
                    <a:pt x="9" y="139"/>
                  </a:lnTo>
                  <a:lnTo>
                    <a:pt x="7" y="153"/>
                  </a:lnTo>
                  <a:lnTo>
                    <a:pt x="7" y="160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12" y="170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81"/>
                  </a:lnTo>
                  <a:lnTo>
                    <a:pt x="16" y="186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9" y="211"/>
                  </a:lnTo>
                  <a:lnTo>
                    <a:pt x="9" y="211"/>
                  </a:lnTo>
                  <a:lnTo>
                    <a:pt x="12" y="215"/>
                  </a:lnTo>
                  <a:lnTo>
                    <a:pt x="16" y="219"/>
                  </a:lnTo>
                  <a:lnTo>
                    <a:pt x="16" y="219"/>
                  </a:lnTo>
                  <a:lnTo>
                    <a:pt x="20" y="226"/>
                  </a:lnTo>
                  <a:lnTo>
                    <a:pt x="20" y="232"/>
                  </a:lnTo>
                  <a:lnTo>
                    <a:pt x="20" y="237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34" y="262"/>
                  </a:lnTo>
                  <a:lnTo>
                    <a:pt x="34" y="262"/>
                  </a:lnTo>
                  <a:lnTo>
                    <a:pt x="36" y="261"/>
                  </a:lnTo>
                  <a:lnTo>
                    <a:pt x="38" y="259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2" y="25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2" y="261"/>
                  </a:lnTo>
                  <a:lnTo>
                    <a:pt x="42" y="266"/>
                  </a:lnTo>
                  <a:lnTo>
                    <a:pt x="42" y="272"/>
                  </a:lnTo>
                  <a:lnTo>
                    <a:pt x="38" y="275"/>
                  </a:lnTo>
                  <a:lnTo>
                    <a:pt x="51" y="281"/>
                  </a:lnTo>
                  <a:lnTo>
                    <a:pt x="51" y="281"/>
                  </a:lnTo>
                  <a:lnTo>
                    <a:pt x="47" y="286"/>
                  </a:lnTo>
                  <a:lnTo>
                    <a:pt x="45" y="290"/>
                  </a:lnTo>
                  <a:lnTo>
                    <a:pt x="45" y="295"/>
                  </a:lnTo>
                  <a:lnTo>
                    <a:pt x="45" y="295"/>
                  </a:lnTo>
                  <a:lnTo>
                    <a:pt x="49" y="299"/>
                  </a:lnTo>
                  <a:lnTo>
                    <a:pt x="56" y="306"/>
                  </a:lnTo>
                  <a:lnTo>
                    <a:pt x="65" y="313"/>
                  </a:lnTo>
                  <a:lnTo>
                    <a:pt x="65" y="313"/>
                  </a:lnTo>
                  <a:lnTo>
                    <a:pt x="63" y="317"/>
                  </a:lnTo>
                  <a:lnTo>
                    <a:pt x="60" y="319"/>
                  </a:lnTo>
                  <a:lnTo>
                    <a:pt x="65" y="321"/>
                  </a:lnTo>
                  <a:lnTo>
                    <a:pt x="65" y="321"/>
                  </a:lnTo>
                  <a:lnTo>
                    <a:pt x="67" y="326"/>
                  </a:lnTo>
                  <a:lnTo>
                    <a:pt x="67" y="330"/>
                  </a:lnTo>
                  <a:lnTo>
                    <a:pt x="67" y="341"/>
                  </a:lnTo>
                  <a:lnTo>
                    <a:pt x="67" y="341"/>
                  </a:lnTo>
                  <a:lnTo>
                    <a:pt x="71" y="341"/>
                  </a:lnTo>
                  <a:lnTo>
                    <a:pt x="71" y="341"/>
                  </a:lnTo>
                  <a:lnTo>
                    <a:pt x="71" y="339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4"/>
                  </a:lnTo>
                  <a:lnTo>
                    <a:pt x="96" y="352"/>
                  </a:lnTo>
                  <a:lnTo>
                    <a:pt x="98" y="350"/>
                  </a:lnTo>
                  <a:lnTo>
                    <a:pt x="100" y="350"/>
                  </a:lnTo>
                  <a:lnTo>
                    <a:pt x="100" y="350"/>
                  </a:lnTo>
                  <a:lnTo>
                    <a:pt x="104" y="357"/>
                  </a:lnTo>
                  <a:lnTo>
                    <a:pt x="107" y="363"/>
                  </a:lnTo>
                  <a:lnTo>
                    <a:pt x="114" y="366"/>
                  </a:lnTo>
                  <a:lnTo>
                    <a:pt x="114" y="366"/>
                  </a:lnTo>
                  <a:lnTo>
                    <a:pt x="116" y="370"/>
                  </a:lnTo>
                  <a:lnTo>
                    <a:pt x="116" y="374"/>
                  </a:lnTo>
                  <a:lnTo>
                    <a:pt x="156" y="370"/>
                  </a:lnTo>
                  <a:lnTo>
                    <a:pt x="156" y="375"/>
                  </a:lnTo>
                  <a:lnTo>
                    <a:pt x="198" y="399"/>
                  </a:lnTo>
                  <a:lnTo>
                    <a:pt x="249" y="401"/>
                  </a:lnTo>
                  <a:lnTo>
                    <a:pt x="251" y="390"/>
                  </a:lnTo>
                  <a:lnTo>
                    <a:pt x="282" y="392"/>
                  </a:lnTo>
                  <a:lnTo>
                    <a:pt x="282" y="392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91" y="401"/>
                  </a:lnTo>
                  <a:lnTo>
                    <a:pt x="291" y="401"/>
                  </a:lnTo>
                  <a:lnTo>
                    <a:pt x="295" y="406"/>
                  </a:lnTo>
                  <a:lnTo>
                    <a:pt x="299" y="408"/>
                  </a:lnTo>
                  <a:lnTo>
                    <a:pt x="299" y="408"/>
                  </a:lnTo>
                  <a:lnTo>
                    <a:pt x="304" y="412"/>
                  </a:lnTo>
                  <a:lnTo>
                    <a:pt x="309" y="417"/>
                  </a:lnTo>
                  <a:lnTo>
                    <a:pt x="309" y="417"/>
                  </a:lnTo>
                  <a:lnTo>
                    <a:pt x="313" y="423"/>
                  </a:lnTo>
                  <a:lnTo>
                    <a:pt x="311" y="426"/>
                  </a:lnTo>
                  <a:lnTo>
                    <a:pt x="311" y="426"/>
                  </a:lnTo>
                  <a:lnTo>
                    <a:pt x="313" y="430"/>
                  </a:lnTo>
                  <a:lnTo>
                    <a:pt x="315" y="434"/>
                  </a:lnTo>
                  <a:lnTo>
                    <a:pt x="320" y="439"/>
                  </a:lnTo>
                  <a:lnTo>
                    <a:pt x="320" y="439"/>
                  </a:lnTo>
                  <a:lnTo>
                    <a:pt x="328" y="443"/>
                  </a:lnTo>
                  <a:lnTo>
                    <a:pt x="331" y="443"/>
                  </a:lnTo>
                  <a:lnTo>
                    <a:pt x="335" y="441"/>
                  </a:lnTo>
                  <a:lnTo>
                    <a:pt x="335" y="441"/>
                  </a:lnTo>
                  <a:lnTo>
                    <a:pt x="337" y="439"/>
                  </a:lnTo>
                  <a:lnTo>
                    <a:pt x="339" y="437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4" y="430"/>
                  </a:lnTo>
                  <a:lnTo>
                    <a:pt x="350" y="430"/>
                  </a:lnTo>
                  <a:lnTo>
                    <a:pt x="350" y="430"/>
                  </a:lnTo>
                  <a:lnTo>
                    <a:pt x="355" y="432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2" y="436"/>
                  </a:lnTo>
                  <a:lnTo>
                    <a:pt x="366" y="441"/>
                  </a:lnTo>
                  <a:lnTo>
                    <a:pt x="366" y="441"/>
                  </a:lnTo>
                  <a:lnTo>
                    <a:pt x="375" y="450"/>
                  </a:lnTo>
                  <a:lnTo>
                    <a:pt x="375" y="450"/>
                  </a:lnTo>
                  <a:lnTo>
                    <a:pt x="377" y="454"/>
                  </a:lnTo>
                  <a:lnTo>
                    <a:pt x="377" y="459"/>
                  </a:lnTo>
                  <a:lnTo>
                    <a:pt x="377" y="459"/>
                  </a:lnTo>
                  <a:lnTo>
                    <a:pt x="379" y="465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88" y="474"/>
                  </a:lnTo>
                  <a:lnTo>
                    <a:pt x="388" y="476"/>
                  </a:lnTo>
                  <a:lnTo>
                    <a:pt x="388" y="477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95" y="492"/>
                  </a:lnTo>
                  <a:lnTo>
                    <a:pt x="397" y="497"/>
                  </a:lnTo>
                  <a:lnTo>
                    <a:pt x="397" y="497"/>
                  </a:lnTo>
                  <a:lnTo>
                    <a:pt x="397" y="501"/>
                  </a:lnTo>
                  <a:lnTo>
                    <a:pt x="401" y="505"/>
                  </a:lnTo>
                  <a:lnTo>
                    <a:pt x="401" y="505"/>
                  </a:lnTo>
                  <a:lnTo>
                    <a:pt x="408" y="508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9" y="512"/>
                  </a:lnTo>
                  <a:lnTo>
                    <a:pt x="421" y="514"/>
                  </a:lnTo>
                  <a:lnTo>
                    <a:pt x="424" y="516"/>
                  </a:lnTo>
                  <a:lnTo>
                    <a:pt x="428" y="516"/>
                  </a:lnTo>
                  <a:lnTo>
                    <a:pt x="428" y="516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499"/>
                  </a:lnTo>
                  <a:lnTo>
                    <a:pt x="422" y="496"/>
                  </a:lnTo>
                  <a:lnTo>
                    <a:pt x="421" y="488"/>
                  </a:lnTo>
                  <a:lnTo>
                    <a:pt x="424" y="488"/>
                  </a:lnTo>
                  <a:lnTo>
                    <a:pt x="424" y="488"/>
                  </a:lnTo>
                  <a:lnTo>
                    <a:pt x="424" y="483"/>
                  </a:lnTo>
                  <a:lnTo>
                    <a:pt x="424" y="479"/>
                  </a:lnTo>
                  <a:lnTo>
                    <a:pt x="424" y="477"/>
                  </a:lnTo>
                  <a:lnTo>
                    <a:pt x="424" y="477"/>
                  </a:lnTo>
                  <a:lnTo>
                    <a:pt x="428" y="476"/>
                  </a:lnTo>
                  <a:lnTo>
                    <a:pt x="433" y="474"/>
                  </a:lnTo>
                  <a:lnTo>
                    <a:pt x="439" y="472"/>
                  </a:lnTo>
                  <a:lnTo>
                    <a:pt x="442" y="470"/>
                  </a:lnTo>
                  <a:lnTo>
                    <a:pt x="442" y="470"/>
                  </a:lnTo>
                  <a:lnTo>
                    <a:pt x="442" y="468"/>
                  </a:lnTo>
                  <a:lnTo>
                    <a:pt x="442" y="465"/>
                  </a:lnTo>
                  <a:lnTo>
                    <a:pt x="442" y="463"/>
                  </a:lnTo>
                  <a:lnTo>
                    <a:pt x="444" y="461"/>
                  </a:lnTo>
                  <a:lnTo>
                    <a:pt x="444" y="461"/>
                  </a:lnTo>
                  <a:lnTo>
                    <a:pt x="448" y="459"/>
                  </a:lnTo>
                  <a:lnTo>
                    <a:pt x="452" y="459"/>
                  </a:lnTo>
                  <a:lnTo>
                    <a:pt x="453" y="459"/>
                  </a:lnTo>
                  <a:lnTo>
                    <a:pt x="457" y="459"/>
                  </a:lnTo>
                  <a:lnTo>
                    <a:pt x="457" y="459"/>
                  </a:lnTo>
                  <a:lnTo>
                    <a:pt x="464" y="441"/>
                  </a:lnTo>
                  <a:lnTo>
                    <a:pt x="464" y="441"/>
                  </a:lnTo>
                  <a:lnTo>
                    <a:pt x="468" y="443"/>
                  </a:lnTo>
                  <a:lnTo>
                    <a:pt x="473" y="443"/>
                  </a:lnTo>
                  <a:lnTo>
                    <a:pt x="473" y="443"/>
                  </a:lnTo>
                  <a:lnTo>
                    <a:pt x="479" y="441"/>
                  </a:lnTo>
                  <a:lnTo>
                    <a:pt x="483" y="437"/>
                  </a:lnTo>
                  <a:lnTo>
                    <a:pt x="488" y="434"/>
                  </a:lnTo>
                  <a:lnTo>
                    <a:pt x="492" y="432"/>
                  </a:lnTo>
                  <a:lnTo>
                    <a:pt x="492" y="432"/>
                  </a:lnTo>
                  <a:lnTo>
                    <a:pt x="499" y="432"/>
                  </a:lnTo>
                  <a:lnTo>
                    <a:pt x="508" y="436"/>
                  </a:lnTo>
                  <a:lnTo>
                    <a:pt x="523" y="441"/>
                  </a:lnTo>
                  <a:lnTo>
                    <a:pt x="523" y="441"/>
                  </a:lnTo>
                  <a:lnTo>
                    <a:pt x="524" y="445"/>
                  </a:lnTo>
                  <a:lnTo>
                    <a:pt x="524" y="446"/>
                  </a:lnTo>
                  <a:lnTo>
                    <a:pt x="524" y="448"/>
                  </a:lnTo>
                  <a:lnTo>
                    <a:pt x="524" y="448"/>
                  </a:lnTo>
                  <a:lnTo>
                    <a:pt x="530" y="448"/>
                  </a:lnTo>
                  <a:lnTo>
                    <a:pt x="532" y="448"/>
                  </a:lnTo>
                  <a:lnTo>
                    <a:pt x="534" y="446"/>
                  </a:lnTo>
                  <a:lnTo>
                    <a:pt x="537" y="446"/>
                  </a:lnTo>
                  <a:lnTo>
                    <a:pt x="537" y="446"/>
                  </a:lnTo>
                  <a:lnTo>
                    <a:pt x="535" y="439"/>
                  </a:lnTo>
                  <a:lnTo>
                    <a:pt x="535" y="439"/>
                  </a:lnTo>
                  <a:lnTo>
                    <a:pt x="539" y="436"/>
                  </a:lnTo>
                  <a:lnTo>
                    <a:pt x="543" y="434"/>
                  </a:lnTo>
                  <a:lnTo>
                    <a:pt x="550" y="443"/>
                  </a:lnTo>
                  <a:lnTo>
                    <a:pt x="550" y="443"/>
                  </a:lnTo>
                  <a:lnTo>
                    <a:pt x="555" y="443"/>
                  </a:lnTo>
                  <a:lnTo>
                    <a:pt x="559" y="443"/>
                  </a:lnTo>
                  <a:lnTo>
                    <a:pt x="559" y="448"/>
                  </a:lnTo>
                  <a:lnTo>
                    <a:pt x="559" y="448"/>
                  </a:lnTo>
                  <a:lnTo>
                    <a:pt x="563" y="448"/>
                  </a:lnTo>
                  <a:lnTo>
                    <a:pt x="565" y="446"/>
                  </a:lnTo>
                  <a:lnTo>
                    <a:pt x="566" y="445"/>
                  </a:lnTo>
                  <a:lnTo>
                    <a:pt x="565" y="443"/>
                  </a:lnTo>
                  <a:lnTo>
                    <a:pt x="557" y="441"/>
                  </a:lnTo>
                  <a:lnTo>
                    <a:pt x="557" y="441"/>
                  </a:lnTo>
                  <a:lnTo>
                    <a:pt x="557" y="439"/>
                  </a:lnTo>
                  <a:lnTo>
                    <a:pt x="557" y="437"/>
                  </a:lnTo>
                  <a:lnTo>
                    <a:pt x="559" y="436"/>
                  </a:lnTo>
                  <a:lnTo>
                    <a:pt x="559" y="436"/>
                  </a:lnTo>
                  <a:lnTo>
                    <a:pt x="561" y="434"/>
                  </a:lnTo>
                  <a:lnTo>
                    <a:pt x="563" y="432"/>
                  </a:lnTo>
                  <a:lnTo>
                    <a:pt x="563" y="432"/>
                  </a:lnTo>
                  <a:lnTo>
                    <a:pt x="550" y="426"/>
                  </a:lnTo>
                  <a:lnTo>
                    <a:pt x="548" y="426"/>
                  </a:lnTo>
                  <a:lnTo>
                    <a:pt x="545" y="421"/>
                  </a:lnTo>
                  <a:lnTo>
                    <a:pt x="545" y="421"/>
                  </a:lnTo>
                  <a:lnTo>
                    <a:pt x="546" y="423"/>
                  </a:lnTo>
                  <a:lnTo>
                    <a:pt x="550" y="423"/>
                  </a:lnTo>
                  <a:lnTo>
                    <a:pt x="554" y="425"/>
                  </a:lnTo>
                  <a:lnTo>
                    <a:pt x="557" y="425"/>
                  </a:lnTo>
                  <a:lnTo>
                    <a:pt x="557" y="419"/>
                  </a:lnTo>
                  <a:lnTo>
                    <a:pt x="557" y="419"/>
                  </a:lnTo>
                  <a:lnTo>
                    <a:pt x="566" y="419"/>
                  </a:lnTo>
                  <a:lnTo>
                    <a:pt x="577" y="421"/>
                  </a:lnTo>
                  <a:lnTo>
                    <a:pt x="577" y="421"/>
                  </a:lnTo>
                  <a:lnTo>
                    <a:pt x="575" y="419"/>
                  </a:lnTo>
                  <a:lnTo>
                    <a:pt x="577" y="419"/>
                  </a:lnTo>
                  <a:lnTo>
                    <a:pt x="579" y="417"/>
                  </a:lnTo>
                  <a:lnTo>
                    <a:pt x="579" y="417"/>
                  </a:lnTo>
                  <a:lnTo>
                    <a:pt x="581" y="419"/>
                  </a:lnTo>
                  <a:lnTo>
                    <a:pt x="581" y="421"/>
                  </a:lnTo>
                  <a:lnTo>
                    <a:pt x="583" y="423"/>
                  </a:lnTo>
                  <a:lnTo>
                    <a:pt x="586" y="425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9" y="421"/>
                  </a:lnTo>
                  <a:lnTo>
                    <a:pt x="599" y="421"/>
                  </a:lnTo>
                  <a:lnTo>
                    <a:pt x="601" y="419"/>
                  </a:lnTo>
                  <a:lnTo>
                    <a:pt x="601" y="417"/>
                  </a:lnTo>
                  <a:lnTo>
                    <a:pt x="603" y="417"/>
                  </a:lnTo>
                  <a:lnTo>
                    <a:pt x="603" y="417"/>
                  </a:lnTo>
                  <a:lnTo>
                    <a:pt x="606" y="419"/>
                  </a:lnTo>
                  <a:lnTo>
                    <a:pt x="606" y="421"/>
                  </a:lnTo>
                  <a:lnTo>
                    <a:pt x="606" y="425"/>
                  </a:lnTo>
                  <a:lnTo>
                    <a:pt x="606" y="425"/>
                  </a:lnTo>
                  <a:lnTo>
                    <a:pt x="612" y="425"/>
                  </a:lnTo>
                  <a:lnTo>
                    <a:pt x="617" y="426"/>
                  </a:lnTo>
                  <a:lnTo>
                    <a:pt x="617" y="426"/>
                  </a:lnTo>
                  <a:lnTo>
                    <a:pt x="619" y="430"/>
                  </a:lnTo>
                  <a:lnTo>
                    <a:pt x="621" y="434"/>
                  </a:lnTo>
                  <a:lnTo>
                    <a:pt x="621" y="434"/>
                  </a:lnTo>
                  <a:lnTo>
                    <a:pt x="627" y="434"/>
                  </a:lnTo>
                  <a:lnTo>
                    <a:pt x="632" y="436"/>
                  </a:lnTo>
                  <a:lnTo>
                    <a:pt x="632" y="436"/>
                  </a:lnTo>
                  <a:lnTo>
                    <a:pt x="637" y="428"/>
                  </a:lnTo>
                  <a:lnTo>
                    <a:pt x="637" y="428"/>
                  </a:lnTo>
                  <a:lnTo>
                    <a:pt x="641" y="428"/>
                  </a:lnTo>
                  <a:lnTo>
                    <a:pt x="645" y="428"/>
                  </a:lnTo>
                  <a:lnTo>
                    <a:pt x="645" y="428"/>
                  </a:lnTo>
                  <a:lnTo>
                    <a:pt x="647" y="436"/>
                  </a:lnTo>
                  <a:lnTo>
                    <a:pt x="650" y="441"/>
                  </a:lnTo>
                  <a:lnTo>
                    <a:pt x="657" y="443"/>
                  </a:lnTo>
                  <a:lnTo>
                    <a:pt x="657" y="443"/>
                  </a:lnTo>
                  <a:lnTo>
                    <a:pt x="659" y="452"/>
                  </a:lnTo>
                  <a:lnTo>
                    <a:pt x="659" y="461"/>
                  </a:lnTo>
                  <a:lnTo>
                    <a:pt x="657" y="477"/>
                  </a:lnTo>
                  <a:lnTo>
                    <a:pt x="657" y="477"/>
                  </a:lnTo>
                  <a:lnTo>
                    <a:pt x="663" y="476"/>
                  </a:lnTo>
                  <a:lnTo>
                    <a:pt x="667" y="476"/>
                  </a:lnTo>
                  <a:lnTo>
                    <a:pt x="667" y="476"/>
                  </a:lnTo>
                  <a:lnTo>
                    <a:pt x="663" y="483"/>
                  </a:lnTo>
                  <a:lnTo>
                    <a:pt x="661" y="487"/>
                  </a:lnTo>
                  <a:lnTo>
                    <a:pt x="663" y="492"/>
                  </a:lnTo>
                  <a:lnTo>
                    <a:pt x="663" y="492"/>
                  </a:lnTo>
                  <a:lnTo>
                    <a:pt x="672" y="497"/>
                  </a:lnTo>
                  <a:lnTo>
                    <a:pt x="672" y="497"/>
                  </a:lnTo>
                  <a:lnTo>
                    <a:pt x="674" y="501"/>
                  </a:lnTo>
                  <a:lnTo>
                    <a:pt x="674" y="503"/>
                  </a:lnTo>
                  <a:lnTo>
                    <a:pt x="674" y="510"/>
                  </a:lnTo>
                  <a:lnTo>
                    <a:pt x="674" y="510"/>
                  </a:lnTo>
                  <a:lnTo>
                    <a:pt x="681" y="518"/>
                  </a:lnTo>
                  <a:lnTo>
                    <a:pt x="681" y="518"/>
                  </a:lnTo>
                  <a:lnTo>
                    <a:pt x="681" y="521"/>
                  </a:lnTo>
                  <a:lnTo>
                    <a:pt x="681" y="525"/>
                  </a:lnTo>
                  <a:lnTo>
                    <a:pt x="681" y="525"/>
                  </a:lnTo>
                  <a:lnTo>
                    <a:pt x="685" y="527"/>
                  </a:lnTo>
                  <a:lnTo>
                    <a:pt x="688" y="527"/>
                  </a:lnTo>
                  <a:lnTo>
                    <a:pt x="694" y="528"/>
                  </a:lnTo>
                  <a:lnTo>
                    <a:pt x="694" y="528"/>
                  </a:lnTo>
                  <a:lnTo>
                    <a:pt x="698" y="508"/>
                  </a:lnTo>
                  <a:lnTo>
                    <a:pt x="699" y="499"/>
                  </a:lnTo>
                  <a:lnTo>
                    <a:pt x="699" y="488"/>
                  </a:lnTo>
                  <a:lnTo>
                    <a:pt x="699" y="488"/>
                  </a:lnTo>
                  <a:lnTo>
                    <a:pt x="692" y="461"/>
                  </a:lnTo>
                  <a:lnTo>
                    <a:pt x="687" y="459"/>
                  </a:lnTo>
                  <a:lnTo>
                    <a:pt x="687" y="459"/>
                  </a:lnTo>
                  <a:lnTo>
                    <a:pt x="687" y="456"/>
                  </a:lnTo>
                  <a:lnTo>
                    <a:pt x="688" y="456"/>
                  </a:lnTo>
                  <a:lnTo>
                    <a:pt x="690" y="454"/>
                  </a:lnTo>
                  <a:lnTo>
                    <a:pt x="688" y="450"/>
                  </a:lnTo>
                  <a:lnTo>
                    <a:pt x="688" y="450"/>
                  </a:lnTo>
                  <a:lnTo>
                    <a:pt x="685" y="446"/>
                  </a:lnTo>
                  <a:lnTo>
                    <a:pt x="681" y="441"/>
                  </a:lnTo>
                  <a:lnTo>
                    <a:pt x="681" y="441"/>
                  </a:lnTo>
                  <a:lnTo>
                    <a:pt x="681" y="432"/>
                  </a:lnTo>
                  <a:lnTo>
                    <a:pt x="683" y="428"/>
                  </a:lnTo>
                  <a:lnTo>
                    <a:pt x="681" y="425"/>
                  </a:lnTo>
                  <a:lnTo>
                    <a:pt x="681" y="425"/>
                  </a:lnTo>
                  <a:lnTo>
                    <a:pt x="676" y="421"/>
                  </a:lnTo>
                  <a:lnTo>
                    <a:pt x="674" y="417"/>
                  </a:lnTo>
                  <a:lnTo>
                    <a:pt x="676" y="417"/>
                  </a:lnTo>
                  <a:lnTo>
                    <a:pt x="678" y="417"/>
                  </a:lnTo>
                  <a:lnTo>
                    <a:pt x="678" y="417"/>
                  </a:lnTo>
                  <a:lnTo>
                    <a:pt x="679" y="417"/>
                  </a:lnTo>
                  <a:lnTo>
                    <a:pt x="679" y="417"/>
                  </a:lnTo>
                  <a:lnTo>
                    <a:pt x="679" y="416"/>
                  </a:lnTo>
                  <a:lnTo>
                    <a:pt x="679" y="414"/>
                  </a:lnTo>
                  <a:lnTo>
                    <a:pt x="679" y="414"/>
                  </a:lnTo>
                  <a:lnTo>
                    <a:pt x="683" y="414"/>
                  </a:lnTo>
                  <a:lnTo>
                    <a:pt x="685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08"/>
                  </a:lnTo>
                  <a:lnTo>
                    <a:pt x="683" y="401"/>
                  </a:lnTo>
                  <a:lnTo>
                    <a:pt x="688" y="390"/>
                  </a:lnTo>
                  <a:lnTo>
                    <a:pt x="688" y="390"/>
                  </a:lnTo>
                  <a:lnTo>
                    <a:pt x="688" y="385"/>
                  </a:lnTo>
                  <a:lnTo>
                    <a:pt x="688" y="381"/>
                  </a:lnTo>
                  <a:lnTo>
                    <a:pt x="688" y="381"/>
                  </a:lnTo>
                  <a:lnTo>
                    <a:pt x="692" y="379"/>
                  </a:lnTo>
                  <a:lnTo>
                    <a:pt x="696" y="381"/>
                  </a:lnTo>
                  <a:lnTo>
                    <a:pt x="696" y="381"/>
                  </a:lnTo>
                  <a:lnTo>
                    <a:pt x="698" y="379"/>
                  </a:lnTo>
                  <a:lnTo>
                    <a:pt x="698" y="377"/>
                  </a:lnTo>
                  <a:lnTo>
                    <a:pt x="699" y="374"/>
                  </a:lnTo>
                  <a:lnTo>
                    <a:pt x="699" y="374"/>
                  </a:lnTo>
                  <a:lnTo>
                    <a:pt x="709" y="370"/>
                  </a:lnTo>
                  <a:lnTo>
                    <a:pt x="712" y="368"/>
                  </a:lnTo>
                  <a:lnTo>
                    <a:pt x="716" y="366"/>
                  </a:lnTo>
                  <a:lnTo>
                    <a:pt x="716" y="366"/>
                  </a:lnTo>
                  <a:lnTo>
                    <a:pt x="718" y="363"/>
                  </a:lnTo>
                  <a:lnTo>
                    <a:pt x="718" y="361"/>
                  </a:lnTo>
                  <a:lnTo>
                    <a:pt x="718" y="357"/>
                  </a:lnTo>
                  <a:lnTo>
                    <a:pt x="718" y="355"/>
                  </a:lnTo>
                  <a:lnTo>
                    <a:pt x="718" y="355"/>
                  </a:lnTo>
                  <a:lnTo>
                    <a:pt x="723" y="354"/>
                  </a:lnTo>
                  <a:lnTo>
                    <a:pt x="727" y="354"/>
                  </a:lnTo>
                  <a:lnTo>
                    <a:pt x="732" y="352"/>
                  </a:lnTo>
                  <a:lnTo>
                    <a:pt x="736" y="350"/>
                  </a:lnTo>
                  <a:lnTo>
                    <a:pt x="736" y="350"/>
                  </a:lnTo>
                  <a:lnTo>
                    <a:pt x="738" y="348"/>
                  </a:lnTo>
                  <a:lnTo>
                    <a:pt x="739" y="344"/>
                  </a:lnTo>
                  <a:lnTo>
                    <a:pt x="741" y="339"/>
                  </a:lnTo>
                  <a:lnTo>
                    <a:pt x="743" y="335"/>
                  </a:lnTo>
                  <a:lnTo>
                    <a:pt x="743" y="335"/>
                  </a:lnTo>
                  <a:lnTo>
                    <a:pt x="750" y="334"/>
                  </a:lnTo>
                  <a:lnTo>
                    <a:pt x="750" y="334"/>
                  </a:lnTo>
                  <a:lnTo>
                    <a:pt x="745" y="324"/>
                  </a:lnTo>
                  <a:lnTo>
                    <a:pt x="745" y="324"/>
                  </a:lnTo>
                  <a:lnTo>
                    <a:pt x="756" y="321"/>
                  </a:lnTo>
                  <a:lnTo>
                    <a:pt x="752" y="317"/>
                  </a:lnTo>
                  <a:lnTo>
                    <a:pt x="752" y="317"/>
                  </a:lnTo>
                  <a:lnTo>
                    <a:pt x="758" y="315"/>
                  </a:lnTo>
                  <a:lnTo>
                    <a:pt x="770" y="313"/>
                  </a:lnTo>
                  <a:lnTo>
                    <a:pt x="770" y="313"/>
                  </a:lnTo>
                  <a:lnTo>
                    <a:pt x="767" y="310"/>
                  </a:lnTo>
                  <a:lnTo>
                    <a:pt x="765" y="306"/>
                  </a:lnTo>
                  <a:lnTo>
                    <a:pt x="765" y="306"/>
                  </a:lnTo>
                  <a:lnTo>
                    <a:pt x="760" y="306"/>
                  </a:lnTo>
                  <a:lnTo>
                    <a:pt x="756" y="306"/>
                  </a:lnTo>
                  <a:lnTo>
                    <a:pt x="756" y="303"/>
                  </a:lnTo>
                  <a:lnTo>
                    <a:pt x="756" y="303"/>
                  </a:lnTo>
                  <a:lnTo>
                    <a:pt x="760" y="301"/>
                  </a:lnTo>
                  <a:lnTo>
                    <a:pt x="765" y="299"/>
                  </a:lnTo>
                  <a:lnTo>
                    <a:pt x="765" y="299"/>
                  </a:lnTo>
                  <a:lnTo>
                    <a:pt x="765" y="290"/>
                  </a:lnTo>
                  <a:lnTo>
                    <a:pt x="765" y="290"/>
                  </a:lnTo>
                  <a:lnTo>
                    <a:pt x="760" y="288"/>
                  </a:lnTo>
                  <a:lnTo>
                    <a:pt x="756" y="288"/>
                  </a:lnTo>
                  <a:lnTo>
                    <a:pt x="756" y="288"/>
                  </a:lnTo>
                  <a:lnTo>
                    <a:pt x="754" y="286"/>
                  </a:lnTo>
                  <a:lnTo>
                    <a:pt x="752" y="284"/>
                  </a:lnTo>
                  <a:lnTo>
                    <a:pt x="752" y="283"/>
                  </a:lnTo>
                  <a:lnTo>
                    <a:pt x="750" y="281"/>
                  </a:lnTo>
                  <a:lnTo>
                    <a:pt x="750" y="281"/>
                  </a:lnTo>
                  <a:lnTo>
                    <a:pt x="754" y="275"/>
                  </a:lnTo>
                  <a:lnTo>
                    <a:pt x="758" y="272"/>
                  </a:lnTo>
                  <a:lnTo>
                    <a:pt x="758" y="270"/>
                  </a:lnTo>
                  <a:lnTo>
                    <a:pt x="758" y="270"/>
                  </a:lnTo>
                  <a:lnTo>
                    <a:pt x="754" y="268"/>
                  </a:lnTo>
                  <a:lnTo>
                    <a:pt x="754" y="266"/>
                  </a:lnTo>
                  <a:lnTo>
                    <a:pt x="754" y="264"/>
                  </a:lnTo>
                  <a:lnTo>
                    <a:pt x="756" y="262"/>
                  </a:lnTo>
                  <a:lnTo>
                    <a:pt x="756" y="262"/>
                  </a:lnTo>
                  <a:lnTo>
                    <a:pt x="754" y="261"/>
                  </a:lnTo>
                  <a:lnTo>
                    <a:pt x="750" y="261"/>
                  </a:lnTo>
                  <a:lnTo>
                    <a:pt x="745" y="257"/>
                  </a:lnTo>
                  <a:lnTo>
                    <a:pt x="745" y="257"/>
                  </a:lnTo>
                  <a:lnTo>
                    <a:pt x="747" y="255"/>
                  </a:lnTo>
                  <a:lnTo>
                    <a:pt x="750" y="255"/>
                  </a:lnTo>
                  <a:lnTo>
                    <a:pt x="750" y="255"/>
                  </a:lnTo>
                  <a:lnTo>
                    <a:pt x="750" y="253"/>
                  </a:lnTo>
                  <a:lnTo>
                    <a:pt x="749" y="252"/>
                  </a:lnTo>
                  <a:lnTo>
                    <a:pt x="749" y="248"/>
                  </a:lnTo>
                  <a:lnTo>
                    <a:pt x="749" y="248"/>
                  </a:lnTo>
                  <a:lnTo>
                    <a:pt x="750" y="244"/>
                  </a:lnTo>
                  <a:lnTo>
                    <a:pt x="752" y="239"/>
                  </a:lnTo>
                  <a:lnTo>
                    <a:pt x="756" y="226"/>
                  </a:lnTo>
                  <a:lnTo>
                    <a:pt x="756" y="226"/>
                  </a:lnTo>
                  <a:lnTo>
                    <a:pt x="760" y="226"/>
                  </a:lnTo>
                  <a:lnTo>
                    <a:pt x="765" y="224"/>
                  </a:lnTo>
                  <a:lnTo>
                    <a:pt x="765" y="224"/>
                  </a:lnTo>
                  <a:lnTo>
                    <a:pt x="767" y="226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5" y="232"/>
                  </a:lnTo>
                  <a:lnTo>
                    <a:pt x="763" y="235"/>
                  </a:lnTo>
                  <a:lnTo>
                    <a:pt x="760" y="244"/>
                  </a:lnTo>
                  <a:lnTo>
                    <a:pt x="760" y="252"/>
                  </a:lnTo>
                  <a:lnTo>
                    <a:pt x="758" y="255"/>
                  </a:lnTo>
                  <a:lnTo>
                    <a:pt x="758" y="255"/>
                  </a:lnTo>
                  <a:lnTo>
                    <a:pt x="760" y="261"/>
                  </a:lnTo>
                  <a:lnTo>
                    <a:pt x="760" y="261"/>
                  </a:lnTo>
                  <a:lnTo>
                    <a:pt x="761" y="261"/>
                  </a:lnTo>
                  <a:lnTo>
                    <a:pt x="763" y="259"/>
                  </a:lnTo>
                  <a:lnTo>
                    <a:pt x="767" y="257"/>
                  </a:lnTo>
                  <a:lnTo>
                    <a:pt x="770" y="257"/>
                  </a:lnTo>
                  <a:lnTo>
                    <a:pt x="770" y="262"/>
                  </a:lnTo>
                  <a:lnTo>
                    <a:pt x="770" y="262"/>
                  </a:lnTo>
                  <a:lnTo>
                    <a:pt x="778" y="262"/>
                  </a:lnTo>
                  <a:lnTo>
                    <a:pt x="778" y="26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78" y="237"/>
                  </a:lnTo>
                  <a:lnTo>
                    <a:pt x="776" y="237"/>
                  </a:lnTo>
                  <a:lnTo>
                    <a:pt x="774" y="235"/>
                  </a:lnTo>
                  <a:lnTo>
                    <a:pt x="774" y="235"/>
                  </a:lnTo>
                  <a:lnTo>
                    <a:pt x="774" y="228"/>
                  </a:lnTo>
                  <a:lnTo>
                    <a:pt x="774" y="228"/>
                  </a:lnTo>
                  <a:lnTo>
                    <a:pt x="789" y="228"/>
                  </a:lnTo>
                  <a:lnTo>
                    <a:pt x="792" y="228"/>
                  </a:lnTo>
                  <a:lnTo>
                    <a:pt x="794" y="226"/>
                  </a:lnTo>
                  <a:lnTo>
                    <a:pt x="798" y="219"/>
                  </a:lnTo>
                  <a:lnTo>
                    <a:pt x="803" y="210"/>
                  </a:lnTo>
                  <a:lnTo>
                    <a:pt x="796" y="204"/>
                  </a:lnTo>
                  <a:lnTo>
                    <a:pt x="796" y="204"/>
                  </a:lnTo>
                  <a:lnTo>
                    <a:pt x="796" y="201"/>
                  </a:lnTo>
                  <a:lnTo>
                    <a:pt x="798" y="199"/>
                  </a:lnTo>
                  <a:lnTo>
                    <a:pt x="800" y="199"/>
                  </a:lnTo>
                  <a:lnTo>
                    <a:pt x="800" y="197"/>
                  </a:lnTo>
                  <a:lnTo>
                    <a:pt x="800" y="197"/>
                  </a:lnTo>
                  <a:lnTo>
                    <a:pt x="807" y="190"/>
                  </a:lnTo>
                  <a:lnTo>
                    <a:pt x="811" y="186"/>
                  </a:lnTo>
                  <a:lnTo>
                    <a:pt x="814" y="184"/>
                  </a:lnTo>
                  <a:lnTo>
                    <a:pt x="814" y="184"/>
                  </a:lnTo>
                  <a:lnTo>
                    <a:pt x="818" y="184"/>
                  </a:lnTo>
                  <a:lnTo>
                    <a:pt x="823" y="184"/>
                  </a:lnTo>
                  <a:lnTo>
                    <a:pt x="825" y="179"/>
                  </a:lnTo>
                  <a:lnTo>
                    <a:pt x="825" y="179"/>
                  </a:lnTo>
                  <a:lnTo>
                    <a:pt x="831" y="179"/>
                  </a:lnTo>
                  <a:lnTo>
                    <a:pt x="832" y="181"/>
                  </a:lnTo>
                  <a:lnTo>
                    <a:pt x="834" y="182"/>
                  </a:lnTo>
                  <a:lnTo>
                    <a:pt x="838" y="182"/>
                  </a:lnTo>
                  <a:lnTo>
                    <a:pt x="838" y="182"/>
                  </a:lnTo>
                  <a:lnTo>
                    <a:pt x="842" y="170"/>
                  </a:lnTo>
                  <a:lnTo>
                    <a:pt x="842" y="170"/>
                  </a:lnTo>
                  <a:lnTo>
                    <a:pt x="843" y="171"/>
                  </a:lnTo>
                  <a:lnTo>
                    <a:pt x="843" y="171"/>
                  </a:lnTo>
                  <a:lnTo>
                    <a:pt x="845" y="177"/>
                  </a:lnTo>
                  <a:lnTo>
                    <a:pt x="845" y="177"/>
                  </a:lnTo>
                  <a:lnTo>
                    <a:pt x="849" y="177"/>
                  </a:lnTo>
                  <a:lnTo>
                    <a:pt x="851" y="177"/>
                  </a:lnTo>
                  <a:lnTo>
                    <a:pt x="851" y="175"/>
                  </a:lnTo>
                  <a:lnTo>
                    <a:pt x="851" y="175"/>
                  </a:lnTo>
                  <a:lnTo>
                    <a:pt x="854" y="173"/>
                  </a:lnTo>
                  <a:lnTo>
                    <a:pt x="858" y="171"/>
                  </a:lnTo>
                  <a:lnTo>
                    <a:pt x="858" y="171"/>
                  </a:lnTo>
                  <a:lnTo>
                    <a:pt x="845" y="164"/>
                  </a:lnTo>
                  <a:lnTo>
                    <a:pt x="845" y="164"/>
                  </a:lnTo>
                  <a:lnTo>
                    <a:pt x="849" y="160"/>
                  </a:lnTo>
                  <a:lnTo>
                    <a:pt x="852" y="157"/>
                  </a:lnTo>
                  <a:lnTo>
                    <a:pt x="852" y="157"/>
                  </a:lnTo>
                  <a:lnTo>
                    <a:pt x="854" y="155"/>
                  </a:lnTo>
                  <a:lnTo>
                    <a:pt x="852" y="153"/>
                  </a:lnTo>
                  <a:lnTo>
                    <a:pt x="851" y="153"/>
                  </a:lnTo>
                  <a:lnTo>
                    <a:pt x="851" y="150"/>
                  </a:lnTo>
                  <a:lnTo>
                    <a:pt x="856" y="148"/>
                  </a:lnTo>
                  <a:lnTo>
                    <a:pt x="856" y="148"/>
                  </a:lnTo>
                  <a:lnTo>
                    <a:pt x="858" y="139"/>
                  </a:lnTo>
                  <a:lnTo>
                    <a:pt x="860" y="131"/>
                  </a:lnTo>
                  <a:lnTo>
                    <a:pt x="860" y="131"/>
                  </a:lnTo>
                  <a:lnTo>
                    <a:pt x="869" y="131"/>
                  </a:lnTo>
                  <a:lnTo>
                    <a:pt x="874" y="129"/>
                  </a:lnTo>
                  <a:lnTo>
                    <a:pt x="880" y="126"/>
                  </a:lnTo>
                  <a:lnTo>
                    <a:pt x="885" y="117"/>
                  </a:lnTo>
                  <a:lnTo>
                    <a:pt x="885" y="124"/>
                  </a:lnTo>
                  <a:lnTo>
                    <a:pt x="893" y="119"/>
                  </a:lnTo>
                  <a:lnTo>
                    <a:pt x="893" y="119"/>
                  </a:lnTo>
                  <a:lnTo>
                    <a:pt x="893" y="120"/>
                  </a:lnTo>
                  <a:lnTo>
                    <a:pt x="894" y="120"/>
                  </a:lnTo>
                  <a:lnTo>
                    <a:pt x="896" y="124"/>
                  </a:lnTo>
                  <a:lnTo>
                    <a:pt x="896" y="124"/>
                  </a:lnTo>
                  <a:lnTo>
                    <a:pt x="909" y="113"/>
                  </a:lnTo>
                  <a:lnTo>
                    <a:pt x="909" y="113"/>
                  </a:lnTo>
                  <a:lnTo>
                    <a:pt x="903" y="99"/>
                  </a:lnTo>
                  <a:lnTo>
                    <a:pt x="903" y="99"/>
                  </a:lnTo>
                  <a:lnTo>
                    <a:pt x="907" y="100"/>
                  </a:lnTo>
                  <a:lnTo>
                    <a:pt x="907" y="100"/>
                  </a:lnTo>
                  <a:lnTo>
                    <a:pt x="907" y="10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76D7717-5B19-407F-8AFF-804B69B8A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457" y="4956496"/>
              <a:ext cx="124572" cy="148300"/>
            </a:xfrm>
            <a:custGeom>
              <a:avLst/>
              <a:gdLst>
                <a:gd name="T0" fmla="*/ 78 w 84"/>
                <a:gd name="T1" fmla="*/ 66 h 100"/>
                <a:gd name="T2" fmla="*/ 84 w 84"/>
                <a:gd name="T3" fmla="*/ 55 h 100"/>
                <a:gd name="T4" fmla="*/ 78 w 84"/>
                <a:gd name="T5" fmla="*/ 49 h 100"/>
                <a:gd name="T6" fmla="*/ 74 w 84"/>
                <a:gd name="T7" fmla="*/ 48 h 100"/>
                <a:gd name="T8" fmla="*/ 71 w 84"/>
                <a:gd name="T9" fmla="*/ 38 h 100"/>
                <a:gd name="T10" fmla="*/ 69 w 84"/>
                <a:gd name="T11" fmla="*/ 37 h 100"/>
                <a:gd name="T12" fmla="*/ 60 w 84"/>
                <a:gd name="T13" fmla="*/ 33 h 100"/>
                <a:gd name="T14" fmla="*/ 54 w 84"/>
                <a:gd name="T15" fmla="*/ 29 h 100"/>
                <a:gd name="T16" fmla="*/ 51 w 84"/>
                <a:gd name="T17" fmla="*/ 24 h 100"/>
                <a:gd name="T18" fmla="*/ 45 w 84"/>
                <a:gd name="T19" fmla="*/ 20 h 100"/>
                <a:gd name="T20" fmla="*/ 40 w 84"/>
                <a:gd name="T21" fmla="*/ 18 h 100"/>
                <a:gd name="T22" fmla="*/ 36 w 84"/>
                <a:gd name="T23" fmla="*/ 9 h 100"/>
                <a:gd name="T24" fmla="*/ 11 w 84"/>
                <a:gd name="T25" fmla="*/ 4 h 100"/>
                <a:gd name="T26" fmla="*/ 9 w 84"/>
                <a:gd name="T27" fmla="*/ 7 h 100"/>
                <a:gd name="T28" fmla="*/ 7 w 84"/>
                <a:gd name="T29" fmla="*/ 17 h 100"/>
                <a:gd name="T30" fmla="*/ 7 w 84"/>
                <a:gd name="T31" fmla="*/ 20 h 100"/>
                <a:gd name="T32" fmla="*/ 3 w 84"/>
                <a:gd name="T33" fmla="*/ 26 h 100"/>
                <a:gd name="T34" fmla="*/ 3 w 84"/>
                <a:gd name="T35" fmla="*/ 29 h 100"/>
                <a:gd name="T36" fmla="*/ 2 w 84"/>
                <a:gd name="T37" fmla="*/ 38 h 100"/>
                <a:gd name="T38" fmla="*/ 0 w 84"/>
                <a:gd name="T39" fmla="*/ 44 h 100"/>
                <a:gd name="T40" fmla="*/ 2 w 84"/>
                <a:gd name="T41" fmla="*/ 48 h 100"/>
                <a:gd name="T42" fmla="*/ 0 w 84"/>
                <a:gd name="T43" fmla="*/ 53 h 100"/>
                <a:gd name="T44" fmla="*/ 2 w 84"/>
                <a:gd name="T45" fmla="*/ 62 h 100"/>
                <a:gd name="T46" fmla="*/ 0 w 84"/>
                <a:gd name="T47" fmla="*/ 62 h 100"/>
                <a:gd name="T48" fmla="*/ 2 w 84"/>
                <a:gd name="T49" fmla="*/ 88 h 100"/>
                <a:gd name="T50" fmla="*/ 14 w 84"/>
                <a:gd name="T51" fmla="*/ 89 h 100"/>
                <a:gd name="T52" fmla="*/ 16 w 84"/>
                <a:gd name="T53" fmla="*/ 93 h 100"/>
                <a:gd name="T54" fmla="*/ 20 w 84"/>
                <a:gd name="T55" fmla="*/ 97 h 100"/>
                <a:gd name="T56" fmla="*/ 31 w 84"/>
                <a:gd name="T57" fmla="*/ 100 h 100"/>
                <a:gd name="T58" fmla="*/ 44 w 84"/>
                <a:gd name="T59" fmla="*/ 97 h 100"/>
                <a:gd name="T60" fmla="*/ 54 w 84"/>
                <a:gd name="T61" fmla="*/ 100 h 100"/>
                <a:gd name="T62" fmla="*/ 58 w 84"/>
                <a:gd name="T63" fmla="*/ 100 h 100"/>
                <a:gd name="T64" fmla="*/ 67 w 84"/>
                <a:gd name="T65" fmla="*/ 91 h 100"/>
                <a:gd name="T66" fmla="*/ 80 w 84"/>
                <a:gd name="T67" fmla="*/ 7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" h="100">
                  <a:moveTo>
                    <a:pt x="80" y="73"/>
                  </a:moveTo>
                  <a:lnTo>
                    <a:pt x="78" y="66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3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4" y="48"/>
                  </a:lnTo>
                  <a:lnTo>
                    <a:pt x="73" y="46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69" y="37"/>
                  </a:lnTo>
                  <a:lnTo>
                    <a:pt x="67" y="35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4" y="29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7" y="22"/>
                  </a:lnTo>
                  <a:lnTo>
                    <a:pt x="45" y="20"/>
                  </a:lnTo>
                  <a:lnTo>
                    <a:pt x="42" y="20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9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7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9" y="88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6" y="93"/>
                  </a:lnTo>
                  <a:lnTo>
                    <a:pt x="20" y="97"/>
                  </a:lnTo>
                  <a:lnTo>
                    <a:pt x="20" y="97"/>
                  </a:lnTo>
                  <a:lnTo>
                    <a:pt x="27" y="100"/>
                  </a:lnTo>
                  <a:lnTo>
                    <a:pt x="31" y="100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9" y="99"/>
                  </a:lnTo>
                  <a:lnTo>
                    <a:pt x="54" y="100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2" y="97"/>
                  </a:lnTo>
                  <a:lnTo>
                    <a:pt x="67" y="91"/>
                  </a:lnTo>
                  <a:lnTo>
                    <a:pt x="80" y="73"/>
                  </a:lnTo>
                  <a:lnTo>
                    <a:pt x="80" y="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43495F6-AAEA-4B48-ADF9-C9257FF2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276" y="2098746"/>
              <a:ext cx="229866" cy="398929"/>
            </a:xfrm>
            <a:custGeom>
              <a:avLst/>
              <a:gdLst>
                <a:gd name="T0" fmla="*/ 7 w 155"/>
                <a:gd name="T1" fmla="*/ 153 h 269"/>
                <a:gd name="T2" fmla="*/ 2 w 155"/>
                <a:gd name="T3" fmla="*/ 162 h 269"/>
                <a:gd name="T4" fmla="*/ 7 w 155"/>
                <a:gd name="T5" fmla="*/ 167 h 269"/>
                <a:gd name="T6" fmla="*/ 18 w 155"/>
                <a:gd name="T7" fmla="*/ 171 h 269"/>
                <a:gd name="T8" fmla="*/ 38 w 155"/>
                <a:gd name="T9" fmla="*/ 166 h 269"/>
                <a:gd name="T10" fmla="*/ 33 w 155"/>
                <a:gd name="T11" fmla="*/ 153 h 269"/>
                <a:gd name="T12" fmla="*/ 31 w 155"/>
                <a:gd name="T13" fmla="*/ 144 h 269"/>
                <a:gd name="T14" fmla="*/ 17 w 155"/>
                <a:gd name="T15" fmla="*/ 144 h 269"/>
                <a:gd name="T16" fmla="*/ 31 w 155"/>
                <a:gd name="T17" fmla="*/ 124 h 269"/>
                <a:gd name="T18" fmla="*/ 24 w 155"/>
                <a:gd name="T19" fmla="*/ 107 h 269"/>
                <a:gd name="T20" fmla="*/ 31 w 155"/>
                <a:gd name="T21" fmla="*/ 113 h 269"/>
                <a:gd name="T22" fmla="*/ 2 w 155"/>
                <a:gd name="T23" fmla="*/ 84 h 269"/>
                <a:gd name="T24" fmla="*/ 4 w 155"/>
                <a:gd name="T25" fmla="*/ 82 h 269"/>
                <a:gd name="T26" fmla="*/ 18 w 155"/>
                <a:gd name="T27" fmla="*/ 85 h 269"/>
                <a:gd name="T28" fmla="*/ 33 w 155"/>
                <a:gd name="T29" fmla="*/ 95 h 269"/>
                <a:gd name="T30" fmla="*/ 24 w 155"/>
                <a:gd name="T31" fmla="*/ 51 h 269"/>
                <a:gd name="T32" fmla="*/ 15 w 155"/>
                <a:gd name="T33" fmla="*/ 74 h 269"/>
                <a:gd name="T34" fmla="*/ 29 w 155"/>
                <a:gd name="T35" fmla="*/ 53 h 269"/>
                <a:gd name="T36" fmla="*/ 55 w 155"/>
                <a:gd name="T37" fmla="*/ 53 h 269"/>
                <a:gd name="T38" fmla="*/ 44 w 155"/>
                <a:gd name="T39" fmla="*/ 60 h 269"/>
                <a:gd name="T40" fmla="*/ 37 w 155"/>
                <a:gd name="T41" fmla="*/ 73 h 269"/>
                <a:gd name="T42" fmla="*/ 35 w 155"/>
                <a:gd name="T43" fmla="*/ 84 h 269"/>
                <a:gd name="T44" fmla="*/ 37 w 155"/>
                <a:gd name="T45" fmla="*/ 89 h 269"/>
                <a:gd name="T46" fmla="*/ 38 w 155"/>
                <a:gd name="T47" fmla="*/ 96 h 269"/>
                <a:gd name="T48" fmla="*/ 38 w 155"/>
                <a:gd name="T49" fmla="*/ 109 h 269"/>
                <a:gd name="T50" fmla="*/ 37 w 155"/>
                <a:gd name="T51" fmla="*/ 115 h 269"/>
                <a:gd name="T52" fmla="*/ 40 w 155"/>
                <a:gd name="T53" fmla="*/ 120 h 269"/>
                <a:gd name="T54" fmla="*/ 48 w 155"/>
                <a:gd name="T55" fmla="*/ 124 h 269"/>
                <a:gd name="T56" fmla="*/ 68 w 155"/>
                <a:gd name="T57" fmla="*/ 160 h 269"/>
                <a:gd name="T58" fmla="*/ 75 w 155"/>
                <a:gd name="T59" fmla="*/ 182 h 269"/>
                <a:gd name="T60" fmla="*/ 53 w 155"/>
                <a:gd name="T61" fmla="*/ 187 h 269"/>
                <a:gd name="T62" fmla="*/ 48 w 155"/>
                <a:gd name="T63" fmla="*/ 202 h 269"/>
                <a:gd name="T64" fmla="*/ 40 w 155"/>
                <a:gd name="T65" fmla="*/ 220 h 269"/>
                <a:gd name="T66" fmla="*/ 55 w 155"/>
                <a:gd name="T67" fmla="*/ 224 h 269"/>
                <a:gd name="T68" fmla="*/ 75 w 155"/>
                <a:gd name="T69" fmla="*/ 227 h 269"/>
                <a:gd name="T70" fmla="*/ 53 w 155"/>
                <a:gd name="T71" fmla="*/ 237 h 269"/>
                <a:gd name="T72" fmla="*/ 33 w 155"/>
                <a:gd name="T73" fmla="*/ 266 h 269"/>
                <a:gd name="T74" fmla="*/ 44 w 155"/>
                <a:gd name="T75" fmla="*/ 260 h 269"/>
                <a:gd name="T76" fmla="*/ 68 w 155"/>
                <a:gd name="T77" fmla="*/ 258 h 269"/>
                <a:gd name="T78" fmla="*/ 88 w 155"/>
                <a:gd name="T79" fmla="*/ 253 h 269"/>
                <a:gd name="T80" fmla="*/ 106 w 155"/>
                <a:gd name="T81" fmla="*/ 246 h 269"/>
                <a:gd name="T82" fmla="*/ 146 w 155"/>
                <a:gd name="T83" fmla="*/ 242 h 269"/>
                <a:gd name="T84" fmla="*/ 135 w 155"/>
                <a:gd name="T85" fmla="*/ 231 h 269"/>
                <a:gd name="T86" fmla="*/ 148 w 155"/>
                <a:gd name="T87" fmla="*/ 224 h 269"/>
                <a:gd name="T88" fmla="*/ 155 w 155"/>
                <a:gd name="T89" fmla="*/ 206 h 269"/>
                <a:gd name="T90" fmla="*/ 148 w 155"/>
                <a:gd name="T91" fmla="*/ 197 h 269"/>
                <a:gd name="T92" fmla="*/ 133 w 155"/>
                <a:gd name="T93" fmla="*/ 200 h 269"/>
                <a:gd name="T94" fmla="*/ 128 w 155"/>
                <a:gd name="T95" fmla="*/ 184 h 269"/>
                <a:gd name="T96" fmla="*/ 126 w 155"/>
                <a:gd name="T97" fmla="*/ 175 h 269"/>
                <a:gd name="T98" fmla="*/ 104 w 155"/>
                <a:gd name="T99" fmla="*/ 153 h 269"/>
                <a:gd name="T100" fmla="*/ 95 w 155"/>
                <a:gd name="T101" fmla="*/ 129 h 269"/>
                <a:gd name="T102" fmla="*/ 84 w 155"/>
                <a:gd name="T103" fmla="*/ 122 h 269"/>
                <a:gd name="T104" fmla="*/ 84 w 155"/>
                <a:gd name="T105" fmla="*/ 111 h 269"/>
                <a:gd name="T106" fmla="*/ 91 w 155"/>
                <a:gd name="T107" fmla="*/ 95 h 269"/>
                <a:gd name="T108" fmla="*/ 73 w 155"/>
                <a:gd name="T109" fmla="*/ 78 h 269"/>
                <a:gd name="T110" fmla="*/ 59 w 155"/>
                <a:gd name="T111" fmla="*/ 78 h 269"/>
                <a:gd name="T112" fmla="*/ 66 w 155"/>
                <a:gd name="T113" fmla="*/ 67 h 269"/>
                <a:gd name="T114" fmla="*/ 73 w 155"/>
                <a:gd name="T115" fmla="*/ 49 h 269"/>
                <a:gd name="T116" fmla="*/ 62 w 155"/>
                <a:gd name="T117" fmla="*/ 45 h 269"/>
                <a:gd name="T118" fmla="*/ 110 w 155"/>
                <a:gd name="T119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5" h="269">
                  <a:moveTo>
                    <a:pt x="17" y="144"/>
                  </a:moveTo>
                  <a:lnTo>
                    <a:pt x="17" y="144"/>
                  </a:lnTo>
                  <a:lnTo>
                    <a:pt x="11" y="146"/>
                  </a:lnTo>
                  <a:lnTo>
                    <a:pt x="7" y="149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6"/>
                  </a:lnTo>
                  <a:lnTo>
                    <a:pt x="4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2" y="162"/>
                  </a:lnTo>
                  <a:lnTo>
                    <a:pt x="2" y="164"/>
                  </a:lnTo>
                  <a:lnTo>
                    <a:pt x="4" y="164"/>
                  </a:lnTo>
                  <a:lnTo>
                    <a:pt x="4" y="164"/>
                  </a:lnTo>
                  <a:lnTo>
                    <a:pt x="7" y="166"/>
                  </a:lnTo>
                  <a:lnTo>
                    <a:pt x="7" y="167"/>
                  </a:lnTo>
                  <a:lnTo>
                    <a:pt x="7" y="169"/>
                  </a:lnTo>
                  <a:lnTo>
                    <a:pt x="9" y="169"/>
                  </a:lnTo>
                  <a:lnTo>
                    <a:pt x="9" y="169"/>
                  </a:lnTo>
                  <a:lnTo>
                    <a:pt x="13" y="167"/>
                  </a:lnTo>
                  <a:lnTo>
                    <a:pt x="15" y="167"/>
                  </a:lnTo>
                  <a:lnTo>
                    <a:pt x="18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9" y="166"/>
                  </a:lnTo>
                  <a:lnTo>
                    <a:pt x="29" y="166"/>
                  </a:lnTo>
                  <a:lnTo>
                    <a:pt x="33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7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3" y="158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1"/>
                  </a:lnTo>
                  <a:lnTo>
                    <a:pt x="31" y="147"/>
                  </a:lnTo>
                  <a:lnTo>
                    <a:pt x="31" y="146"/>
                  </a:lnTo>
                  <a:lnTo>
                    <a:pt x="31" y="144"/>
                  </a:lnTo>
                  <a:lnTo>
                    <a:pt x="24" y="144"/>
                  </a:lnTo>
                  <a:lnTo>
                    <a:pt x="24" y="144"/>
                  </a:lnTo>
                  <a:lnTo>
                    <a:pt x="11" y="151"/>
                  </a:lnTo>
                  <a:lnTo>
                    <a:pt x="11" y="151"/>
                  </a:lnTo>
                  <a:lnTo>
                    <a:pt x="15" y="146"/>
                  </a:lnTo>
                  <a:lnTo>
                    <a:pt x="17" y="144"/>
                  </a:lnTo>
                  <a:lnTo>
                    <a:pt x="17" y="144"/>
                  </a:lnTo>
                  <a:close/>
                  <a:moveTo>
                    <a:pt x="31" y="116"/>
                  </a:moveTo>
                  <a:lnTo>
                    <a:pt x="31" y="116"/>
                  </a:lnTo>
                  <a:lnTo>
                    <a:pt x="29" y="122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3" y="120"/>
                  </a:lnTo>
                  <a:lnTo>
                    <a:pt x="33" y="116"/>
                  </a:lnTo>
                  <a:lnTo>
                    <a:pt x="31" y="116"/>
                  </a:lnTo>
                  <a:lnTo>
                    <a:pt x="31" y="116"/>
                  </a:lnTo>
                  <a:close/>
                  <a:moveTo>
                    <a:pt x="24" y="107"/>
                  </a:moveTo>
                  <a:lnTo>
                    <a:pt x="24" y="107"/>
                  </a:lnTo>
                  <a:lnTo>
                    <a:pt x="24" y="111"/>
                  </a:lnTo>
                  <a:lnTo>
                    <a:pt x="26" y="116"/>
                  </a:lnTo>
                  <a:lnTo>
                    <a:pt x="26" y="116"/>
                  </a:lnTo>
                  <a:lnTo>
                    <a:pt x="29" y="116"/>
                  </a:lnTo>
                  <a:lnTo>
                    <a:pt x="31" y="113"/>
                  </a:lnTo>
                  <a:lnTo>
                    <a:pt x="29" y="109"/>
                  </a:lnTo>
                  <a:lnTo>
                    <a:pt x="24" y="107"/>
                  </a:lnTo>
                  <a:lnTo>
                    <a:pt x="24" y="107"/>
                  </a:lnTo>
                  <a:close/>
                  <a:moveTo>
                    <a:pt x="4" y="82"/>
                  </a:moveTo>
                  <a:lnTo>
                    <a:pt x="4" y="82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9" y="84"/>
                  </a:lnTo>
                  <a:lnTo>
                    <a:pt x="7" y="82"/>
                  </a:lnTo>
                  <a:lnTo>
                    <a:pt x="4" y="82"/>
                  </a:lnTo>
                  <a:lnTo>
                    <a:pt x="4" y="82"/>
                  </a:lnTo>
                  <a:close/>
                  <a:moveTo>
                    <a:pt x="24" y="78"/>
                  </a:moveTo>
                  <a:lnTo>
                    <a:pt x="24" y="78"/>
                  </a:lnTo>
                  <a:lnTo>
                    <a:pt x="20" y="82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9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9" y="96"/>
                  </a:lnTo>
                  <a:lnTo>
                    <a:pt x="33" y="95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78"/>
                  </a:lnTo>
                  <a:lnTo>
                    <a:pt x="24" y="78"/>
                  </a:lnTo>
                  <a:close/>
                  <a:moveTo>
                    <a:pt x="24" y="51"/>
                  </a:moveTo>
                  <a:lnTo>
                    <a:pt x="24" y="51"/>
                  </a:lnTo>
                  <a:lnTo>
                    <a:pt x="22" y="53"/>
                  </a:lnTo>
                  <a:lnTo>
                    <a:pt x="18" y="56"/>
                  </a:lnTo>
                  <a:lnTo>
                    <a:pt x="15" y="65"/>
                  </a:lnTo>
                  <a:lnTo>
                    <a:pt x="15" y="73"/>
                  </a:lnTo>
                  <a:lnTo>
                    <a:pt x="15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22" y="71"/>
                  </a:lnTo>
                  <a:lnTo>
                    <a:pt x="28" y="60"/>
                  </a:lnTo>
                  <a:lnTo>
                    <a:pt x="29" y="56"/>
                  </a:lnTo>
                  <a:lnTo>
                    <a:pt x="29" y="53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close/>
                  <a:moveTo>
                    <a:pt x="62" y="45"/>
                  </a:moveTo>
                  <a:lnTo>
                    <a:pt x="62" y="45"/>
                  </a:lnTo>
                  <a:lnTo>
                    <a:pt x="55" y="53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53"/>
                  </a:lnTo>
                  <a:lnTo>
                    <a:pt x="48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0" y="87"/>
                  </a:lnTo>
                  <a:lnTo>
                    <a:pt x="37" y="87"/>
                  </a:lnTo>
                  <a:lnTo>
                    <a:pt x="37" y="89"/>
                  </a:lnTo>
                  <a:lnTo>
                    <a:pt x="38" y="89"/>
                  </a:lnTo>
                  <a:lnTo>
                    <a:pt x="38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3" y="109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42" y="109"/>
                  </a:lnTo>
                  <a:lnTo>
                    <a:pt x="42" y="109"/>
                  </a:lnTo>
                  <a:lnTo>
                    <a:pt x="40" y="113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7" y="120"/>
                  </a:lnTo>
                  <a:lnTo>
                    <a:pt x="37" y="127"/>
                  </a:lnTo>
                  <a:lnTo>
                    <a:pt x="37" y="127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0" y="120"/>
                  </a:lnTo>
                  <a:lnTo>
                    <a:pt x="44" y="120"/>
                  </a:lnTo>
                  <a:lnTo>
                    <a:pt x="46" y="120"/>
                  </a:lnTo>
                  <a:lnTo>
                    <a:pt x="46" y="118"/>
                  </a:lnTo>
                  <a:lnTo>
                    <a:pt x="48" y="120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6" y="135"/>
                  </a:lnTo>
                  <a:lnTo>
                    <a:pt x="44" y="151"/>
                  </a:lnTo>
                  <a:lnTo>
                    <a:pt x="44" y="151"/>
                  </a:lnTo>
                  <a:lnTo>
                    <a:pt x="75" y="149"/>
                  </a:lnTo>
                  <a:lnTo>
                    <a:pt x="75" y="149"/>
                  </a:lnTo>
                  <a:lnTo>
                    <a:pt x="68" y="160"/>
                  </a:lnTo>
                  <a:lnTo>
                    <a:pt x="68" y="160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0" y="175"/>
                  </a:lnTo>
                  <a:lnTo>
                    <a:pt x="79" y="180"/>
                  </a:lnTo>
                  <a:lnTo>
                    <a:pt x="75" y="182"/>
                  </a:lnTo>
                  <a:lnTo>
                    <a:pt x="73" y="184"/>
                  </a:lnTo>
                  <a:lnTo>
                    <a:pt x="68" y="184"/>
                  </a:lnTo>
                  <a:lnTo>
                    <a:pt x="53" y="180"/>
                  </a:lnTo>
                  <a:lnTo>
                    <a:pt x="53" y="180"/>
                  </a:lnTo>
                  <a:lnTo>
                    <a:pt x="53" y="187"/>
                  </a:lnTo>
                  <a:lnTo>
                    <a:pt x="53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3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209"/>
                  </a:lnTo>
                  <a:lnTo>
                    <a:pt x="59" y="209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42" y="226"/>
                  </a:lnTo>
                  <a:lnTo>
                    <a:pt x="44" y="229"/>
                  </a:lnTo>
                  <a:lnTo>
                    <a:pt x="48" y="227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31"/>
                  </a:lnTo>
                  <a:lnTo>
                    <a:pt x="55" y="231"/>
                  </a:lnTo>
                  <a:lnTo>
                    <a:pt x="64" y="229"/>
                  </a:lnTo>
                  <a:lnTo>
                    <a:pt x="69" y="229"/>
                  </a:lnTo>
                  <a:lnTo>
                    <a:pt x="69" y="229"/>
                  </a:lnTo>
                  <a:lnTo>
                    <a:pt x="75" y="227"/>
                  </a:lnTo>
                  <a:lnTo>
                    <a:pt x="84" y="227"/>
                  </a:lnTo>
                  <a:lnTo>
                    <a:pt x="84" y="227"/>
                  </a:lnTo>
                  <a:lnTo>
                    <a:pt x="82" y="229"/>
                  </a:lnTo>
                  <a:lnTo>
                    <a:pt x="82" y="231"/>
                  </a:lnTo>
                  <a:lnTo>
                    <a:pt x="80" y="237"/>
                  </a:lnTo>
                  <a:lnTo>
                    <a:pt x="53" y="237"/>
                  </a:lnTo>
                  <a:lnTo>
                    <a:pt x="53" y="237"/>
                  </a:lnTo>
                  <a:lnTo>
                    <a:pt x="42" y="253"/>
                  </a:lnTo>
                  <a:lnTo>
                    <a:pt x="37" y="260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33" y="266"/>
                  </a:lnTo>
                  <a:lnTo>
                    <a:pt x="37" y="268"/>
                  </a:lnTo>
                  <a:lnTo>
                    <a:pt x="38" y="269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44" y="260"/>
                  </a:lnTo>
                  <a:lnTo>
                    <a:pt x="44" y="26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9" y="257"/>
                  </a:lnTo>
                  <a:lnTo>
                    <a:pt x="60" y="257"/>
                  </a:lnTo>
                  <a:lnTo>
                    <a:pt x="64" y="258"/>
                  </a:lnTo>
                  <a:lnTo>
                    <a:pt x="68" y="258"/>
                  </a:lnTo>
                  <a:lnTo>
                    <a:pt x="68" y="258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9" y="251"/>
                  </a:lnTo>
                  <a:lnTo>
                    <a:pt x="84" y="253"/>
                  </a:lnTo>
                  <a:lnTo>
                    <a:pt x="88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5" y="249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106" y="246"/>
                  </a:lnTo>
                  <a:lnTo>
                    <a:pt x="113" y="248"/>
                  </a:lnTo>
                  <a:lnTo>
                    <a:pt x="122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9" y="246"/>
                  </a:lnTo>
                  <a:lnTo>
                    <a:pt x="146" y="242"/>
                  </a:lnTo>
                  <a:lnTo>
                    <a:pt x="146" y="237"/>
                  </a:lnTo>
                  <a:lnTo>
                    <a:pt x="146" y="237"/>
                  </a:lnTo>
                  <a:lnTo>
                    <a:pt x="141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5" y="231"/>
                  </a:lnTo>
                  <a:lnTo>
                    <a:pt x="137" y="227"/>
                  </a:lnTo>
                  <a:lnTo>
                    <a:pt x="139" y="224"/>
                  </a:lnTo>
                  <a:lnTo>
                    <a:pt x="139" y="224"/>
                  </a:lnTo>
                  <a:lnTo>
                    <a:pt x="142" y="224"/>
                  </a:lnTo>
                  <a:lnTo>
                    <a:pt x="146" y="224"/>
                  </a:lnTo>
                  <a:lnTo>
                    <a:pt x="148" y="224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3" y="218"/>
                  </a:lnTo>
                  <a:lnTo>
                    <a:pt x="153" y="213"/>
                  </a:lnTo>
                  <a:lnTo>
                    <a:pt x="155" y="206"/>
                  </a:lnTo>
                  <a:lnTo>
                    <a:pt x="155" y="206"/>
                  </a:lnTo>
                  <a:lnTo>
                    <a:pt x="153" y="204"/>
                  </a:lnTo>
                  <a:lnTo>
                    <a:pt x="153" y="200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48" y="197"/>
                  </a:lnTo>
                  <a:lnTo>
                    <a:pt x="144" y="197"/>
                  </a:lnTo>
                  <a:lnTo>
                    <a:pt x="139" y="195"/>
                  </a:lnTo>
                  <a:lnTo>
                    <a:pt x="137" y="202"/>
                  </a:lnTo>
                  <a:lnTo>
                    <a:pt x="137" y="202"/>
                  </a:lnTo>
                  <a:lnTo>
                    <a:pt x="133" y="202"/>
                  </a:lnTo>
                  <a:lnTo>
                    <a:pt x="133" y="200"/>
                  </a:lnTo>
                  <a:lnTo>
                    <a:pt x="131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1" y="186"/>
                  </a:lnTo>
                  <a:lnTo>
                    <a:pt x="131" y="186"/>
                  </a:lnTo>
                  <a:lnTo>
                    <a:pt x="128" y="184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31" y="180"/>
                  </a:lnTo>
                  <a:lnTo>
                    <a:pt x="131" y="178"/>
                  </a:lnTo>
                  <a:lnTo>
                    <a:pt x="131" y="175"/>
                  </a:lnTo>
                  <a:lnTo>
                    <a:pt x="126" y="175"/>
                  </a:lnTo>
                  <a:lnTo>
                    <a:pt x="126" y="175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8" y="155"/>
                  </a:lnTo>
                  <a:lnTo>
                    <a:pt x="106" y="155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47"/>
                  </a:lnTo>
                  <a:lnTo>
                    <a:pt x="100" y="140"/>
                  </a:lnTo>
                  <a:lnTo>
                    <a:pt x="99" y="135"/>
                  </a:lnTo>
                  <a:lnTo>
                    <a:pt x="95" y="129"/>
                  </a:lnTo>
                  <a:lnTo>
                    <a:pt x="95" y="129"/>
                  </a:lnTo>
                  <a:lnTo>
                    <a:pt x="91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4" y="122"/>
                  </a:lnTo>
                  <a:lnTo>
                    <a:pt x="82" y="122"/>
                  </a:lnTo>
                  <a:lnTo>
                    <a:pt x="80" y="122"/>
                  </a:lnTo>
                  <a:lnTo>
                    <a:pt x="77" y="122"/>
                  </a:lnTo>
                  <a:lnTo>
                    <a:pt x="77" y="122"/>
                  </a:lnTo>
                  <a:lnTo>
                    <a:pt x="84" y="113"/>
                  </a:lnTo>
                  <a:lnTo>
                    <a:pt x="84" y="111"/>
                  </a:lnTo>
                  <a:lnTo>
                    <a:pt x="84" y="107"/>
                  </a:lnTo>
                  <a:lnTo>
                    <a:pt x="84" y="105"/>
                  </a:lnTo>
                  <a:lnTo>
                    <a:pt x="80" y="105"/>
                  </a:lnTo>
                  <a:lnTo>
                    <a:pt x="80" y="105"/>
                  </a:lnTo>
                  <a:lnTo>
                    <a:pt x="86" y="10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95" y="85"/>
                  </a:lnTo>
                  <a:lnTo>
                    <a:pt x="95" y="78"/>
                  </a:lnTo>
                  <a:lnTo>
                    <a:pt x="91" y="76"/>
                  </a:lnTo>
                  <a:lnTo>
                    <a:pt x="86" y="74"/>
                  </a:lnTo>
                  <a:lnTo>
                    <a:pt x="73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66" y="67"/>
                  </a:lnTo>
                  <a:lnTo>
                    <a:pt x="66" y="65"/>
                  </a:lnTo>
                  <a:lnTo>
                    <a:pt x="69" y="58"/>
                  </a:lnTo>
                  <a:lnTo>
                    <a:pt x="75" y="58"/>
                  </a:lnTo>
                  <a:lnTo>
                    <a:pt x="75" y="58"/>
                  </a:lnTo>
                  <a:lnTo>
                    <a:pt x="75" y="51"/>
                  </a:lnTo>
                  <a:lnTo>
                    <a:pt x="73" y="49"/>
                  </a:lnTo>
                  <a:lnTo>
                    <a:pt x="73" y="47"/>
                  </a:lnTo>
                  <a:lnTo>
                    <a:pt x="73" y="49"/>
                  </a:lnTo>
                  <a:lnTo>
                    <a:pt x="73" y="49"/>
                  </a:lnTo>
                  <a:lnTo>
                    <a:pt x="68" y="47"/>
                  </a:lnTo>
                  <a:lnTo>
                    <a:pt x="62" y="45"/>
                  </a:lnTo>
                  <a:lnTo>
                    <a:pt x="62" y="45"/>
                  </a:lnTo>
                  <a:close/>
                  <a:moveTo>
                    <a:pt x="110" y="0"/>
                  </a:moveTo>
                  <a:lnTo>
                    <a:pt x="110" y="0"/>
                  </a:lnTo>
                  <a:lnTo>
                    <a:pt x="104" y="3"/>
                  </a:lnTo>
                  <a:lnTo>
                    <a:pt x="104" y="7"/>
                  </a:lnTo>
                  <a:lnTo>
                    <a:pt x="106" y="13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5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EC71884-C533-4D15-93D8-5E987A6B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165" y="3279218"/>
              <a:ext cx="180927" cy="280288"/>
            </a:xfrm>
            <a:custGeom>
              <a:avLst/>
              <a:gdLst>
                <a:gd name="T0" fmla="*/ 64 w 122"/>
                <a:gd name="T1" fmla="*/ 14 h 189"/>
                <a:gd name="T2" fmla="*/ 60 w 122"/>
                <a:gd name="T3" fmla="*/ 7 h 189"/>
                <a:gd name="T4" fmla="*/ 65 w 122"/>
                <a:gd name="T5" fmla="*/ 0 h 189"/>
                <a:gd name="T6" fmla="*/ 67 w 122"/>
                <a:gd name="T7" fmla="*/ 9 h 189"/>
                <a:gd name="T8" fmla="*/ 69 w 122"/>
                <a:gd name="T9" fmla="*/ 18 h 189"/>
                <a:gd name="T10" fmla="*/ 25 w 122"/>
                <a:gd name="T11" fmla="*/ 189 h 189"/>
                <a:gd name="T12" fmla="*/ 29 w 122"/>
                <a:gd name="T13" fmla="*/ 189 h 189"/>
                <a:gd name="T14" fmla="*/ 36 w 122"/>
                <a:gd name="T15" fmla="*/ 182 h 189"/>
                <a:gd name="T16" fmla="*/ 38 w 122"/>
                <a:gd name="T17" fmla="*/ 182 h 189"/>
                <a:gd name="T18" fmla="*/ 43 w 122"/>
                <a:gd name="T19" fmla="*/ 182 h 189"/>
                <a:gd name="T20" fmla="*/ 47 w 122"/>
                <a:gd name="T21" fmla="*/ 182 h 189"/>
                <a:gd name="T22" fmla="*/ 49 w 122"/>
                <a:gd name="T23" fmla="*/ 175 h 189"/>
                <a:gd name="T24" fmla="*/ 54 w 122"/>
                <a:gd name="T25" fmla="*/ 167 h 189"/>
                <a:gd name="T26" fmla="*/ 62 w 122"/>
                <a:gd name="T27" fmla="*/ 166 h 189"/>
                <a:gd name="T28" fmla="*/ 69 w 122"/>
                <a:gd name="T29" fmla="*/ 167 h 189"/>
                <a:gd name="T30" fmla="*/ 76 w 122"/>
                <a:gd name="T31" fmla="*/ 153 h 189"/>
                <a:gd name="T32" fmla="*/ 93 w 122"/>
                <a:gd name="T33" fmla="*/ 147 h 189"/>
                <a:gd name="T34" fmla="*/ 91 w 122"/>
                <a:gd name="T35" fmla="*/ 146 h 189"/>
                <a:gd name="T36" fmla="*/ 93 w 122"/>
                <a:gd name="T37" fmla="*/ 135 h 189"/>
                <a:gd name="T38" fmla="*/ 95 w 122"/>
                <a:gd name="T39" fmla="*/ 120 h 189"/>
                <a:gd name="T40" fmla="*/ 102 w 122"/>
                <a:gd name="T41" fmla="*/ 120 h 189"/>
                <a:gd name="T42" fmla="*/ 105 w 122"/>
                <a:gd name="T43" fmla="*/ 111 h 189"/>
                <a:gd name="T44" fmla="*/ 107 w 122"/>
                <a:gd name="T45" fmla="*/ 100 h 189"/>
                <a:gd name="T46" fmla="*/ 111 w 122"/>
                <a:gd name="T47" fmla="*/ 95 h 189"/>
                <a:gd name="T48" fmla="*/ 122 w 122"/>
                <a:gd name="T49" fmla="*/ 80 h 189"/>
                <a:gd name="T50" fmla="*/ 122 w 122"/>
                <a:gd name="T51" fmla="*/ 71 h 189"/>
                <a:gd name="T52" fmla="*/ 122 w 122"/>
                <a:gd name="T53" fmla="*/ 71 h 189"/>
                <a:gd name="T54" fmla="*/ 115 w 122"/>
                <a:gd name="T55" fmla="*/ 69 h 189"/>
                <a:gd name="T56" fmla="*/ 111 w 122"/>
                <a:gd name="T57" fmla="*/ 60 h 189"/>
                <a:gd name="T58" fmla="*/ 107 w 122"/>
                <a:gd name="T59" fmla="*/ 49 h 189"/>
                <a:gd name="T60" fmla="*/ 104 w 122"/>
                <a:gd name="T61" fmla="*/ 47 h 189"/>
                <a:gd name="T62" fmla="*/ 93 w 122"/>
                <a:gd name="T63" fmla="*/ 44 h 189"/>
                <a:gd name="T64" fmla="*/ 87 w 122"/>
                <a:gd name="T65" fmla="*/ 42 h 189"/>
                <a:gd name="T66" fmla="*/ 78 w 122"/>
                <a:gd name="T67" fmla="*/ 33 h 189"/>
                <a:gd name="T68" fmla="*/ 71 w 122"/>
                <a:gd name="T69" fmla="*/ 20 h 189"/>
                <a:gd name="T70" fmla="*/ 65 w 122"/>
                <a:gd name="T71" fmla="*/ 25 h 189"/>
                <a:gd name="T72" fmla="*/ 64 w 122"/>
                <a:gd name="T73" fmla="*/ 25 h 189"/>
                <a:gd name="T74" fmla="*/ 60 w 122"/>
                <a:gd name="T75" fmla="*/ 25 h 189"/>
                <a:gd name="T76" fmla="*/ 58 w 122"/>
                <a:gd name="T77" fmla="*/ 25 h 189"/>
                <a:gd name="T78" fmla="*/ 62 w 122"/>
                <a:gd name="T79" fmla="*/ 31 h 189"/>
                <a:gd name="T80" fmla="*/ 58 w 122"/>
                <a:gd name="T81" fmla="*/ 35 h 189"/>
                <a:gd name="T82" fmla="*/ 56 w 122"/>
                <a:gd name="T83" fmla="*/ 36 h 189"/>
                <a:gd name="T84" fmla="*/ 56 w 122"/>
                <a:gd name="T85" fmla="*/ 40 h 189"/>
                <a:gd name="T86" fmla="*/ 58 w 122"/>
                <a:gd name="T87" fmla="*/ 40 h 189"/>
                <a:gd name="T88" fmla="*/ 58 w 122"/>
                <a:gd name="T89" fmla="*/ 44 h 189"/>
                <a:gd name="T90" fmla="*/ 56 w 122"/>
                <a:gd name="T91" fmla="*/ 53 h 189"/>
                <a:gd name="T92" fmla="*/ 53 w 122"/>
                <a:gd name="T93" fmla="*/ 60 h 189"/>
                <a:gd name="T94" fmla="*/ 62 w 122"/>
                <a:gd name="T95" fmla="*/ 78 h 189"/>
                <a:gd name="T96" fmla="*/ 58 w 122"/>
                <a:gd name="T97" fmla="*/ 102 h 189"/>
                <a:gd name="T98" fmla="*/ 53 w 122"/>
                <a:gd name="T99" fmla="*/ 122 h 189"/>
                <a:gd name="T100" fmla="*/ 51 w 122"/>
                <a:gd name="T101" fmla="*/ 124 h 189"/>
                <a:gd name="T102" fmla="*/ 0 w 122"/>
                <a:gd name="T103" fmla="*/ 151 h 189"/>
                <a:gd name="T104" fmla="*/ 25 w 122"/>
                <a:gd name="T10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89">
                  <a:moveTo>
                    <a:pt x="69" y="18"/>
                  </a:moveTo>
                  <a:lnTo>
                    <a:pt x="64" y="14"/>
                  </a:lnTo>
                  <a:lnTo>
                    <a:pt x="64" y="9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9"/>
                  </a:lnTo>
                  <a:lnTo>
                    <a:pt x="69" y="18"/>
                  </a:lnTo>
                  <a:lnTo>
                    <a:pt x="69" y="18"/>
                  </a:lnTo>
                  <a:close/>
                  <a:moveTo>
                    <a:pt x="25" y="189"/>
                  </a:moveTo>
                  <a:lnTo>
                    <a:pt x="25" y="189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33" y="186"/>
                  </a:lnTo>
                  <a:lnTo>
                    <a:pt x="36" y="182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40" y="182"/>
                  </a:lnTo>
                  <a:lnTo>
                    <a:pt x="43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9" y="178"/>
                  </a:lnTo>
                  <a:lnTo>
                    <a:pt x="49" y="175"/>
                  </a:lnTo>
                  <a:lnTo>
                    <a:pt x="51" y="169"/>
                  </a:lnTo>
                  <a:lnTo>
                    <a:pt x="54" y="167"/>
                  </a:lnTo>
                  <a:lnTo>
                    <a:pt x="54" y="167"/>
                  </a:lnTo>
                  <a:lnTo>
                    <a:pt x="62" y="166"/>
                  </a:lnTo>
                  <a:lnTo>
                    <a:pt x="69" y="167"/>
                  </a:lnTo>
                  <a:lnTo>
                    <a:pt x="69" y="167"/>
                  </a:lnTo>
                  <a:lnTo>
                    <a:pt x="73" y="158"/>
                  </a:lnTo>
                  <a:lnTo>
                    <a:pt x="76" y="153"/>
                  </a:lnTo>
                  <a:lnTo>
                    <a:pt x="82" y="151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91" y="146"/>
                  </a:lnTo>
                  <a:lnTo>
                    <a:pt x="91" y="142"/>
                  </a:lnTo>
                  <a:lnTo>
                    <a:pt x="93" y="135"/>
                  </a:lnTo>
                  <a:lnTo>
                    <a:pt x="95" y="120"/>
                  </a:lnTo>
                  <a:lnTo>
                    <a:pt x="95" y="120"/>
                  </a:lnTo>
                  <a:lnTo>
                    <a:pt x="102" y="120"/>
                  </a:lnTo>
                  <a:lnTo>
                    <a:pt x="102" y="120"/>
                  </a:lnTo>
                  <a:lnTo>
                    <a:pt x="104" y="115"/>
                  </a:lnTo>
                  <a:lnTo>
                    <a:pt x="105" y="111"/>
                  </a:lnTo>
                  <a:lnTo>
                    <a:pt x="105" y="106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11" y="95"/>
                  </a:lnTo>
                  <a:lnTo>
                    <a:pt x="116" y="87"/>
                  </a:lnTo>
                  <a:lnTo>
                    <a:pt x="122" y="80"/>
                  </a:lnTo>
                  <a:lnTo>
                    <a:pt x="122" y="76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8" y="69"/>
                  </a:lnTo>
                  <a:lnTo>
                    <a:pt x="115" y="69"/>
                  </a:lnTo>
                  <a:lnTo>
                    <a:pt x="115" y="69"/>
                  </a:lnTo>
                  <a:lnTo>
                    <a:pt x="111" y="60"/>
                  </a:lnTo>
                  <a:lnTo>
                    <a:pt x="109" y="53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4" y="47"/>
                  </a:lnTo>
                  <a:lnTo>
                    <a:pt x="98" y="45"/>
                  </a:lnTo>
                  <a:lnTo>
                    <a:pt x="93" y="44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84" y="38"/>
                  </a:lnTo>
                  <a:lnTo>
                    <a:pt x="78" y="33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9" y="22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4" y="25"/>
                  </a:lnTo>
                  <a:lnTo>
                    <a:pt x="62" y="25"/>
                  </a:lnTo>
                  <a:lnTo>
                    <a:pt x="60" y="25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0" y="2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6" y="36"/>
                  </a:lnTo>
                  <a:lnTo>
                    <a:pt x="54" y="38"/>
                  </a:lnTo>
                  <a:lnTo>
                    <a:pt x="56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58" y="47"/>
                  </a:lnTo>
                  <a:lnTo>
                    <a:pt x="56" y="53"/>
                  </a:lnTo>
                  <a:lnTo>
                    <a:pt x="56" y="53"/>
                  </a:lnTo>
                  <a:lnTo>
                    <a:pt x="53" y="60"/>
                  </a:lnTo>
                  <a:lnTo>
                    <a:pt x="53" y="64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58" y="102"/>
                  </a:lnTo>
                  <a:lnTo>
                    <a:pt x="54" y="116"/>
                  </a:lnTo>
                  <a:lnTo>
                    <a:pt x="53" y="122"/>
                  </a:lnTo>
                  <a:lnTo>
                    <a:pt x="51" y="124"/>
                  </a:lnTo>
                  <a:lnTo>
                    <a:pt x="51" y="124"/>
                  </a:lnTo>
                  <a:lnTo>
                    <a:pt x="0" y="147"/>
                  </a:lnTo>
                  <a:lnTo>
                    <a:pt x="0" y="151"/>
                  </a:lnTo>
                  <a:lnTo>
                    <a:pt x="16" y="182"/>
                  </a:lnTo>
                  <a:lnTo>
                    <a:pt x="25" y="18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C403F5AE-4248-4956-8E4F-12871F396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919" y="3289599"/>
              <a:ext cx="127538" cy="86014"/>
            </a:xfrm>
            <a:custGeom>
              <a:avLst/>
              <a:gdLst>
                <a:gd name="T0" fmla="*/ 0 w 86"/>
                <a:gd name="T1" fmla="*/ 15 h 58"/>
                <a:gd name="T2" fmla="*/ 0 w 86"/>
                <a:gd name="T3" fmla="*/ 22 h 58"/>
                <a:gd name="T4" fmla="*/ 7 w 86"/>
                <a:gd name="T5" fmla="*/ 31 h 58"/>
                <a:gd name="T6" fmla="*/ 9 w 86"/>
                <a:gd name="T7" fmla="*/ 49 h 58"/>
                <a:gd name="T8" fmla="*/ 9 w 86"/>
                <a:gd name="T9" fmla="*/ 49 h 58"/>
                <a:gd name="T10" fmla="*/ 62 w 86"/>
                <a:gd name="T11" fmla="*/ 58 h 58"/>
                <a:gd name="T12" fmla="*/ 62 w 86"/>
                <a:gd name="T13" fmla="*/ 58 h 58"/>
                <a:gd name="T14" fmla="*/ 66 w 86"/>
                <a:gd name="T15" fmla="*/ 57 h 58"/>
                <a:gd name="T16" fmla="*/ 68 w 86"/>
                <a:gd name="T17" fmla="*/ 57 h 58"/>
                <a:gd name="T18" fmla="*/ 68 w 86"/>
                <a:gd name="T19" fmla="*/ 57 h 58"/>
                <a:gd name="T20" fmla="*/ 68 w 86"/>
                <a:gd name="T21" fmla="*/ 53 h 58"/>
                <a:gd name="T22" fmla="*/ 71 w 86"/>
                <a:gd name="T23" fmla="*/ 46 h 58"/>
                <a:gd name="T24" fmla="*/ 71 w 86"/>
                <a:gd name="T25" fmla="*/ 46 h 58"/>
                <a:gd name="T26" fmla="*/ 73 w 86"/>
                <a:gd name="T27" fmla="*/ 40 h 58"/>
                <a:gd name="T28" fmla="*/ 73 w 86"/>
                <a:gd name="T29" fmla="*/ 37 h 58"/>
                <a:gd name="T30" fmla="*/ 73 w 86"/>
                <a:gd name="T31" fmla="*/ 33 h 58"/>
                <a:gd name="T32" fmla="*/ 73 w 86"/>
                <a:gd name="T33" fmla="*/ 33 h 58"/>
                <a:gd name="T34" fmla="*/ 73 w 86"/>
                <a:gd name="T35" fmla="*/ 33 h 58"/>
                <a:gd name="T36" fmla="*/ 71 w 86"/>
                <a:gd name="T37" fmla="*/ 33 h 58"/>
                <a:gd name="T38" fmla="*/ 69 w 86"/>
                <a:gd name="T39" fmla="*/ 31 h 58"/>
                <a:gd name="T40" fmla="*/ 71 w 86"/>
                <a:gd name="T41" fmla="*/ 29 h 58"/>
                <a:gd name="T42" fmla="*/ 73 w 86"/>
                <a:gd name="T43" fmla="*/ 28 h 58"/>
                <a:gd name="T44" fmla="*/ 73 w 86"/>
                <a:gd name="T45" fmla="*/ 28 h 58"/>
                <a:gd name="T46" fmla="*/ 77 w 86"/>
                <a:gd name="T47" fmla="*/ 24 h 58"/>
                <a:gd name="T48" fmla="*/ 77 w 86"/>
                <a:gd name="T49" fmla="*/ 24 h 58"/>
                <a:gd name="T50" fmla="*/ 75 w 86"/>
                <a:gd name="T51" fmla="*/ 22 h 58"/>
                <a:gd name="T52" fmla="*/ 73 w 86"/>
                <a:gd name="T53" fmla="*/ 18 h 58"/>
                <a:gd name="T54" fmla="*/ 73 w 86"/>
                <a:gd name="T55" fmla="*/ 18 h 58"/>
                <a:gd name="T56" fmla="*/ 75 w 86"/>
                <a:gd name="T57" fmla="*/ 18 h 58"/>
                <a:gd name="T58" fmla="*/ 77 w 86"/>
                <a:gd name="T59" fmla="*/ 18 h 58"/>
                <a:gd name="T60" fmla="*/ 79 w 86"/>
                <a:gd name="T61" fmla="*/ 18 h 58"/>
                <a:gd name="T62" fmla="*/ 80 w 86"/>
                <a:gd name="T63" fmla="*/ 18 h 58"/>
                <a:gd name="T64" fmla="*/ 80 w 86"/>
                <a:gd name="T65" fmla="*/ 18 h 58"/>
                <a:gd name="T66" fmla="*/ 84 w 86"/>
                <a:gd name="T67" fmla="*/ 15 h 58"/>
                <a:gd name="T68" fmla="*/ 86 w 86"/>
                <a:gd name="T69" fmla="*/ 13 h 58"/>
                <a:gd name="T70" fmla="*/ 84 w 86"/>
                <a:gd name="T71" fmla="*/ 11 h 58"/>
                <a:gd name="T72" fmla="*/ 79 w 86"/>
                <a:gd name="T73" fmla="*/ 7 h 58"/>
                <a:gd name="T74" fmla="*/ 79 w 86"/>
                <a:gd name="T75" fmla="*/ 2 h 58"/>
                <a:gd name="T76" fmla="*/ 75 w 86"/>
                <a:gd name="T77" fmla="*/ 0 h 58"/>
                <a:gd name="T78" fmla="*/ 75 w 86"/>
                <a:gd name="T79" fmla="*/ 0 h 58"/>
                <a:gd name="T80" fmla="*/ 69 w 86"/>
                <a:gd name="T81" fmla="*/ 7 h 58"/>
                <a:gd name="T82" fmla="*/ 64 w 86"/>
                <a:gd name="T83" fmla="*/ 15 h 58"/>
                <a:gd name="T84" fmla="*/ 57 w 86"/>
                <a:gd name="T85" fmla="*/ 20 h 58"/>
                <a:gd name="T86" fmla="*/ 48 w 86"/>
                <a:gd name="T87" fmla="*/ 26 h 58"/>
                <a:gd name="T88" fmla="*/ 44 w 86"/>
                <a:gd name="T89" fmla="*/ 31 h 58"/>
                <a:gd name="T90" fmla="*/ 44 w 86"/>
                <a:gd name="T91" fmla="*/ 31 h 58"/>
                <a:gd name="T92" fmla="*/ 40 w 86"/>
                <a:gd name="T93" fmla="*/ 29 h 58"/>
                <a:gd name="T94" fmla="*/ 37 w 86"/>
                <a:gd name="T95" fmla="*/ 28 h 58"/>
                <a:gd name="T96" fmla="*/ 33 w 86"/>
                <a:gd name="T97" fmla="*/ 26 h 58"/>
                <a:gd name="T98" fmla="*/ 33 w 86"/>
                <a:gd name="T99" fmla="*/ 26 h 58"/>
                <a:gd name="T100" fmla="*/ 22 w 86"/>
                <a:gd name="T101" fmla="*/ 26 h 58"/>
                <a:gd name="T102" fmla="*/ 18 w 86"/>
                <a:gd name="T103" fmla="*/ 28 h 58"/>
                <a:gd name="T104" fmla="*/ 15 w 86"/>
                <a:gd name="T105" fmla="*/ 28 h 58"/>
                <a:gd name="T106" fmla="*/ 6 w 86"/>
                <a:gd name="T107" fmla="*/ 26 h 58"/>
                <a:gd name="T108" fmla="*/ 6 w 86"/>
                <a:gd name="T109" fmla="*/ 26 h 58"/>
                <a:gd name="T110" fmla="*/ 6 w 86"/>
                <a:gd name="T111" fmla="*/ 17 h 58"/>
                <a:gd name="T112" fmla="*/ 0 w 86"/>
                <a:gd name="T113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" h="58">
                  <a:moveTo>
                    <a:pt x="0" y="15"/>
                  </a:moveTo>
                  <a:lnTo>
                    <a:pt x="0" y="22"/>
                  </a:lnTo>
                  <a:lnTo>
                    <a:pt x="7" y="3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6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3"/>
                  </a:lnTo>
                  <a:lnTo>
                    <a:pt x="71" y="46"/>
                  </a:lnTo>
                  <a:lnTo>
                    <a:pt x="71" y="46"/>
                  </a:lnTo>
                  <a:lnTo>
                    <a:pt x="73" y="40"/>
                  </a:lnTo>
                  <a:lnTo>
                    <a:pt x="73" y="37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1" y="33"/>
                  </a:lnTo>
                  <a:lnTo>
                    <a:pt x="69" y="31"/>
                  </a:lnTo>
                  <a:lnTo>
                    <a:pt x="71" y="29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5" y="22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9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4" y="15"/>
                  </a:lnTo>
                  <a:lnTo>
                    <a:pt x="86" y="13"/>
                  </a:lnTo>
                  <a:lnTo>
                    <a:pt x="84" y="11"/>
                  </a:lnTo>
                  <a:lnTo>
                    <a:pt x="79" y="7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69" y="7"/>
                  </a:lnTo>
                  <a:lnTo>
                    <a:pt x="64" y="15"/>
                  </a:lnTo>
                  <a:lnTo>
                    <a:pt x="57" y="20"/>
                  </a:lnTo>
                  <a:lnTo>
                    <a:pt x="48" y="26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0" y="29"/>
                  </a:lnTo>
                  <a:lnTo>
                    <a:pt x="37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2" y="26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50C2444-A661-478F-883B-20628A58C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47" y="2411660"/>
              <a:ext cx="378167" cy="289186"/>
            </a:xfrm>
            <a:custGeom>
              <a:avLst/>
              <a:gdLst>
                <a:gd name="T0" fmla="*/ 102 w 255"/>
                <a:gd name="T1" fmla="*/ 148 h 195"/>
                <a:gd name="T2" fmla="*/ 93 w 255"/>
                <a:gd name="T3" fmla="*/ 151 h 195"/>
                <a:gd name="T4" fmla="*/ 84 w 255"/>
                <a:gd name="T5" fmla="*/ 166 h 195"/>
                <a:gd name="T6" fmla="*/ 93 w 255"/>
                <a:gd name="T7" fmla="*/ 168 h 195"/>
                <a:gd name="T8" fmla="*/ 111 w 255"/>
                <a:gd name="T9" fmla="*/ 157 h 195"/>
                <a:gd name="T10" fmla="*/ 242 w 255"/>
                <a:gd name="T11" fmla="*/ 115 h 195"/>
                <a:gd name="T12" fmla="*/ 253 w 255"/>
                <a:gd name="T13" fmla="*/ 106 h 195"/>
                <a:gd name="T14" fmla="*/ 253 w 255"/>
                <a:gd name="T15" fmla="*/ 93 h 195"/>
                <a:gd name="T16" fmla="*/ 248 w 255"/>
                <a:gd name="T17" fmla="*/ 80 h 195"/>
                <a:gd name="T18" fmla="*/ 253 w 255"/>
                <a:gd name="T19" fmla="*/ 71 h 195"/>
                <a:gd name="T20" fmla="*/ 248 w 255"/>
                <a:gd name="T21" fmla="*/ 60 h 195"/>
                <a:gd name="T22" fmla="*/ 233 w 255"/>
                <a:gd name="T23" fmla="*/ 51 h 195"/>
                <a:gd name="T24" fmla="*/ 226 w 255"/>
                <a:gd name="T25" fmla="*/ 46 h 195"/>
                <a:gd name="T26" fmla="*/ 204 w 255"/>
                <a:gd name="T27" fmla="*/ 51 h 195"/>
                <a:gd name="T28" fmla="*/ 197 w 255"/>
                <a:gd name="T29" fmla="*/ 40 h 195"/>
                <a:gd name="T30" fmla="*/ 189 w 255"/>
                <a:gd name="T31" fmla="*/ 31 h 195"/>
                <a:gd name="T32" fmla="*/ 171 w 255"/>
                <a:gd name="T33" fmla="*/ 27 h 195"/>
                <a:gd name="T34" fmla="*/ 160 w 255"/>
                <a:gd name="T35" fmla="*/ 22 h 195"/>
                <a:gd name="T36" fmla="*/ 157 w 255"/>
                <a:gd name="T37" fmla="*/ 11 h 195"/>
                <a:gd name="T38" fmla="*/ 147 w 255"/>
                <a:gd name="T39" fmla="*/ 4 h 195"/>
                <a:gd name="T40" fmla="*/ 137 w 255"/>
                <a:gd name="T41" fmla="*/ 6 h 195"/>
                <a:gd name="T42" fmla="*/ 122 w 255"/>
                <a:gd name="T43" fmla="*/ 4 h 195"/>
                <a:gd name="T44" fmla="*/ 115 w 255"/>
                <a:gd name="T45" fmla="*/ 13 h 195"/>
                <a:gd name="T46" fmla="*/ 95 w 255"/>
                <a:gd name="T47" fmla="*/ 13 h 195"/>
                <a:gd name="T48" fmla="*/ 85 w 255"/>
                <a:gd name="T49" fmla="*/ 13 h 195"/>
                <a:gd name="T50" fmla="*/ 71 w 255"/>
                <a:gd name="T51" fmla="*/ 13 h 195"/>
                <a:gd name="T52" fmla="*/ 34 w 255"/>
                <a:gd name="T53" fmla="*/ 9 h 195"/>
                <a:gd name="T54" fmla="*/ 25 w 255"/>
                <a:gd name="T55" fmla="*/ 9 h 195"/>
                <a:gd name="T56" fmla="*/ 22 w 255"/>
                <a:gd name="T57" fmla="*/ 22 h 195"/>
                <a:gd name="T58" fmla="*/ 20 w 255"/>
                <a:gd name="T59" fmla="*/ 27 h 195"/>
                <a:gd name="T60" fmla="*/ 20 w 255"/>
                <a:gd name="T61" fmla="*/ 47 h 195"/>
                <a:gd name="T62" fmla="*/ 14 w 255"/>
                <a:gd name="T63" fmla="*/ 71 h 195"/>
                <a:gd name="T64" fmla="*/ 13 w 255"/>
                <a:gd name="T65" fmla="*/ 88 h 195"/>
                <a:gd name="T66" fmla="*/ 3 w 255"/>
                <a:gd name="T67" fmla="*/ 100 h 195"/>
                <a:gd name="T68" fmla="*/ 16 w 255"/>
                <a:gd name="T69" fmla="*/ 106 h 195"/>
                <a:gd name="T70" fmla="*/ 33 w 255"/>
                <a:gd name="T71" fmla="*/ 111 h 195"/>
                <a:gd name="T72" fmla="*/ 47 w 255"/>
                <a:gd name="T73" fmla="*/ 104 h 195"/>
                <a:gd name="T74" fmla="*/ 55 w 255"/>
                <a:gd name="T75" fmla="*/ 97 h 195"/>
                <a:gd name="T76" fmla="*/ 65 w 255"/>
                <a:gd name="T77" fmla="*/ 89 h 195"/>
                <a:gd name="T78" fmla="*/ 82 w 255"/>
                <a:gd name="T79" fmla="*/ 95 h 195"/>
                <a:gd name="T80" fmla="*/ 95 w 255"/>
                <a:gd name="T81" fmla="*/ 111 h 195"/>
                <a:gd name="T82" fmla="*/ 100 w 255"/>
                <a:gd name="T83" fmla="*/ 129 h 195"/>
                <a:gd name="T84" fmla="*/ 116 w 255"/>
                <a:gd name="T85" fmla="*/ 146 h 195"/>
                <a:gd name="T86" fmla="*/ 140 w 255"/>
                <a:gd name="T87" fmla="*/ 146 h 195"/>
                <a:gd name="T88" fmla="*/ 149 w 255"/>
                <a:gd name="T89" fmla="*/ 157 h 195"/>
                <a:gd name="T90" fmla="*/ 166 w 255"/>
                <a:gd name="T91" fmla="*/ 166 h 195"/>
                <a:gd name="T92" fmla="*/ 160 w 255"/>
                <a:gd name="T93" fmla="*/ 162 h 195"/>
                <a:gd name="T94" fmla="*/ 157 w 255"/>
                <a:gd name="T95" fmla="*/ 175 h 195"/>
                <a:gd name="T96" fmla="*/ 164 w 255"/>
                <a:gd name="T97" fmla="*/ 182 h 195"/>
                <a:gd name="T98" fmla="*/ 208 w 255"/>
                <a:gd name="T99" fmla="*/ 175 h 195"/>
                <a:gd name="T100" fmla="*/ 182 w 255"/>
                <a:gd name="T101" fmla="*/ 162 h 195"/>
                <a:gd name="T102" fmla="*/ 171 w 255"/>
                <a:gd name="T103" fmla="*/ 157 h 195"/>
                <a:gd name="T104" fmla="*/ 191 w 255"/>
                <a:gd name="T105" fmla="*/ 153 h 195"/>
                <a:gd name="T106" fmla="*/ 220 w 255"/>
                <a:gd name="T107" fmla="*/ 13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195">
                  <a:moveTo>
                    <a:pt x="113" y="151"/>
                  </a:moveTo>
                  <a:lnTo>
                    <a:pt x="113" y="151"/>
                  </a:lnTo>
                  <a:lnTo>
                    <a:pt x="109" y="149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4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6" y="149"/>
                  </a:lnTo>
                  <a:lnTo>
                    <a:pt x="93" y="151"/>
                  </a:lnTo>
                  <a:lnTo>
                    <a:pt x="91" y="153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7" y="162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7" y="168"/>
                  </a:lnTo>
                  <a:lnTo>
                    <a:pt x="87" y="168"/>
                  </a:lnTo>
                  <a:lnTo>
                    <a:pt x="91" y="170"/>
                  </a:lnTo>
                  <a:lnTo>
                    <a:pt x="93" y="170"/>
                  </a:lnTo>
                  <a:lnTo>
                    <a:pt x="93" y="168"/>
                  </a:lnTo>
                  <a:lnTo>
                    <a:pt x="93" y="168"/>
                  </a:lnTo>
                  <a:lnTo>
                    <a:pt x="96" y="168"/>
                  </a:lnTo>
                  <a:lnTo>
                    <a:pt x="100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9" y="160"/>
                  </a:lnTo>
                  <a:lnTo>
                    <a:pt x="111" y="157"/>
                  </a:lnTo>
                  <a:lnTo>
                    <a:pt x="113" y="151"/>
                  </a:lnTo>
                  <a:lnTo>
                    <a:pt x="113" y="151"/>
                  </a:lnTo>
                  <a:close/>
                  <a:moveTo>
                    <a:pt x="235" y="133"/>
                  </a:moveTo>
                  <a:lnTo>
                    <a:pt x="237" y="122"/>
                  </a:lnTo>
                  <a:lnTo>
                    <a:pt x="242" y="115"/>
                  </a:lnTo>
                  <a:lnTo>
                    <a:pt x="242" y="115"/>
                  </a:lnTo>
                  <a:lnTo>
                    <a:pt x="249" y="117"/>
                  </a:lnTo>
                  <a:lnTo>
                    <a:pt x="253" y="115"/>
                  </a:lnTo>
                  <a:lnTo>
                    <a:pt x="255" y="113"/>
                  </a:lnTo>
                  <a:lnTo>
                    <a:pt x="255" y="113"/>
                  </a:lnTo>
                  <a:lnTo>
                    <a:pt x="255" y="109"/>
                  </a:lnTo>
                  <a:lnTo>
                    <a:pt x="253" y="106"/>
                  </a:lnTo>
                  <a:lnTo>
                    <a:pt x="251" y="102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5"/>
                  </a:lnTo>
                  <a:lnTo>
                    <a:pt x="253" y="95"/>
                  </a:lnTo>
                  <a:lnTo>
                    <a:pt x="253" y="93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1" y="89"/>
                  </a:lnTo>
                  <a:lnTo>
                    <a:pt x="251" y="86"/>
                  </a:lnTo>
                  <a:lnTo>
                    <a:pt x="251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3"/>
                  </a:lnTo>
                  <a:lnTo>
                    <a:pt x="251" y="73"/>
                  </a:lnTo>
                  <a:lnTo>
                    <a:pt x="253" y="71"/>
                  </a:lnTo>
                  <a:lnTo>
                    <a:pt x="249" y="69"/>
                  </a:lnTo>
                  <a:lnTo>
                    <a:pt x="249" y="69"/>
                  </a:lnTo>
                  <a:lnTo>
                    <a:pt x="249" y="68"/>
                  </a:lnTo>
                  <a:lnTo>
                    <a:pt x="249" y="66"/>
                  </a:lnTo>
                  <a:lnTo>
                    <a:pt x="251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4" y="57"/>
                  </a:lnTo>
                  <a:lnTo>
                    <a:pt x="239" y="55"/>
                  </a:lnTo>
                  <a:lnTo>
                    <a:pt x="239" y="55"/>
                  </a:lnTo>
                  <a:lnTo>
                    <a:pt x="235" y="53"/>
                  </a:lnTo>
                  <a:lnTo>
                    <a:pt x="233" y="51"/>
                  </a:lnTo>
                  <a:lnTo>
                    <a:pt x="231" y="51"/>
                  </a:lnTo>
                  <a:lnTo>
                    <a:pt x="231" y="51"/>
                  </a:lnTo>
                  <a:lnTo>
                    <a:pt x="228" y="49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6" y="46"/>
                  </a:lnTo>
                  <a:lnTo>
                    <a:pt x="222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3" y="37"/>
                  </a:lnTo>
                  <a:lnTo>
                    <a:pt x="193" y="37"/>
                  </a:lnTo>
                  <a:lnTo>
                    <a:pt x="191" y="35"/>
                  </a:lnTo>
                  <a:lnTo>
                    <a:pt x="189" y="33"/>
                  </a:lnTo>
                  <a:lnTo>
                    <a:pt x="189" y="31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82" y="31"/>
                  </a:lnTo>
                  <a:lnTo>
                    <a:pt x="177" y="27"/>
                  </a:lnTo>
                  <a:lnTo>
                    <a:pt x="177" y="27"/>
                  </a:lnTo>
                  <a:lnTo>
                    <a:pt x="171" y="27"/>
                  </a:lnTo>
                  <a:lnTo>
                    <a:pt x="166" y="27"/>
                  </a:lnTo>
                  <a:lnTo>
                    <a:pt x="166" y="27"/>
                  </a:lnTo>
                  <a:lnTo>
                    <a:pt x="164" y="27"/>
                  </a:lnTo>
                  <a:lnTo>
                    <a:pt x="162" y="24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8" y="20"/>
                  </a:lnTo>
                  <a:lnTo>
                    <a:pt x="158" y="16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1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5" y="4"/>
                  </a:lnTo>
                  <a:lnTo>
                    <a:pt x="153" y="4"/>
                  </a:lnTo>
                  <a:lnTo>
                    <a:pt x="149" y="4"/>
                  </a:lnTo>
                  <a:lnTo>
                    <a:pt x="147" y="4"/>
                  </a:lnTo>
                  <a:lnTo>
                    <a:pt x="147" y="4"/>
                  </a:lnTo>
                  <a:lnTo>
                    <a:pt x="144" y="0"/>
                  </a:lnTo>
                  <a:lnTo>
                    <a:pt x="142" y="0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37" y="6"/>
                  </a:lnTo>
                  <a:lnTo>
                    <a:pt x="133" y="6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2" y="4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13"/>
                  </a:lnTo>
                  <a:lnTo>
                    <a:pt x="118" y="15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7" y="13"/>
                  </a:lnTo>
                  <a:lnTo>
                    <a:pt x="102" y="13"/>
                  </a:lnTo>
                  <a:lnTo>
                    <a:pt x="102" y="13"/>
                  </a:lnTo>
                  <a:lnTo>
                    <a:pt x="98" y="11"/>
                  </a:lnTo>
                  <a:lnTo>
                    <a:pt x="96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3" y="13"/>
                  </a:lnTo>
                  <a:lnTo>
                    <a:pt x="91" y="13"/>
                  </a:lnTo>
                  <a:lnTo>
                    <a:pt x="87" y="11"/>
                  </a:lnTo>
                  <a:lnTo>
                    <a:pt x="87" y="11"/>
                  </a:lnTo>
                  <a:lnTo>
                    <a:pt x="85" y="13"/>
                  </a:lnTo>
                  <a:lnTo>
                    <a:pt x="85" y="16"/>
                  </a:lnTo>
                  <a:lnTo>
                    <a:pt x="84" y="11"/>
                  </a:lnTo>
                  <a:lnTo>
                    <a:pt x="84" y="11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71" y="13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0" y="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3" y="13"/>
                  </a:lnTo>
                  <a:lnTo>
                    <a:pt x="31" y="15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18" y="16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31"/>
                  </a:lnTo>
                  <a:lnTo>
                    <a:pt x="20" y="35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2"/>
                  </a:lnTo>
                  <a:lnTo>
                    <a:pt x="20" y="47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7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4"/>
                  </a:lnTo>
                  <a:lnTo>
                    <a:pt x="13" y="88"/>
                  </a:lnTo>
                  <a:lnTo>
                    <a:pt x="7" y="89"/>
                  </a:lnTo>
                  <a:lnTo>
                    <a:pt x="2" y="9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9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5" y="109"/>
                  </a:lnTo>
                  <a:lnTo>
                    <a:pt x="25" y="109"/>
                  </a:lnTo>
                  <a:lnTo>
                    <a:pt x="29" y="111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36" y="108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0"/>
                  </a:lnTo>
                  <a:lnTo>
                    <a:pt x="49" y="100"/>
                  </a:lnTo>
                  <a:lnTo>
                    <a:pt x="49" y="98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5" y="97"/>
                  </a:lnTo>
                  <a:lnTo>
                    <a:pt x="55" y="93"/>
                  </a:lnTo>
                  <a:lnTo>
                    <a:pt x="58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89"/>
                  </a:lnTo>
                  <a:lnTo>
                    <a:pt x="67" y="89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78" y="93"/>
                  </a:lnTo>
                  <a:lnTo>
                    <a:pt x="82" y="95"/>
                  </a:lnTo>
                  <a:lnTo>
                    <a:pt x="82" y="95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93" y="106"/>
                  </a:lnTo>
                  <a:lnTo>
                    <a:pt x="93" y="109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8" y="120"/>
                  </a:lnTo>
                  <a:lnTo>
                    <a:pt x="98" y="120"/>
                  </a:lnTo>
                  <a:lnTo>
                    <a:pt x="100" y="126"/>
                  </a:lnTo>
                  <a:lnTo>
                    <a:pt x="100" y="129"/>
                  </a:lnTo>
                  <a:lnTo>
                    <a:pt x="100" y="129"/>
                  </a:lnTo>
                  <a:lnTo>
                    <a:pt x="100" y="133"/>
                  </a:lnTo>
                  <a:lnTo>
                    <a:pt x="102" y="137"/>
                  </a:lnTo>
                  <a:lnTo>
                    <a:pt x="106" y="140"/>
                  </a:lnTo>
                  <a:lnTo>
                    <a:pt x="113" y="151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26" y="144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38" y="153"/>
                  </a:lnTo>
                  <a:lnTo>
                    <a:pt x="142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58" y="153"/>
                  </a:lnTo>
                  <a:lnTo>
                    <a:pt x="158" y="153"/>
                  </a:lnTo>
                  <a:lnTo>
                    <a:pt x="166" y="155"/>
                  </a:lnTo>
                  <a:lnTo>
                    <a:pt x="166" y="155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4" y="166"/>
                  </a:lnTo>
                  <a:lnTo>
                    <a:pt x="164" y="164"/>
                  </a:lnTo>
                  <a:lnTo>
                    <a:pt x="164" y="162"/>
                  </a:lnTo>
                  <a:lnTo>
                    <a:pt x="160" y="162"/>
                  </a:lnTo>
                  <a:lnTo>
                    <a:pt x="160" y="162"/>
                  </a:lnTo>
                  <a:lnTo>
                    <a:pt x="146" y="170"/>
                  </a:lnTo>
                  <a:lnTo>
                    <a:pt x="146" y="175"/>
                  </a:lnTo>
                  <a:lnTo>
                    <a:pt x="146" y="175"/>
                  </a:lnTo>
                  <a:lnTo>
                    <a:pt x="151" y="175"/>
                  </a:lnTo>
                  <a:lnTo>
                    <a:pt x="157" y="175"/>
                  </a:lnTo>
                  <a:lnTo>
                    <a:pt x="157" y="175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60" y="177"/>
                  </a:lnTo>
                  <a:lnTo>
                    <a:pt x="160" y="177"/>
                  </a:lnTo>
                  <a:lnTo>
                    <a:pt x="164" y="182"/>
                  </a:lnTo>
                  <a:lnTo>
                    <a:pt x="162" y="186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82" y="188"/>
                  </a:lnTo>
                  <a:lnTo>
                    <a:pt x="208" y="180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193" y="173"/>
                  </a:lnTo>
                  <a:lnTo>
                    <a:pt x="186" y="171"/>
                  </a:lnTo>
                  <a:lnTo>
                    <a:pt x="180" y="170"/>
                  </a:lnTo>
                  <a:lnTo>
                    <a:pt x="180" y="170"/>
                  </a:lnTo>
                  <a:lnTo>
                    <a:pt x="182" y="162"/>
                  </a:lnTo>
                  <a:lnTo>
                    <a:pt x="182" y="162"/>
                  </a:lnTo>
                  <a:lnTo>
                    <a:pt x="180" y="162"/>
                  </a:lnTo>
                  <a:lnTo>
                    <a:pt x="175" y="162"/>
                  </a:lnTo>
                  <a:lnTo>
                    <a:pt x="175" y="162"/>
                  </a:lnTo>
                  <a:lnTo>
                    <a:pt x="173" y="160"/>
                  </a:lnTo>
                  <a:lnTo>
                    <a:pt x="171" y="157"/>
                  </a:lnTo>
                  <a:lnTo>
                    <a:pt x="169" y="153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77" y="153"/>
                  </a:lnTo>
                  <a:lnTo>
                    <a:pt x="184" y="153"/>
                  </a:lnTo>
                  <a:lnTo>
                    <a:pt x="191" y="153"/>
                  </a:lnTo>
                  <a:lnTo>
                    <a:pt x="191" y="153"/>
                  </a:lnTo>
                  <a:lnTo>
                    <a:pt x="195" y="148"/>
                  </a:lnTo>
                  <a:lnTo>
                    <a:pt x="200" y="142"/>
                  </a:lnTo>
                  <a:lnTo>
                    <a:pt x="217" y="142"/>
                  </a:lnTo>
                  <a:lnTo>
                    <a:pt x="220" y="139"/>
                  </a:lnTo>
                  <a:lnTo>
                    <a:pt x="220" y="139"/>
                  </a:lnTo>
                  <a:lnTo>
                    <a:pt x="235" y="133"/>
                  </a:lnTo>
                  <a:lnTo>
                    <a:pt x="235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7DC7316-44C9-4B93-92E8-98EFBE749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868" y="3927291"/>
              <a:ext cx="134954" cy="189825"/>
            </a:xfrm>
            <a:custGeom>
              <a:avLst/>
              <a:gdLst>
                <a:gd name="T0" fmla="*/ 19 w 91"/>
                <a:gd name="T1" fmla="*/ 71 h 128"/>
                <a:gd name="T2" fmla="*/ 13 w 91"/>
                <a:gd name="T3" fmla="*/ 77 h 128"/>
                <a:gd name="T4" fmla="*/ 9 w 91"/>
                <a:gd name="T5" fmla="*/ 89 h 128"/>
                <a:gd name="T6" fmla="*/ 6 w 91"/>
                <a:gd name="T7" fmla="*/ 104 h 128"/>
                <a:gd name="T8" fmla="*/ 4 w 91"/>
                <a:gd name="T9" fmla="*/ 109 h 128"/>
                <a:gd name="T10" fmla="*/ 4 w 91"/>
                <a:gd name="T11" fmla="*/ 120 h 128"/>
                <a:gd name="T12" fmla="*/ 13 w 91"/>
                <a:gd name="T13" fmla="*/ 126 h 128"/>
                <a:gd name="T14" fmla="*/ 19 w 91"/>
                <a:gd name="T15" fmla="*/ 128 h 128"/>
                <a:gd name="T16" fmla="*/ 26 w 91"/>
                <a:gd name="T17" fmla="*/ 124 h 128"/>
                <a:gd name="T18" fmla="*/ 44 w 91"/>
                <a:gd name="T19" fmla="*/ 119 h 128"/>
                <a:gd name="T20" fmla="*/ 40 w 91"/>
                <a:gd name="T21" fmla="*/ 119 h 128"/>
                <a:gd name="T22" fmla="*/ 44 w 91"/>
                <a:gd name="T23" fmla="*/ 104 h 128"/>
                <a:gd name="T24" fmla="*/ 42 w 91"/>
                <a:gd name="T25" fmla="*/ 95 h 128"/>
                <a:gd name="T26" fmla="*/ 50 w 91"/>
                <a:gd name="T27" fmla="*/ 88 h 128"/>
                <a:gd name="T28" fmla="*/ 57 w 91"/>
                <a:gd name="T29" fmla="*/ 88 h 128"/>
                <a:gd name="T30" fmla="*/ 66 w 91"/>
                <a:gd name="T31" fmla="*/ 86 h 128"/>
                <a:gd name="T32" fmla="*/ 73 w 91"/>
                <a:gd name="T33" fmla="*/ 86 h 128"/>
                <a:gd name="T34" fmla="*/ 77 w 91"/>
                <a:gd name="T35" fmla="*/ 91 h 128"/>
                <a:gd name="T36" fmla="*/ 79 w 91"/>
                <a:gd name="T37" fmla="*/ 98 h 128"/>
                <a:gd name="T38" fmla="*/ 82 w 91"/>
                <a:gd name="T39" fmla="*/ 93 h 128"/>
                <a:gd name="T40" fmla="*/ 82 w 91"/>
                <a:gd name="T41" fmla="*/ 89 h 128"/>
                <a:gd name="T42" fmla="*/ 82 w 91"/>
                <a:gd name="T43" fmla="*/ 86 h 128"/>
                <a:gd name="T44" fmla="*/ 80 w 91"/>
                <a:gd name="T45" fmla="*/ 73 h 128"/>
                <a:gd name="T46" fmla="*/ 84 w 91"/>
                <a:gd name="T47" fmla="*/ 68 h 128"/>
                <a:gd name="T48" fmla="*/ 84 w 91"/>
                <a:gd name="T49" fmla="*/ 57 h 128"/>
                <a:gd name="T50" fmla="*/ 90 w 91"/>
                <a:gd name="T51" fmla="*/ 53 h 128"/>
                <a:gd name="T52" fmla="*/ 91 w 91"/>
                <a:gd name="T53" fmla="*/ 44 h 128"/>
                <a:gd name="T54" fmla="*/ 88 w 91"/>
                <a:gd name="T55" fmla="*/ 35 h 128"/>
                <a:gd name="T56" fmla="*/ 86 w 91"/>
                <a:gd name="T57" fmla="*/ 22 h 128"/>
                <a:gd name="T58" fmla="*/ 88 w 91"/>
                <a:gd name="T59" fmla="*/ 15 h 128"/>
                <a:gd name="T60" fmla="*/ 86 w 91"/>
                <a:gd name="T61" fmla="*/ 11 h 128"/>
                <a:gd name="T62" fmla="*/ 82 w 91"/>
                <a:gd name="T63" fmla="*/ 9 h 128"/>
                <a:gd name="T64" fmla="*/ 73 w 91"/>
                <a:gd name="T65" fmla="*/ 6 h 128"/>
                <a:gd name="T66" fmla="*/ 64 w 91"/>
                <a:gd name="T67" fmla="*/ 2 h 128"/>
                <a:gd name="T68" fmla="*/ 59 w 91"/>
                <a:gd name="T69" fmla="*/ 4 h 128"/>
                <a:gd name="T70" fmla="*/ 51 w 91"/>
                <a:gd name="T71" fmla="*/ 4 h 128"/>
                <a:gd name="T72" fmla="*/ 42 w 91"/>
                <a:gd name="T73" fmla="*/ 11 h 128"/>
                <a:gd name="T74" fmla="*/ 44 w 91"/>
                <a:gd name="T75" fmla="*/ 18 h 128"/>
                <a:gd name="T76" fmla="*/ 39 w 91"/>
                <a:gd name="T77" fmla="*/ 29 h 128"/>
                <a:gd name="T78" fmla="*/ 39 w 91"/>
                <a:gd name="T79" fmla="*/ 31 h 128"/>
                <a:gd name="T80" fmla="*/ 35 w 91"/>
                <a:gd name="T81" fmla="*/ 42 h 128"/>
                <a:gd name="T82" fmla="*/ 37 w 91"/>
                <a:gd name="T83" fmla="*/ 46 h 128"/>
                <a:gd name="T84" fmla="*/ 39 w 91"/>
                <a:gd name="T85" fmla="*/ 51 h 128"/>
                <a:gd name="T86" fmla="*/ 31 w 91"/>
                <a:gd name="T87" fmla="*/ 58 h 128"/>
                <a:gd name="T88" fmla="*/ 28 w 91"/>
                <a:gd name="T89" fmla="*/ 68 h 128"/>
                <a:gd name="T90" fmla="*/ 51 w 91"/>
                <a:gd name="T91" fmla="*/ 58 h 128"/>
                <a:gd name="T92" fmla="*/ 57 w 91"/>
                <a:gd name="T93" fmla="*/ 62 h 128"/>
                <a:gd name="T94" fmla="*/ 51 w 91"/>
                <a:gd name="T95" fmla="*/ 66 h 128"/>
                <a:gd name="T96" fmla="*/ 50 w 91"/>
                <a:gd name="T9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128">
                  <a:moveTo>
                    <a:pt x="22" y="69"/>
                  </a:moveTo>
                  <a:lnTo>
                    <a:pt x="22" y="69"/>
                  </a:lnTo>
                  <a:lnTo>
                    <a:pt x="19" y="71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3" y="7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0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20"/>
                  </a:lnTo>
                  <a:lnTo>
                    <a:pt x="6" y="120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6" y="124"/>
                  </a:lnTo>
                  <a:lnTo>
                    <a:pt x="29" y="122"/>
                  </a:lnTo>
                  <a:lnTo>
                    <a:pt x="44" y="122"/>
                  </a:lnTo>
                  <a:lnTo>
                    <a:pt x="44" y="119"/>
                  </a:lnTo>
                  <a:lnTo>
                    <a:pt x="44" y="119"/>
                  </a:lnTo>
                  <a:lnTo>
                    <a:pt x="42" y="120"/>
                  </a:lnTo>
                  <a:lnTo>
                    <a:pt x="40" y="119"/>
                  </a:lnTo>
                  <a:lnTo>
                    <a:pt x="40" y="113"/>
                  </a:lnTo>
                  <a:lnTo>
                    <a:pt x="42" y="108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6" y="91"/>
                  </a:lnTo>
                  <a:lnTo>
                    <a:pt x="50" y="88"/>
                  </a:lnTo>
                  <a:lnTo>
                    <a:pt x="50" y="88"/>
                  </a:lnTo>
                  <a:lnTo>
                    <a:pt x="53" y="88"/>
                  </a:lnTo>
                  <a:lnTo>
                    <a:pt x="57" y="88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3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91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9" y="98"/>
                  </a:lnTo>
                  <a:lnTo>
                    <a:pt x="80" y="98"/>
                  </a:lnTo>
                  <a:lnTo>
                    <a:pt x="80" y="102"/>
                  </a:lnTo>
                  <a:lnTo>
                    <a:pt x="82" y="93"/>
                  </a:lnTo>
                  <a:lnTo>
                    <a:pt x="82" y="93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2" y="88"/>
                  </a:lnTo>
                  <a:lnTo>
                    <a:pt x="82" y="88"/>
                  </a:lnTo>
                  <a:lnTo>
                    <a:pt x="82" y="86"/>
                  </a:lnTo>
                  <a:lnTo>
                    <a:pt x="80" y="80"/>
                  </a:lnTo>
                  <a:lnTo>
                    <a:pt x="80" y="77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2" y="71"/>
                  </a:lnTo>
                  <a:lnTo>
                    <a:pt x="84" y="6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91" y="38"/>
                  </a:lnTo>
                  <a:lnTo>
                    <a:pt x="88" y="35"/>
                  </a:lnTo>
                  <a:lnTo>
                    <a:pt x="88" y="35"/>
                  </a:lnTo>
                  <a:lnTo>
                    <a:pt x="86" y="31"/>
                  </a:lnTo>
                  <a:lnTo>
                    <a:pt x="84" y="29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17"/>
                  </a:lnTo>
                  <a:lnTo>
                    <a:pt x="88" y="15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68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42" y="11"/>
                  </a:lnTo>
                  <a:lnTo>
                    <a:pt x="44" y="15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39" y="26"/>
                  </a:lnTo>
                  <a:lnTo>
                    <a:pt x="37" y="27"/>
                  </a:lnTo>
                  <a:lnTo>
                    <a:pt x="39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5" y="42"/>
                  </a:lnTo>
                  <a:lnTo>
                    <a:pt x="35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1" y="58"/>
                  </a:lnTo>
                  <a:lnTo>
                    <a:pt x="31" y="58"/>
                  </a:lnTo>
                  <a:lnTo>
                    <a:pt x="29" y="64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22" y="69"/>
                  </a:lnTo>
                  <a:close/>
                  <a:moveTo>
                    <a:pt x="51" y="58"/>
                  </a:moveTo>
                  <a:lnTo>
                    <a:pt x="51" y="58"/>
                  </a:lnTo>
                  <a:lnTo>
                    <a:pt x="55" y="58"/>
                  </a:lnTo>
                  <a:lnTo>
                    <a:pt x="57" y="62"/>
                  </a:lnTo>
                  <a:lnTo>
                    <a:pt x="57" y="64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0" y="64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1" y="5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07525D6-39CF-4302-97F0-07401B1BF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1444" y="2746819"/>
              <a:ext cx="329227" cy="240247"/>
            </a:xfrm>
            <a:custGeom>
              <a:avLst/>
              <a:gdLst>
                <a:gd name="T0" fmla="*/ 0 w 222"/>
                <a:gd name="T1" fmla="*/ 29 h 162"/>
                <a:gd name="T2" fmla="*/ 5 w 222"/>
                <a:gd name="T3" fmla="*/ 22 h 162"/>
                <a:gd name="T4" fmla="*/ 7 w 222"/>
                <a:gd name="T5" fmla="*/ 20 h 162"/>
                <a:gd name="T6" fmla="*/ 12 w 222"/>
                <a:gd name="T7" fmla="*/ 16 h 162"/>
                <a:gd name="T8" fmla="*/ 21 w 222"/>
                <a:gd name="T9" fmla="*/ 20 h 162"/>
                <a:gd name="T10" fmla="*/ 27 w 222"/>
                <a:gd name="T11" fmla="*/ 31 h 162"/>
                <a:gd name="T12" fmla="*/ 34 w 222"/>
                <a:gd name="T13" fmla="*/ 38 h 162"/>
                <a:gd name="T14" fmla="*/ 27 w 222"/>
                <a:gd name="T15" fmla="*/ 47 h 162"/>
                <a:gd name="T16" fmla="*/ 29 w 222"/>
                <a:gd name="T17" fmla="*/ 51 h 162"/>
                <a:gd name="T18" fmla="*/ 16 w 222"/>
                <a:gd name="T19" fmla="*/ 51 h 162"/>
                <a:gd name="T20" fmla="*/ 7 w 222"/>
                <a:gd name="T21" fmla="*/ 44 h 162"/>
                <a:gd name="T22" fmla="*/ 1 w 222"/>
                <a:gd name="T23" fmla="*/ 55 h 162"/>
                <a:gd name="T24" fmla="*/ 1 w 222"/>
                <a:gd name="T25" fmla="*/ 69 h 162"/>
                <a:gd name="T26" fmla="*/ 9 w 222"/>
                <a:gd name="T27" fmla="*/ 66 h 162"/>
                <a:gd name="T28" fmla="*/ 21 w 222"/>
                <a:gd name="T29" fmla="*/ 64 h 162"/>
                <a:gd name="T30" fmla="*/ 14 w 222"/>
                <a:gd name="T31" fmla="*/ 71 h 162"/>
                <a:gd name="T32" fmla="*/ 14 w 222"/>
                <a:gd name="T33" fmla="*/ 75 h 162"/>
                <a:gd name="T34" fmla="*/ 18 w 222"/>
                <a:gd name="T35" fmla="*/ 78 h 162"/>
                <a:gd name="T36" fmla="*/ 16 w 222"/>
                <a:gd name="T37" fmla="*/ 84 h 162"/>
                <a:gd name="T38" fmla="*/ 25 w 222"/>
                <a:gd name="T39" fmla="*/ 97 h 162"/>
                <a:gd name="T40" fmla="*/ 20 w 222"/>
                <a:gd name="T41" fmla="*/ 98 h 162"/>
                <a:gd name="T42" fmla="*/ 32 w 222"/>
                <a:gd name="T43" fmla="*/ 113 h 162"/>
                <a:gd name="T44" fmla="*/ 41 w 222"/>
                <a:gd name="T45" fmla="*/ 102 h 162"/>
                <a:gd name="T46" fmla="*/ 65 w 222"/>
                <a:gd name="T47" fmla="*/ 98 h 162"/>
                <a:gd name="T48" fmla="*/ 96 w 222"/>
                <a:gd name="T49" fmla="*/ 106 h 162"/>
                <a:gd name="T50" fmla="*/ 127 w 222"/>
                <a:gd name="T51" fmla="*/ 120 h 162"/>
                <a:gd name="T52" fmla="*/ 140 w 222"/>
                <a:gd name="T53" fmla="*/ 137 h 162"/>
                <a:gd name="T54" fmla="*/ 151 w 222"/>
                <a:gd name="T55" fmla="*/ 153 h 162"/>
                <a:gd name="T56" fmla="*/ 158 w 222"/>
                <a:gd name="T57" fmla="*/ 160 h 162"/>
                <a:gd name="T58" fmla="*/ 176 w 222"/>
                <a:gd name="T59" fmla="*/ 148 h 162"/>
                <a:gd name="T60" fmla="*/ 187 w 222"/>
                <a:gd name="T61" fmla="*/ 124 h 162"/>
                <a:gd name="T62" fmla="*/ 198 w 222"/>
                <a:gd name="T63" fmla="*/ 117 h 162"/>
                <a:gd name="T64" fmla="*/ 211 w 222"/>
                <a:gd name="T65" fmla="*/ 113 h 162"/>
                <a:gd name="T66" fmla="*/ 218 w 222"/>
                <a:gd name="T67" fmla="*/ 100 h 162"/>
                <a:gd name="T68" fmla="*/ 200 w 222"/>
                <a:gd name="T69" fmla="*/ 97 h 162"/>
                <a:gd name="T70" fmla="*/ 180 w 222"/>
                <a:gd name="T71" fmla="*/ 87 h 162"/>
                <a:gd name="T72" fmla="*/ 162 w 222"/>
                <a:gd name="T73" fmla="*/ 71 h 162"/>
                <a:gd name="T74" fmla="*/ 149 w 222"/>
                <a:gd name="T75" fmla="*/ 53 h 162"/>
                <a:gd name="T76" fmla="*/ 136 w 222"/>
                <a:gd name="T77" fmla="*/ 38 h 162"/>
                <a:gd name="T78" fmla="*/ 116 w 222"/>
                <a:gd name="T79" fmla="*/ 44 h 162"/>
                <a:gd name="T80" fmla="*/ 111 w 222"/>
                <a:gd name="T81" fmla="*/ 35 h 162"/>
                <a:gd name="T82" fmla="*/ 98 w 222"/>
                <a:gd name="T83" fmla="*/ 13 h 162"/>
                <a:gd name="T84" fmla="*/ 87 w 222"/>
                <a:gd name="T85" fmla="*/ 0 h 162"/>
                <a:gd name="T86" fmla="*/ 69 w 222"/>
                <a:gd name="T87" fmla="*/ 11 h 162"/>
                <a:gd name="T88" fmla="*/ 71 w 222"/>
                <a:gd name="T89" fmla="*/ 24 h 162"/>
                <a:gd name="T90" fmla="*/ 52 w 222"/>
                <a:gd name="T91" fmla="*/ 26 h 162"/>
                <a:gd name="T92" fmla="*/ 38 w 222"/>
                <a:gd name="T93" fmla="*/ 26 h 162"/>
                <a:gd name="T94" fmla="*/ 25 w 222"/>
                <a:gd name="T95" fmla="*/ 9 h 162"/>
                <a:gd name="T96" fmla="*/ 16 w 222"/>
                <a:gd name="T97" fmla="*/ 7 h 162"/>
                <a:gd name="T98" fmla="*/ 1 w 222"/>
                <a:gd name="T99" fmla="*/ 16 h 162"/>
                <a:gd name="T100" fmla="*/ 7 w 222"/>
                <a:gd name="T101" fmla="*/ 77 h 162"/>
                <a:gd name="T102" fmla="*/ 5 w 222"/>
                <a:gd name="T103" fmla="*/ 80 h 162"/>
                <a:gd name="T104" fmla="*/ 10 w 222"/>
                <a:gd name="T105" fmla="*/ 77 h 162"/>
                <a:gd name="T106" fmla="*/ 7 w 222"/>
                <a:gd name="T107" fmla="*/ 7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" h="162">
                  <a:moveTo>
                    <a:pt x="0" y="18"/>
                  </a:moveTo>
                  <a:lnTo>
                    <a:pt x="0" y="18"/>
                  </a:lnTo>
                  <a:lnTo>
                    <a:pt x="0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20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7" y="31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0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1" y="53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9" y="46"/>
                  </a:lnTo>
                  <a:lnTo>
                    <a:pt x="7" y="44"/>
                  </a:lnTo>
                  <a:lnTo>
                    <a:pt x="5" y="44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5" y="66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14" y="67"/>
                  </a:lnTo>
                  <a:lnTo>
                    <a:pt x="12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5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8" y="78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3" y="89"/>
                  </a:lnTo>
                  <a:lnTo>
                    <a:pt x="25" y="93"/>
                  </a:lnTo>
                  <a:lnTo>
                    <a:pt x="25" y="97"/>
                  </a:lnTo>
                  <a:lnTo>
                    <a:pt x="23" y="98"/>
                  </a:lnTo>
                  <a:lnTo>
                    <a:pt x="20" y="98"/>
                  </a:lnTo>
                  <a:lnTo>
                    <a:pt x="20" y="98"/>
                  </a:lnTo>
                  <a:lnTo>
                    <a:pt x="20" y="118"/>
                  </a:lnTo>
                  <a:lnTo>
                    <a:pt x="30" y="120"/>
                  </a:lnTo>
                  <a:lnTo>
                    <a:pt x="32" y="113"/>
                  </a:lnTo>
                  <a:lnTo>
                    <a:pt x="34" y="109"/>
                  </a:lnTo>
                  <a:lnTo>
                    <a:pt x="38" y="106"/>
                  </a:lnTo>
                  <a:lnTo>
                    <a:pt x="41" y="102"/>
                  </a:lnTo>
                  <a:lnTo>
                    <a:pt x="51" y="104"/>
                  </a:lnTo>
                  <a:lnTo>
                    <a:pt x="56" y="102"/>
                  </a:lnTo>
                  <a:lnTo>
                    <a:pt x="65" y="98"/>
                  </a:lnTo>
                  <a:lnTo>
                    <a:pt x="82" y="102"/>
                  </a:lnTo>
                  <a:lnTo>
                    <a:pt x="92" y="104"/>
                  </a:lnTo>
                  <a:lnTo>
                    <a:pt x="96" y="106"/>
                  </a:lnTo>
                  <a:lnTo>
                    <a:pt x="109" y="111"/>
                  </a:lnTo>
                  <a:lnTo>
                    <a:pt x="118" y="115"/>
                  </a:lnTo>
                  <a:lnTo>
                    <a:pt x="127" y="120"/>
                  </a:lnTo>
                  <a:lnTo>
                    <a:pt x="133" y="124"/>
                  </a:lnTo>
                  <a:lnTo>
                    <a:pt x="136" y="129"/>
                  </a:lnTo>
                  <a:lnTo>
                    <a:pt x="140" y="137"/>
                  </a:lnTo>
                  <a:lnTo>
                    <a:pt x="149" y="138"/>
                  </a:lnTo>
                  <a:lnTo>
                    <a:pt x="149" y="146"/>
                  </a:lnTo>
                  <a:lnTo>
                    <a:pt x="151" y="153"/>
                  </a:lnTo>
                  <a:lnTo>
                    <a:pt x="147" y="160"/>
                  </a:lnTo>
                  <a:lnTo>
                    <a:pt x="154" y="162"/>
                  </a:lnTo>
                  <a:lnTo>
                    <a:pt x="158" y="160"/>
                  </a:lnTo>
                  <a:lnTo>
                    <a:pt x="165" y="162"/>
                  </a:lnTo>
                  <a:lnTo>
                    <a:pt x="178" y="155"/>
                  </a:lnTo>
                  <a:lnTo>
                    <a:pt x="176" y="148"/>
                  </a:lnTo>
                  <a:lnTo>
                    <a:pt x="185" y="138"/>
                  </a:lnTo>
                  <a:lnTo>
                    <a:pt x="187" y="133"/>
                  </a:lnTo>
                  <a:lnTo>
                    <a:pt x="187" y="124"/>
                  </a:lnTo>
                  <a:lnTo>
                    <a:pt x="191" y="120"/>
                  </a:lnTo>
                  <a:lnTo>
                    <a:pt x="193" y="115"/>
                  </a:lnTo>
                  <a:lnTo>
                    <a:pt x="198" y="117"/>
                  </a:lnTo>
                  <a:lnTo>
                    <a:pt x="204" y="120"/>
                  </a:lnTo>
                  <a:lnTo>
                    <a:pt x="211" y="120"/>
                  </a:lnTo>
                  <a:lnTo>
                    <a:pt x="211" y="113"/>
                  </a:lnTo>
                  <a:lnTo>
                    <a:pt x="213" y="107"/>
                  </a:lnTo>
                  <a:lnTo>
                    <a:pt x="222" y="104"/>
                  </a:lnTo>
                  <a:lnTo>
                    <a:pt x="218" y="100"/>
                  </a:lnTo>
                  <a:lnTo>
                    <a:pt x="213" y="100"/>
                  </a:lnTo>
                  <a:lnTo>
                    <a:pt x="207" y="97"/>
                  </a:lnTo>
                  <a:lnTo>
                    <a:pt x="200" y="97"/>
                  </a:lnTo>
                  <a:lnTo>
                    <a:pt x="194" y="91"/>
                  </a:lnTo>
                  <a:lnTo>
                    <a:pt x="185" y="93"/>
                  </a:lnTo>
                  <a:lnTo>
                    <a:pt x="180" y="87"/>
                  </a:lnTo>
                  <a:lnTo>
                    <a:pt x="173" y="80"/>
                  </a:lnTo>
                  <a:lnTo>
                    <a:pt x="167" y="77"/>
                  </a:lnTo>
                  <a:lnTo>
                    <a:pt x="162" y="71"/>
                  </a:lnTo>
                  <a:lnTo>
                    <a:pt x="160" y="64"/>
                  </a:lnTo>
                  <a:lnTo>
                    <a:pt x="154" y="58"/>
                  </a:lnTo>
                  <a:lnTo>
                    <a:pt x="149" y="53"/>
                  </a:lnTo>
                  <a:lnTo>
                    <a:pt x="151" y="46"/>
                  </a:lnTo>
                  <a:lnTo>
                    <a:pt x="143" y="36"/>
                  </a:lnTo>
                  <a:lnTo>
                    <a:pt x="136" y="38"/>
                  </a:lnTo>
                  <a:lnTo>
                    <a:pt x="127" y="36"/>
                  </a:lnTo>
                  <a:lnTo>
                    <a:pt x="123" y="40"/>
                  </a:lnTo>
                  <a:lnTo>
                    <a:pt x="116" y="44"/>
                  </a:lnTo>
                  <a:lnTo>
                    <a:pt x="111" y="42"/>
                  </a:lnTo>
                  <a:lnTo>
                    <a:pt x="107" y="38"/>
                  </a:lnTo>
                  <a:lnTo>
                    <a:pt x="111" y="35"/>
                  </a:lnTo>
                  <a:lnTo>
                    <a:pt x="109" y="27"/>
                  </a:lnTo>
                  <a:lnTo>
                    <a:pt x="100" y="24"/>
                  </a:lnTo>
                  <a:lnTo>
                    <a:pt x="98" y="13"/>
                  </a:lnTo>
                  <a:lnTo>
                    <a:pt x="94" y="4"/>
                  </a:lnTo>
                  <a:lnTo>
                    <a:pt x="91" y="2"/>
                  </a:lnTo>
                  <a:lnTo>
                    <a:pt x="87" y="0"/>
                  </a:lnTo>
                  <a:lnTo>
                    <a:pt x="82" y="5"/>
                  </a:lnTo>
                  <a:lnTo>
                    <a:pt x="78" y="11"/>
                  </a:lnTo>
                  <a:lnTo>
                    <a:pt x="69" y="11"/>
                  </a:lnTo>
                  <a:lnTo>
                    <a:pt x="65" y="15"/>
                  </a:lnTo>
                  <a:lnTo>
                    <a:pt x="67" y="20"/>
                  </a:lnTo>
                  <a:lnTo>
                    <a:pt x="71" y="24"/>
                  </a:lnTo>
                  <a:lnTo>
                    <a:pt x="69" y="27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47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2" y="15"/>
                  </a:lnTo>
                  <a:lnTo>
                    <a:pt x="25" y="9"/>
                  </a:lnTo>
                  <a:lnTo>
                    <a:pt x="21" y="9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9" y="9"/>
                  </a:lnTo>
                  <a:lnTo>
                    <a:pt x="5" y="11"/>
                  </a:lnTo>
                  <a:lnTo>
                    <a:pt x="1" y="16"/>
                  </a:lnTo>
                  <a:lnTo>
                    <a:pt x="0" y="18"/>
                  </a:lnTo>
                  <a:close/>
                  <a:moveTo>
                    <a:pt x="7" y="77"/>
                  </a:moveTo>
                  <a:lnTo>
                    <a:pt x="7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5"/>
                  </a:lnTo>
                  <a:lnTo>
                    <a:pt x="7" y="77"/>
                  </a:lnTo>
                  <a:lnTo>
                    <a:pt x="7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B147929B-2B7A-4A86-A8B9-2085A692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82" y="2776480"/>
              <a:ext cx="446385" cy="204655"/>
            </a:xfrm>
            <a:custGeom>
              <a:avLst/>
              <a:gdLst>
                <a:gd name="T0" fmla="*/ 159 w 301"/>
                <a:gd name="T1" fmla="*/ 138 h 138"/>
                <a:gd name="T2" fmla="*/ 164 w 301"/>
                <a:gd name="T3" fmla="*/ 131 h 138"/>
                <a:gd name="T4" fmla="*/ 168 w 301"/>
                <a:gd name="T5" fmla="*/ 124 h 138"/>
                <a:gd name="T6" fmla="*/ 174 w 301"/>
                <a:gd name="T7" fmla="*/ 120 h 138"/>
                <a:gd name="T8" fmla="*/ 184 w 301"/>
                <a:gd name="T9" fmla="*/ 117 h 138"/>
                <a:gd name="T10" fmla="*/ 195 w 301"/>
                <a:gd name="T11" fmla="*/ 117 h 138"/>
                <a:gd name="T12" fmla="*/ 215 w 301"/>
                <a:gd name="T13" fmla="*/ 109 h 138"/>
                <a:gd name="T14" fmla="*/ 237 w 301"/>
                <a:gd name="T15" fmla="*/ 106 h 138"/>
                <a:gd name="T16" fmla="*/ 254 w 301"/>
                <a:gd name="T17" fmla="*/ 106 h 138"/>
                <a:gd name="T18" fmla="*/ 263 w 301"/>
                <a:gd name="T19" fmla="*/ 104 h 138"/>
                <a:gd name="T20" fmla="*/ 274 w 301"/>
                <a:gd name="T21" fmla="*/ 102 h 138"/>
                <a:gd name="T22" fmla="*/ 290 w 301"/>
                <a:gd name="T23" fmla="*/ 106 h 138"/>
                <a:gd name="T24" fmla="*/ 290 w 301"/>
                <a:gd name="T25" fmla="*/ 95 h 138"/>
                <a:gd name="T26" fmla="*/ 285 w 301"/>
                <a:gd name="T27" fmla="*/ 78 h 138"/>
                <a:gd name="T28" fmla="*/ 288 w 301"/>
                <a:gd name="T29" fmla="*/ 69 h 138"/>
                <a:gd name="T30" fmla="*/ 288 w 301"/>
                <a:gd name="T31" fmla="*/ 58 h 138"/>
                <a:gd name="T32" fmla="*/ 292 w 301"/>
                <a:gd name="T33" fmla="*/ 55 h 138"/>
                <a:gd name="T34" fmla="*/ 299 w 301"/>
                <a:gd name="T35" fmla="*/ 53 h 138"/>
                <a:gd name="T36" fmla="*/ 285 w 301"/>
                <a:gd name="T37" fmla="*/ 40 h 138"/>
                <a:gd name="T38" fmla="*/ 279 w 301"/>
                <a:gd name="T39" fmla="*/ 29 h 138"/>
                <a:gd name="T40" fmla="*/ 283 w 301"/>
                <a:gd name="T41" fmla="*/ 18 h 138"/>
                <a:gd name="T42" fmla="*/ 277 w 301"/>
                <a:gd name="T43" fmla="*/ 9 h 138"/>
                <a:gd name="T44" fmla="*/ 265 w 301"/>
                <a:gd name="T45" fmla="*/ 9 h 138"/>
                <a:gd name="T46" fmla="*/ 250 w 301"/>
                <a:gd name="T47" fmla="*/ 7 h 138"/>
                <a:gd name="T48" fmla="*/ 235 w 301"/>
                <a:gd name="T49" fmla="*/ 15 h 138"/>
                <a:gd name="T50" fmla="*/ 212 w 301"/>
                <a:gd name="T51" fmla="*/ 20 h 138"/>
                <a:gd name="T52" fmla="*/ 204 w 301"/>
                <a:gd name="T53" fmla="*/ 22 h 138"/>
                <a:gd name="T54" fmla="*/ 172 w 301"/>
                <a:gd name="T55" fmla="*/ 13 h 138"/>
                <a:gd name="T56" fmla="*/ 161 w 301"/>
                <a:gd name="T57" fmla="*/ 16 h 138"/>
                <a:gd name="T58" fmla="*/ 153 w 301"/>
                <a:gd name="T59" fmla="*/ 7 h 138"/>
                <a:gd name="T60" fmla="*/ 141 w 301"/>
                <a:gd name="T61" fmla="*/ 0 h 138"/>
                <a:gd name="T62" fmla="*/ 95 w 301"/>
                <a:gd name="T63" fmla="*/ 9 h 138"/>
                <a:gd name="T64" fmla="*/ 84 w 301"/>
                <a:gd name="T65" fmla="*/ 13 h 138"/>
                <a:gd name="T66" fmla="*/ 62 w 301"/>
                <a:gd name="T67" fmla="*/ 18 h 138"/>
                <a:gd name="T68" fmla="*/ 55 w 301"/>
                <a:gd name="T69" fmla="*/ 27 h 138"/>
                <a:gd name="T70" fmla="*/ 48 w 301"/>
                <a:gd name="T71" fmla="*/ 31 h 138"/>
                <a:gd name="T72" fmla="*/ 22 w 301"/>
                <a:gd name="T73" fmla="*/ 36 h 138"/>
                <a:gd name="T74" fmla="*/ 28 w 301"/>
                <a:gd name="T75" fmla="*/ 27 h 138"/>
                <a:gd name="T76" fmla="*/ 31 w 301"/>
                <a:gd name="T77" fmla="*/ 11 h 138"/>
                <a:gd name="T78" fmla="*/ 26 w 301"/>
                <a:gd name="T79" fmla="*/ 4 h 138"/>
                <a:gd name="T80" fmla="*/ 17 w 301"/>
                <a:gd name="T81" fmla="*/ 4 h 138"/>
                <a:gd name="T82" fmla="*/ 17 w 301"/>
                <a:gd name="T83" fmla="*/ 11 h 138"/>
                <a:gd name="T84" fmla="*/ 17 w 301"/>
                <a:gd name="T85" fmla="*/ 18 h 138"/>
                <a:gd name="T86" fmla="*/ 8 w 301"/>
                <a:gd name="T87" fmla="*/ 20 h 138"/>
                <a:gd name="T88" fmla="*/ 0 w 301"/>
                <a:gd name="T89" fmla="*/ 35 h 138"/>
                <a:gd name="T90" fmla="*/ 4 w 301"/>
                <a:gd name="T91" fmla="*/ 46 h 138"/>
                <a:gd name="T92" fmla="*/ 0 w 301"/>
                <a:gd name="T93" fmla="*/ 57 h 138"/>
                <a:gd name="T94" fmla="*/ 11 w 301"/>
                <a:gd name="T95" fmla="*/ 64 h 138"/>
                <a:gd name="T96" fmla="*/ 13 w 301"/>
                <a:gd name="T97" fmla="*/ 77 h 138"/>
                <a:gd name="T98" fmla="*/ 4 w 301"/>
                <a:gd name="T99" fmla="*/ 82 h 138"/>
                <a:gd name="T100" fmla="*/ 13 w 301"/>
                <a:gd name="T101" fmla="*/ 87 h 138"/>
                <a:gd name="T102" fmla="*/ 19 w 301"/>
                <a:gd name="T103" fmla="*/ 109 h 138"/>
                <a:gd name="T104" fmla="*/ 28 w 301"/>
                <a:gd name="T105" fmla="*/ 117 h 138"/>
                <a:gd name="T106" fmla="*/ 37 w 301"/>
                <a:gd name="T107" fmla="*/ 115 h 138"/>
                <a:gd name="T108" fmla="*/ 61 w 301"/>
                <a:gd name="T109" fmla="*/ 133 h 138"/>
                <a:gd name="T110" fmla="*/ 70 w 301"/>
                <a:gd name="T111" fmla="*/ 126 h 138"/>
                <a:gd name="T112" fmla="*/ 92 w 301"/>
                <a:gd name="T113" fmla="*/ 124 h 138"/>
                <a:gd name="T114" fmla="*/ 108 w 301"/>
                <a:gd name="T115" fmla="*/ 135 h 138"/>
                <a:gd name="T116" fmla="*/ 135 w 301"/>
                <a:gd name="T117" fmla="*/ 120 h 138"/>
                <a:gd name="T118" fmla="*/ 146 w 301"/>
                <a:gd name="T119" fmla="*/ 117 h 138"/>
                <a:gd name="T120" fmla="*/ 153 w 301"/>
                <a:gd name="T121" fmla="*/ 12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1" h="138">
                  <a:moveTo>
                    <a:pt x="153" y="138"/>
                  </a:moveTo>
                  <a:lnTo>
                    <a:pt x="153" y="138"/>
                  </a:lnTo>
                  <a:lnTo>
                    <a:pt x="153" y="138"/>
                  </a:lnTo>
                  <a:lnTo>
                    <a:pt x="159" y="138"/>
                  </a:lnTo>
                  <a:lnTo>
                    <a:pt x="159" y="138"/>
                  </a:lnTo>
                  <a:lnTo>
                    <a:pt x="163" y="137"/>
                  </a:lnTo>
                  <a:lnTo>
                    <a:pt x="163" y="135"/>
                  </a:lnTo>
                  <a:lnTo>
                    <a:pt x="163" y="133"/>
                  </a:lnTo>
                  <a:lnTo>
                    <a:pt x="164" y="131"/>
                  </a:lnTo>
                  <a:lnTo>
                    <a:pt x="164" y="131"/>
                  </a:lnTo>
                  <a:lnTo>
                    <a:pt x="168" y="131"/>
                  </a:lnTo>
                  <a:lnTo>
                    <a:pt x="170" y="131"/>
                  </a:lnTo>
                  <a:lnTo>
                    <a:pt x="170" y="128"/>
                  </a:lnTo>
                  <a:lnTo>
                    <a:pt x="170" y="128"/>
                  </a:lnTo>
                  <a:lnTo>
                    <a:pt x="168" y="124"/>
                  </a:lnTo>
                  <a:lnTo>
                    <a:pt x="168" y="122"/>
                  </a:lnTo>
                  <a:lnTo>
                    <a:pt x="170" y="118"/>
                  </a:lnTo>
                  <a:lnTo>
                    <a:pt x="170" y="118"/>
                  </a:lnTo>
                  <a:lnTo>
                    <a:pt x="172" y="118"/>
                  </a:lnTo>
                  <a:lnTo>
                    <a:pt x="174" y="120"/>
                  </a:lnTo>
                  <a:lnTo>
                    <a:pt x="175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81" y="117"/>
                  </a:lnTo>
                  <a:lnTo>
                    <a:pt x="184" y="117"/>
                  </a:lnTo>
                  <a:lnTo>
                    <a:pt x="184" y="117"/>
                  </a:lnTo>
                  <a:lnTo>
                    <a:pt x="190" y="117"/>
                  </a:lnTo>
                  <a:lnTo>
                    <a:pt x="192" y="117"/>
                  </a:lnTo>
                  <a:lnTo>
                    <a:pt x="195" y="117"/>
                  </a:lnTo>
                  <a:lnTo>
                    <a:pt x="195" y="117"/>
                  </a:lnTo>
                  <a:lnTo>
                    <a:pt x="199" y="115"/>
                  </a:lnTo>
                  <a:lnTo>
                    <a:pt x="204" y="115"/>
                  </a:lnTo>
                  <a:lnTo>
                    <a:pt x="210" y="113"/>
                  </a:lnTo>
                  <a:lnTo>
                    <a:pt x="215" y="109"/>
                  </a:lnTo>
                  <a:lnTo>
                    <a:pt x="215" y="109"/>
                  </a:lnTo>
                  <a:lnTo>
                    <a:pt x="219" y="108"/>
                  </a:lnTo>
                  <a:lnTo>
                    <a:pt x="226" y="108"/>
                  </a:lnTo>
                  <a:lnTo>
                    <a:pt x="232" y="108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45" y="102"/>
                  </a:lnTo>
                  <a:lnTo>
                    <a:pt x="250" y="100"/>
                  </a:lnTo>
                  <a:lnTo>
                    <a:pt x="252" y="104"/>
                  </a:lnTo>
                  <a:lnTo>
                    <a:pt x="252" y="104"/>
                  </a:lnTo>
                  <a:lnTo>
                    <a:pt x="254" y="106"/>
                  </a:lnTo>
                  <a:lnTo>
                    <a:pt x="256" y="106"/>
                  </a:lnTo>
                  <a:lnTo>
                    <a:pt x="256" y="106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3" y="104"/>
                  </a:lnTo>
                  <a:lnTo>
                    <a:pt x="265" y="106"/>
                  </a:lnTo>
                  <a:lnTo>
                    <a:pt x="268" y="108"/>
                  </a:lnTo>
                  <a:lnTo>
                    <a:pt x="270" y="106"/>
                  </a:lnTo>
                  <a:lnTo>
                    <a:pt x="270" y="106"/>
                  </a:lnTo>
                  <a:lnTo>
                    <a:pt x="274" y="102"/>
                  </a:lnTo>
                  <a:lnTo>
                    <a:pt x="277" y="104"/>
                  </a:lnTo>
                  <a:lnTo>
                    <a:pt x="279" y="108"/>
                  </a:lnTo>
                  <a:lnTo>
                    <a:pt x="286" y="104"/>
                  </a:lnTo>
                  <a:lnTo>
                    <a:pt x="290" y="106"/>
                  </a:lnTo>
                  <a:lnTo>
                    <a:pt x="290" y="106"/>
                  </a:lnTo>
                  <a:lnTo>
                    <a:pt x="292" y="104"/>
                  </a:lnTo>
                  <a:lnTo>
                    <a:pt x="292" y="102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0" y="95"/>
                  </a:lnTo>
                  <a:lnTo>
                    <a:pt x="288" y="89"/>
                  </a:lnTo>
                  <a:lnTo>
                    <a:pt x="288" y="89"/>
                  </a:lnTo>
                  <a:lnTo>
                    <a:pt x="285" y="84"/>
                  </a:lnTo>
                  <a:lnTo>
                    <a:pt x="283" y="82"/>
                  </a:lnTo>
                  <a:lnTo>
                    <a:pt x="285" y="78"/>
                  </a:lnTo>
                  <a:lnTo>
                    <a:pt x="285" y="78"/>
                  </a:lnTo>
                  <a:lnTo>
                    <a:pt x="286" y="75"/>
                  </a:lnTo>
                  <a:lnTo>
                    <a:pt x="288" y="71"/>
                  </a:lnTo>
                  <a:lnTo>
                    <a:pt x="288" y="71"/>
                  </a:lnTo>
                  <a:lnTo>
                    <a:pt x="288" y="69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5" y="62"/>
                  </a:lnTo>
                  <a:lnTo>
                    <a:pt x="285" y="60"/>
                  </a:lnTo>
                  <a:lnTo>
                    <a:pt x="288" y="58"/>
                  </a:lnTo>
                  <a:lnTo>
                    <a:pt x="288" y="58"/>
                  </a:lnTo>
                  <a:lnTo>
                    <a:pt x="290" y="57"/>
                  </a:lnTo>
                  <a:lnTo>
                    <a:pt x="290" y="55"/>
                  </a:lnTo>
                  <a:lnTo>
                    <a:pt x="290" y="55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6" y="57"/>
                  </a:lnTo>
                  <a:lnTo>
                    <a:pt x="297" y="58"/>
                  </a:lnTo>
                  <a:lnTo>
                    <a:pt x="299" y="53"/>
                  </a:lnTo>
                  <a:lnTo>
                    <a:pt x="299" y="53"/>
                  </a:lnTo>
                  <a:lnTo>
                    <a:pt x="301" y="49"/>
                  </a:lnTo>
                  <a:lnTo>
                    <a:pt x="299" y="46"/>
                  </a:lnTo>
                  <a:lnTo>
                    <a:pt x="296" y="44"/>
                  </a:lnTo>
                  <a:lnTo>
                    <a:pt x="296" y="44"/>
                  </a:lnTo>
                  <a:lnTo>
                    <a:pt x="285" y="40"/>
                  </a:lnTo>
                  <a:lnTo>
                    <a:pt x="279" y="38"/>
                  </a:lnTo>
                  <a:lnTo>
                    <a:pt x="277" y="36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9" y="29"/>
                  </a:lnTo>
                  <a:lnTo>
                    <a:pt x="279" y="27"/>
                  </a:lnTo>
                  <a:lnTo>
                    <a:pt x="283" y="26"/>
                  </a:lnTo>
                  <a:lnTo>
                    <a:pt x="283" y="26"/>
                  </a:lnTo>
                  <a:lnTo>
                    <a:pt x="285" y="22"/>
                  </a:lnTo>
                  <a:lnTo>
                    <a:pt x="283" y="18"/>
                  </a:lnTo>
                  <a:lnTo>
                    <a:pt x="281" y="15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7" y="11"/>
                  </a:lnTo>
                  <a:lnTo>
                    <a:pt x="277" y="9"/>
                  </a:lnTo>
                  <a:lnTo>
                    <a:pt x="276" y="9"/>
                  </a:lnTo>
                  <a:lnTo>
                    <a:pt x="276" y="9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5" y="9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46" y="9"/>
                  </a:lnTo>
                  <a:lnTo>
                    <a:pt x="245" y="9"/>
                  </a:lnTo>
                  <a:lnTo>
                    <a:pt x="241" y="7"/>
                  </a:lnTo>
                  <a:lnTo>
                    <a:pt x="241" y="7"/>
                  </a:lnTo>
                  <a:lnTo>
                    <a:pt x="235" y="15"/>
                  </a:lnTo>
                  <a:lnTo>
                    <a:pt x="230" y="20"/>
                  </a:lnTo>
                  <a:lnTo>
                    <a:pt x="221" y="22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2" y="20"/>
                  </a:lnTo>
                  <a:lnTo>
                    <a:pt x="212" y="18"/>
                  </a:lnTo>
                  <a:lnTo>
                    <a:pt x="210" y="16"/>
                  </a:lnTo>
                  <a:lnTo>
                    <a:pt x="206" y="16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190" y="24"/>
                  </a:lnTo>
                  <a:lnTo>
                    <a:pt x="175" y="20"/>
                  </a:lnTo>
                  <a:lnTo>
                    <a:pt x="175" y="20"/>
                  </a:lnTo>
                  <a:lnTo>
                    <a:pt x="174" y="15"/>
                  </a:lnTo>
                  <a:lnTo>
                    <a:pt x="172" y="13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3"/>
                  </a:lnTo>
                  <a:lnTo>
                    <a:pt x="164" y="15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5" y="15"/>
                  </a:lnTo>
                  <a:lnTo>
                    <a:pt x="155" y="13"/>
                  </a:lnTo>
                  <a:lnTo>
                    <a:pt x="153" y="7"/>
                  </a:lnTo>
                  <a:lnTo>
                    <a:pt x="153" y="7"/>
                  </a:lnTo>
                  <a:lnTo>
                    <a:pt x="148" y="6"/>
                  </a:lnTo>
                  <a:lnTo>
                    <a:pt x="143" y="4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4" y="2"/>
                  </a:lnTo>
                  <a:lnTo>
                    <a:pt x="99" y="6"/>
                  </a:lnTo>
                  <a:lnTo>
                    <a:pt x="95" y="9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88" y="11"/>
                  </a:lnTo>
                  <a:lnTo>
                    <a:pt x="84" y="13"/>
                  </a:lnTo>
                  <a:lnTo>
                    <a:pt x="84" y="13"/>
                  </a:lnTo>
                  <a:lnTo>
                    <a:pt x="82" y="16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1" y="20"/>
                  </a:lnTo>
                  <a:lnTo>
                    <a:pt x="62" y="18"/>
                  </a:lnTo>
                  <a:lnTo>
                    <a:pt x="55" y="18"/>
                  </a:lnTo>
                  <a:lnTo>
                    <a:pt x="48" y="16"/>
                  </a:lnTo>
                  <a:lnTo>
                    <a:pt x="46" y="24"/>
                  </a:lnTo>
                  <a:lnTo>
                    <a:pt x="46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26" y="31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0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28" y="27"/>
                  </a:lnTo>
                  <a:lnTo>
                    <a:pt x="42" y="22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19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3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4"/>
                  </a:lnTo>
                  <a:lnTo>
                    <a:pt x="4" y="27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6" y="57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64"/>
                  </a:lnTo>
                  <a:lnTo>
                    <a:pt x="11" y="67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7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0" y="82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5" y="98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6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17"/>
                  </a:lnTo>
                  <a:lnTo>
                    <a:pt x="28" y="117"/>
                  </a:lnTo>
                  <a:lnTo>
                    <a:pt x="31" y="117"/>
                  </a:lnTo>
                  <a:lnTo>
                    <a:pt x="33" y="117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46" y="126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7" y="133"/>
                  </a:lnTo>
                  <a:lnTo>
                    <a:pt x="61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8" y="129"/>
                  </a:lnTo>
                  <a:lnTo>
                    <a:pt x="70" y="126"/>
                  </a:lnTo>
                  <a:lnTo>
                    <a:pt x="71" y="120"/>
                  </a:lnTo>
                  <a:lnTo>
                    <a:pt x="75" y="118"/>
                  </a:lnTo>
                  <a:lnTo>
                    <a:pt x="79" y="118"/>
                  </a:lnTo>
                  <a:lnTo>
                    <a:pt x="84" y="120"/>
                  </a:lnTo>
                  <a:lnTo>
                    <a:pt x="92" y="124"/>
                  </a:lnTo>
                  <a:lnTo>
                    <a:pt x="92" y="124"/>
                  </a:lnTo>
                  <a:lnTo>
                    <a:pt x="97" y="129"/>
                  </a:lnTo>
                  <a:lnTo>
                    <a:pt x="101" y="135"/>
                  </a:lnTo>
                  <a:lnTo>
                    <a:pt x="101" y="135"/>
                  </a:lnTo>
                  <a:lnTo>
                    <a:pt x="108" y="135"/>
                  </a:lnTo>
                  <a:lnTo>
                    <a:pt x="113" y="133"/>
                  </a:lnTo>
                  <a:lnTo>
                    <a:pt x="122" y="12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5" y="120"/>
                  </a:lnTo>
                  <a:lnTo>
                    <a:pt x="137" y="122"/>
                  </a:lnTo>
                  <a:lnTo>
                    <a:pt x="139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6" y="117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52" y="117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50" y="138"/>
                  </a:lnTo>
                  <a:lnTo>
                    <a:pt x="153" y="13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4CF61FA-F74D-40CF-AD34-88B8429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714" y="2933678"/>
              <a:ext cx="97878" cy="207621"/>
            </a:xfrm>
            <a:custGeom>
              <a:avLst/>
              <a:gdLst>
                <a:gd name="T0" fmla="*/ 64 w 66"/>
                <a:gd name="T1" fmla="*/ 82 h 140"/>
                <a:gd name="T2" fmla="*/ 64 w 66"/>
                <a:gd name="T3" fmla="*/ 80 h 140"/>
                <a:gd name="T4" fmla="*/ 58 w 66"/>
                <a:gd name="T5" fmla="*/ 82 h 140"/>
                <a:gd name="T6" fmla="*/ 55 w 66"/>
                <a:gd name="T7" fmla="*/ 78 h 140"/>
                <a:gd name="T8" fmla="*/ 51 w 66"/>
                <a:gd name="T9" fmla="*/ 74 h 140"/>
                <a:gd name="T10" fmla="*/ 51 w 66"/>
                <a:gd name="T11" fmla="*/ 69 h 140"/>
                <a:gd name="T12" fmla="*/ 49 w 66"/>
                <a:gd name="T13" fmla="*/ 65 h 140"/>
                <a:gd name="T14" fmla="*/ 53 w 66"/>
                <a:gd name="T15" fmla="*/ 62 h 140"/>
                <a:gd name="T16" fmla="*/ 56 w 66"/>
                <a:gd name="T17" fmla="*/ 60 h 140"/>
                <a:gd name="T18" fmla="*/ 60 w 66"/>
                <a:gd name="T19" fmla="*/ 36 h 140"/>
                <a:gd name="T20" fmla="*/ 53 w 66"/>
                <a:gd name="T21" fmla="*/ 36 h 140"/>
                <a:gd name="T22" fmla="*/ 53 w 66"/>
                <a:gd name="T23" fmla="*/ 31 h 140"/>
                <a:gd name="T24" fmla="*/ 53 w 66"/>
                <a:gd name="T25" fmla="*/ 25 h 140"/>
                <a:gd name="T26" fmla="*/ 60 w 66"/>
                <a:gd name="T27" fmla="*/ 7 h 140"/>
                <a:gd name="T28" fmla="*/ 58 w 66"/>
                <a:gd name="T29" fmla="*/ 9 h 140"/>
                <a:gd name="T30" fmla="*/ 51 w 66"/>
                <a:gd name="T31" fmla="*/ 9 h 140"/>
                <a:gd name="T32" fmla="*/ 51 w 66"/>
                <a:gd name="T33" fmla="*/ 2 h 140"/>
                <a:gd name="T34" fmla="*/ 44 w 66"/>
                <a:gd name="T35" fmla="*/ 0 h 140"/>
                <a:gd name="T36" fmla="*/ 40 w 66"/>
                <a:gd name="T37" fmla="*/ 0 h 140"/>
                <a:gd name="T38" fmla="*/ 27 w 66"/>
                <a:gd name="T39" fmla="*/ 7 h 140"/>
                <a:gd name="T40" fmla="*/ 18 w 66"/>
                <a:gd name="T41" fmla="*/ 5 h 140"/>
                <a:gd name="T42" fmla="*/ 11 w 66"/>
                <a:gd name="T43" fmla="*/ 3 h 140"/>
                <a:gd name="T44" fmla="*/ 11 w 66"/>
                <a:gd name="T45" fmla="*/ 14 h 140"/>
                <a:gd name="T46" fmla="*/ 11 w 66"/>
                <a:gd name="T47" fmla="*/ 18 h 140"/>
                <a:gd name="T48" fmla="*/ 14 w 66"/>
                <a:gd name="T49" fmla="*/ 22 h 140"/>
                <a:gd name="T50" fmla="*/ 14 w 66"/>
                <a:gd name="T51" fmla="*/ 27 h 140"/>
                <a:gd name="T52" fmla="*/ 18 w 66"/>
                <a:gd name="T53" fmla="*/ 43 h 140"/>
                <a:gd name="T54" fmla="*/ 16 w 66"/>
                <a:gd name="T55" fmla="*/ 47 h 140"/>
                <a:gd name="T56" fmla="*/ 14 w 66"/>
                <a:gd name="T57" fmla="*/ 49 h 140"/>
                <a:gd name="T58" fmla="*/ 13 w 66"/>
                <a:gd name="T59" fmla="*/ 51 h 140"/>
                <a:gd name="T60" fmla="*/ 9 w 66"/>
                <a:gd name="T61" fmla="*/ 60 h 140"/>
                <a:gd name="T62" fmla="*/ 5 w 66"/>
                <a:gd name="T63" fmla="*/ 62 h 140"/>
                <a:gd name="T64" fmla="*/ 0 w 66"/>
                <a:gd name="T65" fmla="*/ 63 h 140"/>
                <a:gd name="T66" fmla="*/ 0 w 66"/>
                <a:gd name="T67" fmla="*/ 67 h 140"/>
                <a:gd name="T68" fmla="*/ 4 w 66"/>
                <a:gd name="T69" fmla="*/ 84 h 140"/>
                <a:gd name="T70" fmla="*/ 5 w 66"/>
                <a:gd name="T71" fmla="*/ 84 h 140"/>
                <a:gd name="T72" fmla="*/ 9 w 66"/>
                <a:gd name="T73" fmla="*/ 87 h 140"/>
                <a:gd name="T74" fmla="*/ 13 w 66"/>
                <a:gd name="T75" fmla="*/ 94 h 140"/>
                <a:gd name="T76" fmla="*/ 22 w 66"/>
                <a:gd name="T77" fmla="*/ 104 h 140"/>
                <a:gd name="T78" fmla="*/ 27 w 66"/>
                <a:gd name="T79" fmla="*/ 140 h 140"/>
                <a:gd name="T80" fmla="*/ 36 w 66"/>
                <a:gd name="T81" fmla="*/ 135 h 140"/>
                <a:gd name="T82" fmla="*/ 36 w 66"/>
                <a:gd name="T83" fmla="*/ 133 h 140"/>
                <a:gd name="T84" fmla="*/ 40 w 66"/>
                <a:gd name="T85" fmla="*/ 129 h 140"/>
                <a:gd name="T86" fmla="*/ 40 w 66"/>
                <a:gd name="T87" fmla="*/ 124 h 140"/>
                <a:gd name="T88" fmla="*/ 40 w 66"/>
                <a:gd name="T89" fmla="*/ 114 h 140"/>
                <a:gd name="T90" fmla="*/ 40 w 66"/>
                <a:gd name="T91" fmla="*/ 111 h 140"/>
                <a:gd name="T92" fmla="*/ 47 w 66"/>
                <a:gd name="T93" fmla="*/ 107 h 140"/>
                <a:gd name="T94" fmla="*/ 49 w 66"/>
                <a:gd name="T95" fmla="*/ 105 h 140"/>
                <a:gd name="T96" fmla="*/ 58 w 66"/>
                <a:gd name="T97" fmla="*/ 100 h 140"/>
                <a:gd name="T98" fmla="*/ 60 w 66"/>
                <a:gd name="T99" fmla="*/ 96 h 140"/>
                <a:gd name="T100" fmla="*/ 60 w 66"/>
                <a:gd name="T101" fmla="*/ 8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" h="140">
                  <a:moveTo>
                    <a:pt x="64" y="82"/>
                  </a:moveTo>
                  <a:lnTo>
                    <a:pt x="64" y="82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60" y="80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55" y="78"/>
                  </a:lnTo>
                  <a:lnTo>
                    <a:pt x="51" y="74"/>
                  </a:lnTo>
                  <a:lnTo>
                    <a:pt x="51" y="74"/>
                  </a:lnTo>
                  <a:lnTo>
                    <a:pt x="51" y="71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9" y="65"/>
                  </a:lnTo>
                  <a:lnTo>
                    <a:pt x="49" y="65"/>
                  </a:lnTo>
                  <a:lnTo>
                    <a:pt x="53" y="62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8" y="4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1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5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5" y="2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18" y="5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3" y="20"/>
                  </a:lnTo>
                  <a:lnTo>
                    <a:pt x="14" y="22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34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7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1" y="58"/>
                  </a:lnTo>
                  <a:lnTo>
                    <a:pt x="9" y="60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2" y="62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7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7" y="85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94"/>
                  </a:lnTo>
                  <a:lnTo>
                    <a:pt x="13" y="100"/>
                  </a:lnTo>
                  <a:lnTo>
                    <a:pt x="22" y="104"/>
                  </a:lnTo>
                  <a:lnTo>
                    <a:pt x="27" y="140"/>
                  </a:lnTo>
                  <a:lnTo>
                    <a:pt x="27" y="140"/>
                  </a:lnTo>
                  <a:lnTo>
                    <a:pt x="33" y="138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1"/>
                  </a:lnTo>
                  <a:lnTo>
                    <a:pt x="40" y="129"/>
                  </a:lnTo>
                  <a:lnTo>
                    <a:pt x="40" y="127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2" y="109"/>
                  </a:lnTo>
                  <a:lnTo>
                    <a:pt x="47" y="107"/>
                  </a:lnTo>
                  <a:lnTo>
                    <a:pt x="47" y="107"/>
                  </a:lnTo>
                  <a:lnTo>
                    <a:pt x="49" y="105"/>
                  </a:lnTo>
                  <a:lnTo>
                    <a:pt x="51" y="104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0" y="96"/>
                  </a:lnTo>
                  <a:lnTo>
                    <a:pt x="60" y="94"/>
                  </a:lnTo>
                  <a:lnTo>
                    <a:pt x="60" y="89"/>
                  </a:lnTo>
                  <a:lnTo>
                    <a:pt x="64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09ACB816-B31B-4933-93D9-6FE6695BF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273" y="3738949"/>
              <a:ext cx="14830" cy="16314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2 w 10"/>
                <a:gd name="T5" fmla="*/ 1 h 11"/>
                <a:gd name="T6" fmla="*/ 2 w 10"/>
                <a:gd name="T7" fmla="*/ 5 h 11"/>
                <a:gd name="T8" fmla="*/ 2 w 10"/>
                <a:gd name="T9" fmla="*/ 9 h 11"/>
                <a:gd name="T10" fmla="*/ 4 w 10"/>
                <a:gd name="T11" fmla="*/ 11 h 11"/>
                <a:gd name="T12" fmla="*/ 4 w 10"/>
                <a:gd name="T13" fmla="*/ 11 h 11"/>
                <a:gd name="T14" fmla="*/ 8 w 10"/>
                <a:gd name="T15" fmla="*/ 11 h 11"/>
                <a:gd name="T16" fmla="*/ 10 w 10"/>
                <a:gd name="T17" fmla="*/ 7 h 11"/>
                <a:gd name="T18" fmla="*/ 8 w 10"/>
                <a:gd name="T19" fmla="*/ 0 h 11"/>
                <a:gd name="T20" fmla="*/ 8 w 10"/>
                <a:gd name="T21" fmla="*/ 0 h 11"/>
                <a:gd name="T22" fmla="*/ 0 w 10"/>
                <a:gd name="T23" fmla="*/ 0 h 11"/>
                <a:gd name="T24" fmla="*/ 0 w 10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5"/>
                  </a:lnTo>
                  <a:lnTo>
                    <a:pt x="2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2F8F19C-C972-4021-9589-D7C6F577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237" y="3709289"/>
              <a:ext cx="48940" cy="180927"/>
            </a:xfrm>
            <a:custGeom>
              <a:avLst/>
              <a:gdLst>
                <a:gd name="T0" fmla="*/ 31 w 33"/>
                <a:gd name="T1" fmla="*/ 109 h 122"/>
                <a:gd name="T2" fmla="*/ 30 w 33"/>
                <a:gd name="T3" fmla="*/ 105 h 122"/>
                <a:gd name="T4" fmla="*/ 28 w 33"/>
                <a:gd name="T5" fmla="*/ 100 h 122"/>
                <a:gd name="T6" fmla="*/ 28 w 33"/>
                <a:gd name="T7" fmla="*/ 96 h 122"/>
                <a:gd name="T8" fmla="*/ 28 w 33"/>
                <a:gd name="T9" fmla="*/ 91 h 122"/>
                <a:gd name="T10" fmla="*/ 28 w 33"/>
                <a:gd name="T11" fmla="*/ 80 h 122"/>
                <a:gd name="T12" fmla="*/ 30 w 33"/>
                <a:gd name="T13" fmla="*/ 72 h 122"/>
                <a:gd name="T14" fmla="*/ 30 w 33"/>
                <a:gd name="T15" fmla="*/ 67 h 122"/>
                <a:gd name="T16" fmla="*/ 28 w 33"/>
                <a:gd name="T17" fmla="*/ 56 h 122"/>
                <a:gd name="T18" fmla="*/ 30 w 33"/>
                <a:gd name="T19" fmla="*/ 52 h 122"/>
                <a:gd name="T20" fmla="*/ 30 w 33"/>
                <a:gd name="T21" fmla="*/ 43 h 122"/>
                <a:gd name="T22" fmla="*/ 30 w 33"/>
                <a:gd name="T23" fmla="*/ 40 h 122"/>
                <a:gd name="T24" fmla="*/ 28 w 33"/>
                <a:gd name="T25" fmla="*/ 31 h 122"/>
                <a:gd name="T26" fmla="*/ 28 w 33"/>
                <a:gd name="T27" fmla="*/ 25 h 122"/>
                <a:gd name="T28" fmla="*/ 15 w 33"/>
                <a:gd name="T29" fmla="*/ 18 h 122"/>
                <a:gd name="T30" fmla="*/ 17 w 33"/>
                <a:gd name="T31" fmla="*/ 1 h 122"/>
                <a:gd name="T32" fmla="*/ 8 w 33"/>
                <a:gd name="T33" fmla="*/ 0 h 122"/>
                <a:gd name="T34" fmla="*/ 0 w 33"/>
                <a:gd name="T35" fmla="*/ 0 h 122"/>
                <a:gd name="T36" fmla="*/ 0 w 33"/>
                <a:gd name="T37" fmla="*/ 10 h 122"/>
                <a:gd name="T38" fmla="*/ 0 w 33"/>
                <a:gd name="T39" fmla="*/ 14 h 122"/>
                <a:gd name="T40" fmla="*/ 6 w 33"/>
                <a:gd name="T41" fmla="*/ 20 h 122"/>
                <a:gd name="T42" fmla="*/ 6 w 33"/>
                <a:gd name="T43" fmla="*/ 23 h 122"/>
                <a:gd name="T44" fmla="*/ 8 w 33"/>
                <a:gd name="T45" fmla="*/ 34 h 122"/>
                <a:gd name="T46" fmla="*/ 6 w 33"/>
                <a:gd name="T47" fmla="*/ 38 h 122"/>
                <a:gd name="T48" fmla="*/ 6 w 33"/>
                <a:gd name="T49" fmla="*/ 41 h 122"/>
                <a:gd name="T50" fmla="*/ 8 w 33"/>
                <a:gd name="T51" fmla="*/ 45 h 122"/>
                <a:gd name="T52" fmla="*/ 6 w 33"/>
                <a:gd name="T53" fmla="*/ 52 h 122"/>
                <a:gd name="T54" fmla="*/ 6 w 33"/>
                <a:gd name="T55" fmla="*/ 60 h 122"/>
                <a:gd name="T56" fmla="*/ 10 w 33"/>
                <a:gd name="T57" fmla="*/ 65 h 122"/>
                <a:gd name="T58" fmla="*/ 11 w 33"/>
                <a:gd name="T59" fmla="*/ 71 h 122"/>
                <a:gd name="T60" fmla="*/ 10 w 33"/>
                <a:gd name="T61" fmla="*/ 85 h 122"/>
                <a:gd name="T62" fmla="*/ 10 w 33"/>
                <a:gd name="T63" fmla="*/ 92 h 122"/>
                <a:gd name="T64" fmla="*/ 10 w 33"/>
                <a:gd name="T65" fmla="*/ 94 h 122"/>
                <a:gd name="T66" fmla="*/ 10 w 33"/>
                <a:gd name="T67" fmla="*/ 96 h 122"/>
                <a:gd name="T68" fmla="*/ 10 w 33"/>
                <a:gd name="T69" fmla="*/ 98 h 122"/>
                <a:gd name="T70" fmla="*/ 17 w 33"/>
                <a:gd name="T71" fmla="*/ 107 h 122"/>
                <a:gd name="T72" fmla="*/ 21 w 33"/>
                <a:gd name="T73" fmla="*/ 114 h 122"/>
                <a:gd name="T74" fmla="*/ 21 w 33"/>
                <a:gd name="T75" fmla="*/ 120 h 122"/>
                <a:gd name="T76" fmla="*/ 24 w 33"/>
                <a:gd name="T77" fmla="*/ 122 h 122"/>
                <a:gd name="T78" fmla="*/ 26 w 33"/>
                <a:gd name="T79" fmla="*/ 120 h 122"/>
                <a:gd name="T80" fmla="*/ 31 w 33"/>
                <a:gd name="T81" fmla="*/ 113 h 122"/>
                <a:gd name="T82" fmla="*/ 31 w 33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" h="122">
                  <a:moveTo>
                    <a:pt x="31" y="109"/>
                  </a:moveTo>
                  <a:lnTo>
                    <a:pt x="31" y="109"/>
                  </a:lnTo>
                  <a:lnTo>
                    <a:pt x="31" y="109"/>
                  </a:lnTo>
                  <a:lnTo>
                    <a:pt x="30" y="105"/>
                  </a:lnTo>
                  <a:lnTo>
                    <a:pt x="30" y="105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96"/>
                  </a:lnTo>
                  <a:lnTo>
                    <a:pt x="28" y="91"/>
                  </a:lnTo>
                  <a:lnTo>
                    <a:pt x="28" y="91"/>
                  </a:lnTo>
                  <a:lnTo>
                    <a:pt x="26" y="85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30" y="72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8" y="60"/>
                  </a:lnTo>
                  <a:lnTo>
                    <a:pt x="28" y="56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47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8" y="38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25"/>
                  </a:lnTo>
                  <a:lnTo>
                    <a:pt x="26" y="20"/>
                  </a:lnTo>
                  <a:lnTo>
                    <a:pt x="15" y="18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6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6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10" y="65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91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1" y="94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7" y="107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21" y="120"/>
                  </a:lnTo>
                  <a:lnTo>
                    <a:pt x="21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6" y="120"/>
                  </a:lnTo>
                  <a:lnTo>
                    <a:pt x="28" y="116"/>
                  </a:lnTo>
                  <a:lnTo>
                    <a:pt x="31" y="113"/>
                  </a:lnTo>
                  <a:lnTo>
                    <a:pt x="33" y="109"/>
                  </a:lnTo>
                  <a:lnTo>
                    <a:pt x="31" y="1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D1B4015-85F1-4C55-9980-7A6903B20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759" y="3466076"/>
              <a:ext cx="183893" cy="434521"/>
            </a:xfrm>
            <a:custGeom>
              <a:avLst/>
              <a:gdLst>
                <a:gd name="T0" fmla="*/ 19 w 124"/>
                <a:gd name="T1" fmla="*/ 187 h 293"/>
                <a:gd name="T2" fmla="*/ 15 w 124"/>
                <a:gd name="T3" fmla="*/ 187 h 293"/>
                <a:gd name="T4" fmla="*/ 13 w 124"/>
                <a:gd name="T5" fmla="*/ 213 h 293"/>
                <a:gd name="T6" fmla="*/ 8 w 124"/>
                <a:gd name="T7" fmla="*/ 227 h 293"/>
                <a:gd name="T8" fmla="*/ 13 w 124"/>
                <a:gd name="T9" fmla="*/ 236 h 293"/>
                <a:gd name="T10" fmla="*/ 35 w 124"/>
                <a:gd name="T11" fmla="*/ 264 h 293"/>
                <a:gd name="T12" fmla="*/ 39 w 124"/>
                <a:gd name="T13" fmla="*/ 275 h 293"/>
                <a:gd name="T14" fmla="*/ 51 w 124"/>
                <a:gd name="T15" fmla="*/ 284 h 293"/>
                <a:gd name="T16" fmla="*/ 59 w 124"/>
                <a:gd name="T17" fmla="*/ 289 h 293"/>
                <a:gd name="T18" fmla="*/ 64 w 124"/>
                <a:gd name="T19" fmla="*/ 275 h 293"/>
                <a:gd name="T20" fmla="*/ 61 w 124"/>
                <a:gd name="T21" fmla="*/ 266 h 293"/>
                <a:gd name="T22" fmla="*/ 55 w 124"/>
                <a:gd name="T23" fmla="*/ 258 h 293"/>
                <a:gd name="T24" fmla="*/ 42 w 124"/>
                <a:gd name="T25" fmla="*/ 253 h 293"/>
                <a:gd name="T26" fmla="*/ 41 w 124"/>
                <a:gd name="T27" fmla="*/ 244 h 293"/>
                <a:gd name="T28" fmla="*/ 37 w 124"/>
                <a:gd name="T29" fmla="*/ 235 h 293"/>
                <a:gd name="T30" fmla="*/ 26 w 124"/>
                <a:gd name="T31" fmla="*/ 220 h 293"/>
                <a:gd name="T32" fmla="*/ 22 w 124"/>
                <a:gd name="T33" fmla="*/ 220 h 293"/>
                <a:gd name="T34" fmla="*/ 26 w 124"/>
                <a:gd name="T35" fmla="*/ 189 h 293"/>
                <a:gd name="T36" fmla="*/ 33 w 124"/>
                <a:gd name="T37" fmla="*/ 138 h 293"/>
                <a:gd name="T38" fmla="*/ 46 w 124"/>
                <a:gd name="T39" fmla="*/ 136 h 293"/>
                <a:gd name="T40" fmla="*/ 50 w 124"/>
                <a:gd name="T41" fmla="*/ 138 h 293"/>
                <a:gd name="T42" fmla="*/ 53 w 124"/>
                <a:gd name="T43" fmla="*/ 151 h 293"/>
                <a:gd name="T44" fmla="*/ 59 w 124"/>
                <a:gd name="T45" fmla="*/ 151 h 293"/>
                <a:gd name="T46" fmla="*/ 64 w 124"/>
                <a:gd name="T47" fmla="*/ 153 h 293"/>
                <a:gd name="T48" fmla="*/ 66 w 124"/>
                <a:gd name="T49" fmla="*/ 158 h 293"/>
                <a:gd name="T50" fmla="*/ 75 w 124"/>
                <a:gd name="T51" fmla="*/ 160 h 293"/>
                <a:gd name="T52" fmla="*/ 75 w 124"/>
                <a:gd name="T53" fmla="*/ 167 h 293"/>
                <a:gd name="T54" fmla="*/ 72 w 124"/>
                <a:gd name="T55" fmla="*/ 147 h 293"/>
                <a:gd name="T56" fmla="*/ 77 w 124"/>
                <a:gd name="T57" fmla="*/ 123 h 293"/>
                <a:gd name="T58" fmla="*/ 95 w 124"/>
                <a:gd name="T59" fmla="*/ 120 h 293"/>
                <a:gd name="T60" fmla="*/ 117 w 124"/>
                <a:gd name="T61" fmla="*/ 111 h 293"/>
                <a:gd name="T62" fmla="*/ 123 w 124"/>
                <a:gd name="T63" fmla="*/ 96 h 293"/>
                <a:gd name="T64" fmla="*/ 117 w 124"/>
                <a:gd name="T65" fmla="*/ 78 h 293"/>
                <a:gd name="T66" fmla="*/ 108 w 124"/>
                <a:gd name="T67" fmla="*/ 58 h 293"/>
                <a:gd name="T68" fmla="*/ 95 w 124"/>
                <a:gd name="T69" fmla="*/ 40 h 293"/>
                <a:gd name="T70" fmla="*/ 79 w 124"/>
                <a:gd name="T71" fmla="*/ 29 h 293"/>
                <a:gd name="T72" fmla="*/ 68 w 124"/>
                <a:gd name="T73" fmla="*/ 40 h 293"/>
                <a:gd name="T74" fmla="*/ 55 w 124"/>
                <a:gd name="T75" fmla="*/ 38 h 293"/>
                <a:gd name="T76" fmla="*/ 44 w 124"/>
                <a:gd name="T77" fmla="*/ 25 h 293"/>
                <a:gd name="T78" fmla="*/ 51 w 124"/>
                <a:gd name="T79" fmla="*/ 7 h 293"/>
                <a:gd name="T80" fmla="*/ 41 w 124"/>
                <a:gd name="T81" fmla="*/ 1 h 293"/>
                <a:gd name="T82" fmla="*/ 24 w 124"/>
                <a:gd name="T83" fmla="*/ 0 h 293"/>
                <a:gd name="T84" fmla="*/ 17 w 124"/>
                <a:gd name="T85" fmla="*/ 12 h 293"/>
                <a:gd name="T86" fmla="*/ 2 w 124"/>
                <a:gd name="T87" fmla="*/ 20 h 293"/>
                <a:gd name="T88" fmla="*/ 2 w 124"/>
                <a:gd name="T89" fmla="*/ 41 h 293"/>
                <a:gd name="T90" fmla="*/ 10 w 124"/>
                <a:gd name="T91" fmla="*/ 76 h 293"/>
                <a:gd name="T92" fmla="*/ 8 w 124"/>
                <a:gd name="T93" fmla="*/ 94 h 293"/>
                <a:gd name="T94" fmla="*/ 24 w 124"/>
                <a:gd name="T95" fmla="*/ 133 h 293"/>
                <a:gd name="T96" fmla="*/ 24 w 124"/>
                <a:gd name="T97" fmla="*/ 164 h 293"/>
                <a:gd name="T98" fmla="*/ 19 w 124"/>
                <a:gd name="T99" fmla="*/ 18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4" h="293">
                  <a:moveTo>
                    <a:pt x="19" y="180"/>
                  </a:moveTo>
                  <a:lnTo>
                    <a:pt x="19" y="180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5" y="209"/>
                  </a:lnTo>
                  <a:lnTo>
                    <a:pt x="15" y="209"/>
                  </a:lnTo>
                  <a:lnTo>
                    <a:pt x="13" y="213"/>
                  </a:lnTo>
                  <a:lnTo>
                    <a:pt x="11" y="216"/>
                  </a:lnTo>
                  <a:lnTo>
                    <a:pt x="10" y="220"/>
                  </a:lnTo>
                  <a:lnTo>
                    <a:pt x="8" y="227"/>
                  </a:lnTo>
                  <a:lnTo>
                    <a:pt x="8" y="227"/>
                  </a:lnTo>
                  <a:lnTo>
                    <a:pt x="10" y="231"/>
                  </a:lnTo>
                  <a:lnTo>
                    <a:pt x="13" y="236"/>
                  </a:lnTo>
                  <a:lnTo>
                    <a:pt x="22" y="246"/>
                  </a:lnTo>
                  <a:lnTo>
                    <a:pt x="31" y="258"/>
                  </a:lnTo>
                  <a:lnTo>
                    <a:pt x="35" y="264"/>
                  </a:lnTo>
                  <a:lnTo>
                    <a:pt x="37" y="267"/>
                  </a:lnTo>
                  <a:lnTo>
                    <a:pt x="37" y="267"/>
                  </a:lnTo>
                  <a:lnTo>
                    <a:pt x="39" y="275"/>
                  </a:lnTo>
                  <a:lnTo>
                    <a:pt x="39" y="282"/>
                  </a:lnTo>
                  <a:lnTo>
                    <a:pt x="44" y="280"/>
                  </a:lnTo>
                  <a:lnTo>
                    <a:pt x="51" y="284"/>
                  </a:lnTo>
                  <a:lnTo>
                    <a:pt x="51" y="293"/>
                  </a:lnTo>
                  <a:lnTo>
                    <a:pt x="57" y="293"/>
                  </a:lnTo>
                  <a:lnTo>
                    <a:pt x="59" y="289"/>
                  </a:lnTo>
                  <a:lnTo>
                    <a:pt x="62" y="289"/>
                  </a:lnTo>
                  <a:lnTo>
                    <a:pt x="64" y="282"/>
                  </a:lnTo>
                  <a:lnTo>
                    <a:pt x="64" y="275"/>
                  </a:lnTo>
                  <a:lnTo>
                    <a:pt x="64" y="275"/>
                  </a:lnTo>
                  <a:lnTo>
                    <a:pt x="62" y="271"/>
                  </a:lnTo>
                  <a:lnTo>
                    <a:pt x="61" y="266"/>
                  </a:lnTo>
                  <a:lnTo>
                    <a:pt x="59" y="262"/>
                  </a:lnTo>
                  <a:lnTo>
                    <a:pt x="55" y="258"/>
                  </a:lnTo>
                  <a:lnTo>
                    <a:pt x="55" y="258"/>
                  </a:lnTo>
                  <a:lnTo>
                    <a:pt x="48" y="256"/>
                  </a:lnTo>
                  <a:lnTo>
                    <a:pt x="46" y="255"/>
                  </a:lnTo>
                  <a:lnTo>
                    <a:pt x="42" y="253"/>
                  </a:lnTo>
                  <a:lnTo>
                    <a:pt x="42" y="253"/>
                  </a:lnTo>
                  <a:lnTo>
                    <a:pt x="41" y="249"/>
                  </a:lnTo>
                  <a:lnTo>
                    <a:pt x="41" y="244"/>
                  </a:lnTo>
                  <a:lnTo>
                    <a:pt x="39" y="240"/>
                  </a:lnTo>
                  <a:lnTo>
                    <a:pt x="37" y="235"/>
                  </a:lnTo>
                  <a:lnTo>
                    <a:pt x="37" y="235"/>
                  </a:lnTo>
                  <a:lnTo>
                    <a:pt x="30" y="235"/>
                  </a:lnTo>
                  <a:lnTo>
                    <a:pt x="30" y="235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22" y="213"/>
                  </a:lnTo>
                  <a:lnTo>
                    <a:pt x="22" y="205"/>
                  </a:lnTo>
                  <a:lnTo>
                    <a:pt x="26" y="189"/>
                  </a:lnTo>
                  <a:lnTo>
                    <a:pt x="35" y="164"/>
                  </a:lnTo>
                  <a:lnTo>
                    <a:pt x="33" y="144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6" y="138"/>
                  </a:lnTo>
                  <a:lnTo>
                    <a:pt x="50" y="138"/>
                  </a:lnTo>
                  <a:lnTo>
                    <a:pt x="50" y="138"/>
                  </a:lnTo>
                  <a:lnTo>
                    <a:pt x="50" y="145"/>
                  </a:lnTo>
                  <a:lnTo>
                    <a:pt x="51" y="149"/>
                  </a:lnTo>
                  <a:lnTo>
                    <a:pt x="53" y="151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9" y="151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64" y="153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6" y="158"/>
                  </a:lnTo>
                  <a:lnTo>
                    <a:pt x="70" y="158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7" y="154"/>
                  </a:lnTo>
                  <a:lnTo>
                    <a:pt x="72" y="147"/>
                  </a:lnTo>
                  <a:lnTo>
                    <a:pt x="70" y="134"/>
                  </a:lnTo>
                  <a:lnTo>
                    <a:pt x="72" y="125"/>
                  </a:lnTo>
                  <a:lnTo>
                    <a:pt x="77" y="123"/>
                  </a:lnTo>
                  <a:lnTo>
                    <a:pt x="84" y="118"/>
                  </a:lnTo>
                  <a:lnTo>
                    <a:pt x="90" y="120"/>
                  </a:lnTo>
                  <a:lnTo>
                    <a:pt x="95" y="120"/>
                  </a:lnTo>
                  <a:lnTo>
                    <a:pt x="102" y="114"/>
                  </a:lnTo>
                  <a:lnTo>
                    <a:pt x="106" y="111"/>
                  </a:lnTo>
                  <a:lnTo>
                    <a:pt x="117" y="111"/>
                  </a:lnTo>
                  <a:lnTo>
                    <a:pt x="121" y="105"/>
                  </a:lnTo>
                  <a:lnTo>
                    <a:pt x="124" y="100"/>
                  </a:lnTo>
                  <a:lnTo>
                    <a:pt x="123" y="96"/>
                  </a:lnTo>
                  <a:lnTo>
                    <a:pt x="119" y="89"/>
                  </a:lnTo>
                  <a:lnTo>
                    <a:pt x="119" y="82"/>
                  </a:lnTo>
                  <a:lnTo>
                    <a:pt x="117" y="78"/>
                  </a:lnTo>
                  <a:lnTo>
                    <a:pt x="112" y="72"/>
                  </a:lnTo>
                  <a:lnTo>
                    <a:pt x="108" y="67"/>
                  </a:lnTo>
                  <a:lnTo>
                    <a:pt x="108" y="58"/>
                  </a:lnTo>
                  <a:lnTo>
                    <a:pt x="108" y="51"/>
                  </a:lnTo>
                  <a:lnTo>
                    <a:pt x="101" y="38"/>
                  </a:lnTo>
                  <a:lnTo>
                    <a:pt x="95" y="40"/>
                  </a:lnTo>
                  <a:lnTo>
                    <a:pt x="90" y="36"/>
                  </a:lnTo>
                  <a:lnTo>
                    <a:pt x="86" y="29"/>
                  </a:lnTo>
                  <a:lnTo>
                    <a:pt x="79" y="29"/>
                  </a:lnTo>
                  <a:lnTo>
                    <a:pt x="75" y="32"/>
                  </a:lnTo>
                  <a:lnTo>
                    <a:pt x="70" y="32"/>
                  </a:lnTo>
                  <a:lnTo>
                    <a:pt x="68" y="40"/>
                  </a:lnTo>
                  <a:lnTo>
                    <a:pt x="62" y="41"/>
                  </a:lnTo>
                  <a:lnTo>
                    <a:pt x="59" y="40"/>
                  </a:lnTo>
                  <a:lnTo>
                    <a:pt x="55" y="38"/>
                  </a:lnTo>
                  <a:lnTo>
                    <a:pt x="48" y="36"/>
                  </a:lnTo>
                  <a:lnTo>
                    <a:pt x="46" y="29"/>
                  </a:lnTo>
                  <a:lnTo>
                    <a:pt x="44" y="25"/>
                  </a:lnTo>
                  <a:lnTo>
                    <a:pt x="46" y="20"/>
                  </a:lnTo>
                  <a:lnTo>
                    <a:pt x="51" y="12"/>
                  </a:lnTo>
                  <a:lnTo>
                    <a:pt x="51" y="7"/>
                  </a:lnTo>
                  <a:lnTo>
                    <a:pt x="44" y="9"/>
                  </a:lnTo>
                  <a:lnTo>
                    <a:pt x="41" y="7"/>
                  </a:lnTo>
                  <a:lnTo>
                    <a:pt x="41" y="1"/>
                  </a:lnTo>
                  <a:lnTo>
                    <a:pt x="41" y="3"/>
                  </a:lnTo>
                  <a:lnTo>
                    <a:pt x="28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3" y="12"/>
                  </a:lnTo>
                  <a:lnTo>
                    <a:pt x="8" y="20"/>
                  </a:lnTo>
                  <a:lnTo>
                    <a:pt x="2" y="20"/>
                  </a:lnTo>
                  <a:lnTo>
                    <a:pt x="0" y="25"/>
                  </a:lnTo>
                  <a:lnTo>
                    <a:pt x="4" y="34"/>
                  </a:lnTo>
                  <a:lnTo>
                    <a:pt x="2" y="41"/>
                  </a:lnTo>
                  <a:lnTo>
                    <a:pt x="0" y="52"/>
                  </a:lnTo>
                  <a:lnTo>
                    <a:pt x="2" y="67"/>
                  </a:lnTo>
                  <a:lnTo>
                    <a:pt x="10" y="76"/>
                  </a:lnTo>
                  <a:lnTo>
                    <a:pt x="17" y="83"/>
                  </a:lnTo>
                  <a:lnTo>
                    <a:pt x="17" y="91"/>
                  </a:lnTo>
                  <a:lnTo>
                    <a:pt x="8" y="94"/>
                  </a:lnTo>
                  <a:lnTo>
                    <a:pt x="11" y="111"/>
                  </a:lnTo>
                  <a:lnTo>
                    <a:pt x="15" y="125"/>
                  </a:lnTo>
                  <a:lnTo>
                    <a:pt x="24" y="133"/>
                  </a:lnTo>
                  <a:lnTo>
                    <a:pt x="28" y="145"/>
                  </a:lnTo>
                  <a:lnTo>
                    <a:pt x="28" y="156"/>
                  </a:lnTo>
                  <a:lnTo>
                    <a:pt x="24" y="164"/>
                  </a:lnTo>
                  <a:lnTo>
                    <a:pt x="22" y="174"/>
                  </a:lnTo>
                  <a:lnTo>
                    <a:pt x="21" y="180"/>
                  </a:lnTo>
                  <a:lnTo>
                    <a:pt x="19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803ECE58-7D2E-4FDC-8EFD-79DC44E71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2732" y="4105251"/>
              <a:ext cx="253594" cy="305499"/>
            </a:xfrm>
            <a:custGeom>
              <a:avLst/>
              <a:gdLst>
                <a:gd name="T0" fmla="*/ 138 w 171"/>
                <a:gd name="T1" fmla="*/ 42 h 206"/>
                <a:gd name="T2" fmla="*/ 131 w 171"/>
                <a:gd name="T3" fmla="*/ 39 h 206"/>
                <a:gd name="T4" fmla="*/ 129 w 171"/>
                <a:gd name="T5" fmla="*/ 24 h 206"/>
                <a:gd name="T6" fmla="*/ 72 w 171"/>
                <a:gd name="T7" fmla="*/ 8 h 206"/>
                <a:gd name="T8" fmla="*/ 72 w 171"/>
                <a:gd name="T9" fmla="*/ 15 h 206"/>
                <a:gd name="T10" fmla="*/ 78 w 171"/>
                <a:gd name="T11" fmla="*/ 22 h 206"/>
                <a:gd name="T12" fmla="*/ 69 w 171"/>
                <a:gd name="T13" fmla="*/ 24 h 206"/>
                <a:gd name="T14" fmla="*/ 69 w 171"/>
                <a:gd name="T15" fmla="*/ 35 h 206"/>
                <a:gd name="T16" fmla="*/ 51 w 171"/>
                <a:gd name="T17" fmla="*/ 20 h 206"/>
                <a:gd name="T18" fmla="*/ 47 w 171"/>
                <a:gd name="T19" fmla="*/ 33 h 206"/>
                <a:gd name="T20" fmla="*/ 40 w 171"/>
                <a:gd name="T21" fmla="*/ 33 h 206"/>
                <a:gd name="T22" fmla="*/ 36 w 171"/>
                <a:gd name="T23" fmla="*/ 2 h 206"/>
                <a:gd name="T24" fmla="*/ 25 w 171"/>
                <a:gd name="T25" fmla="*/ 13 h 206"/>
                <a:gd name="T26" fmla="*/ 25 w 171"/>
                <a:gd name="T27" fmla="*/ 26 h 206"/>
                <a:gd name="T28" fmla="*/ 25 w 171"/>
                <a:gd name="T29" fmla="*/ 37 h 206"/>
                <a:gd name="T30" fmla="*/ 31 w 171"/>
                <a:gd name="T31" fmla="*/ 37 h 206"/>
                <a:gd name="T32" fmla="*/ 23 w 171"/>
                <a:gd name="T33" fmla="*/ 48 h 206"/>
                <a:gd name="T34" fmla="*/ 12 w 171"/>
                <a:gd name="T35" fmla="*/ 62 h 206"/>
                <a:gd name="T36" fmla="*/ 1 w 171"/>
                <a:gd name="T37" fmla="*/ 60 h 206"/>
                <a:gd name="T38" fmla="*/ 14 w 171"/>
                <a:gd name="T39" fmla="*/ 97 h 206"/>
                <a:gd name="T40" fmla="*/ 18 w 171"/>
                <a:gd name="T41" fmla="*/ 110 h 206"/>
                <a:gd name="T42" fmla="*/ 20 w 171"/>
                <a:gd name="T43" fmla="*/ 122 h 206"/>
                <a:gd name="T44" fmla="*/ 40 w 171"/>
                <a:gd name="T45" fmla="*/ 137 h 206"/>
                <a:gd name="T46" fmla="*/ 40 w 171"/>
                <a:gd name="T47" fmla="*/ 144 h 206"/>
                <a:gd name="T48" fmla="*/ 47 w 171"/>
                <a:gd name="T49" fmla="*/ 150 h 206"/>
                <a:gd name="T50" fmla="*/ 71 w 171"/>
                <a:gd name="T51" fmla="*/ 159 h 206"/>
                <a:gd name="T52" fmla="*/ 76 w 171"/>
                <a:gd name="T53" fmla="*/ 164 h 206"/>
                <a:gd name="T54" fmla="*/ 78 w 171"/>
                <a:gd name="T55" fmla="*/ 193 h 206"/>
                <a:gd name="T56" fmla="*/ 76 w 171"/>
                <a:gd name="T57" fmla="*/ 204 h 206"/>
                <a:gd name="T58" fmla="*/ 93 w 171"/>
                <a:gd name="T59" fmla="*/ 199 h 206"/>
                <a:gd name="T60" fmla="*/ 100 w 171"/>
                <a:gd name="T61" fmla="*/ 204 h 206"/>
                <a:gd name="T62" fmla="*/ 109 w 171"/>
                <a:gd name="T63" fmla="*/ 204 h 206"/>
                <a:gd name="T64" fmla="*/ 127 w 171"/>
                <a:gd name="T65" fmla="*/ 201 h 206"/>
                <a:gd name="T66" fmla="*/ 133 w 171"/>
                <a:gd name="T67" fmla="*/ 197 h 206"/>
                <a:gd name="T68" fmla="*/ 140 w 171"/>
                <a:gd name="T69" fmla="*/ 197 h 206"/>
                <a:gd name="T70" fmla="*/ 147 w 171"/>
                <a:gd name="T71" fmla="*/ 192 h 206"/>
                <a:gd name="T72" fmla="*/ 160 w 171"/>
                <a:gd name="T73" fmla="*/ 188 h 206"/>
                <a:gd name="T74" fmla="*/ 171 w 171"/>
                <a:gd name="T75" fmla="*/ 181 h 206"/>
                <a:gd name="T76" fmla="*/ 164 w 171"/>
                <a:gd name="T77" fmla="*/ 166 h 206"/>
                <a:gd name="T78" fmla="*/ 154 w 171"/>
                <a:gd name="T79" fmla="*/ 139 h 206"/>
                <a:gd name="T80" fmla="*/ 158 w 171"/>
                <a:gd name="T81" fmla="*/ 111 h 206"/>
                <a:gd name="T82" fmla="*/ 147 w 171"/>
                <a:gd name="T83" fmla="*/ 99 h 206"/>
                <a:gd name="T84" fmla="*/ 145 w 171"/>
                <a:gd name="T85" fmla="*/ 84 h 206"/>
                <a:gd name="T86" fmla="*/ 156 w 171"/>
                <a:gd name="T87" fmla="*/ 55 h 206"/>
                <a:gd name="T88" fmla="*/ 153 w 171"/>
                <a:gd name="T89" fmla="*/ 97 h 206"/>
                <a:gd name="T90" fmla="*/ 156 w 171"/>
                <a:gd name="T91" fmla="*/ 99 h 206"/>
                <a:gd name="T92" fmla="*/ 151 w 171"/>
                <a:gd name="T93" fmla="*/ 90 h 206"/>
                <a:gd name="T94" fmla="*/ 65 w 171"/>
                <a:gd name="T95" fmla="*/ 1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206">
                  <a:moveTo>
                    <a:pt x="156" y="55"/>
                  </a:moveTo>
                  <a:lnTo>
                    <a:pt x="140" y="44"/>
                  </a:lnTo>
                  <a:lnTo>
                    <a:pt x="140" y="44"/>
                  </a:lnTo>
                  <a:lnTo>
                    <a:pt x="138" y="42"/>
                  </a:lnTo>
                  <a:lnTo>
                    <a:pt x="134" y="40"/>
                  </a:lnTo>
                  <a:lnTo>
                    <a:pt x="134" y="40"/>
                  </a:lnTo>
                  <a:lnTo>
                    <a:pt x="133" y="40"/>
                  </a:lnTo>
                  <a:lnTo>
                    <a:pt x="131" y="39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28"/>
                  </a:lnTo>
                  <a:lnTo>
                    <a:pt x="129" y="24"/>
                  </a:lnTo>
                  <a:lnTo>
                    <a:pt x="76" y="0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2" y="8"/>
                  </a:lnTo>
                  <a:lnTo>
                    <a:pt x="71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2" y="15"/>
                  </a:lnTo>
                  <a:lnTo>
                    <a:pt x="78" y="19"/>
                  </a:lnTo>
                  <a:lnTo>
                    <a:pt x="78" y="19"/>
                  </a:lnTo>
                  <a:lnTo>
                    <a:pt x="78" y="20"/>
                  </a:lnTo>
                  <a:lnTo>
                    <a:pt x="78" y="22"/>
                  </a:lnTo>
                  <a:lnTo>
                    <a:pt x="78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69" y="24"/>
                  </a:lnTo>
                  <a:lnTo>
                    <a:pt x="69" y="24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7" y="31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51" y="20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3" y="26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3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4" y="17"/>
                  </a:lnTo>
                  <a:lnTo>
                    <a:pt x="34" y="9"/>
                  </a:lnTo>
                  <a:lnTo>
                    <a:pt x="36" y="2"/>
                  </a:lnTo>
                  <a:lnTo>
                    <a:pt x="21" y="2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3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3" y="30"/>
                  </a:lnTo>
                  <a:lnTo>
                    <a:pt x="23" y="3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1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8"/>
                  </a:lnTo>
                  <a:lnTo>
                    <a:pt x="21" y="50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5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1" y="95"/>
                  </a:lnTo>
                  <a:lnTo>
                    <a:pt x="14" y="97"/>
                  </a:lnTo>
                  <a:lnTo>
                    <a:pt x="18" y="101"/>
                  </a:lnTo>
                  <a:lnTo>
                    <a:pt x="18" y="101"/>
                  </a:lnTo>
                  <a:lnTo>
                    <a:pt x="18" y="106"/>
                  </a:lnTo>
                  <a:lnTo>
                    <a:pt x="18" y="110"/>
                  </a:lnTo>
                  <a:lnTo>
                    <a:pt x="16" y="115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20" y="122"/>
                  </a:lnTo>
                  <a:lnTo>
                    <a:pt x="23" y="126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40" y="137"/>
                  </a:lnTo>
                  <a:lnTo>
                    <a:pt x="40" y="137"/>
                  </a:lnTo>
                  <a:lnTo>
                    <a:pt x="38" y="141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3" y="146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2" y="153"/>
                  </a:lnTo>
                  <a:lnTo>
                    <a:pt x="60" y="153"/>
                  </a:lnTo>
                  <a:lnTo>
                    <a:pt x="69" y="159"/>
                  </a:lnTo>
                  <a:lnTo>
                    <a:pt x="71" y="159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76" y="162"/>
                  </a:lnTo>
                  <a:lnTo>
                    <a:pt x="76" y="164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78" y="181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76" y="201"/>
                  </a:lnTo>
                  <a:lnTo>
                    <a:pt x="76" y="204"/>
                  </a:lnTo>
                  <a:lnTo>
                    <a:pt x="76" y="204"/>
                  </a:lnTo>
                  <a:lnTo>
                    <a:pt x="82" y="203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93" y="199"/>
                  </a:lnTo>
                  <a:lnTo>
                    <a:pt x="96" y="199"/>
                  </a:lnTo>
                  <a:lnTo>
                    <a:pt x="96" y="199"/>
                  </a:lnTo>
                  <a:lnTo>
                    <a:pt x="98" y="201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103" y="206"/>
                  </a:lnTo>
                  <a:lnTo>
                    <a:pt x="103" y="206"/>
                  </a:lnTo>
                  <a:lnTo>
                    <a:pt x="109" y="204"/>
                  </a:lnTo>
                  <a:lnTo>
                    <a:pt x="114" y="203"/>
                  </a:lnTo>
                  <a:lnTo>
                    <a:pt x="114" y="203"/>
                  </a:lnTo>
                  <a:lnTo>
                    <a:pt x="120" y="203"/>
                  </a:lnTo>
                  <a:lnTo>
                    <a:pt x="127" y="201"/>
                  </a:lnTo>
                  <a:lnTo>
                    <a:pt x="127" y="201"/>
                  </a:lnTo>
                  <a:lnTo>
                    <a:pt x="129" y="197"/>
                  </a:lnTo>
                  <a:lnTo>
                    <a:pt x="131" y="197"/>
                  </a:lnTo>
                  <a:lnTo>
                    <a:pt x="133" y="197"/>
                  </a:lnTo>
                  <a:lnTo>
                    <a:pt x="133" y="197"/>
                  </a:lnTo>
                  <a:lnTo>
                    <a:pt x="136" y="199"/>
                  </a:lnTo>
                  <a:lnTo>
                    <a:pt x="140" y="197"/>
                  </a:lnTo>
                  <a:lnTo>
                    <a:pt x="140" y="197"/>
                  </a:lnTo>
                  <a:lnTo>
                    <a:pt x="142" y="195"/>
                  </a:lnTo>
                  <a:lnTo>
                    <a:pt x="144" y="195"/>
                  </a:lnTo>
                  <a:lnTo>
                    <a:pt x="145" y="193"/>
                  </a:lnTo>
                  <a:lnTo>
                    <a:pt x="147" y="192"/>
                  </a:lnTo>
                  <a:lnTo>
                    <a:pt x="147" y="192"/>
                  </a:lnTo>
                  <a:lnTo>
                    <a:pt x="154" y="192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71" y="181"/>
                  </a:lnTo>
                  <a:lnTo>
                    <a:pt x="171" y="175"/>
                  </a:lnTo>
                  <a:lnTo>
                    <a:pt x="171" y="175"/>
                  </a:lnTo>
                  <a:lnTo>
                    <a:pt x="167" y="170"/>
                  </a:lnTo>
                  <a:lnTo>
                    <a:pt x="164" y="166"/>
                  </a:lnTo>
                  <a:lnTo>
                    <a:pt x="158" y="161"/>
                  </a:lnTo>
                  <a:lnTo>
                    <a:pt x="154" y="155"/>
                  </a:lnTo>
                  <a:lnTo>
                    <a:pt x="154" y="155"/>
                  </a:lnTo>
                  <a:lnTo>
                    <a:pt x="154" y="139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6" y="117"/>
                  </a:lnTo>
                  <a:lnTo>
                    <a:pt x="158" y="111"/>
                  </a:lnTo>
                  <a:lnTo>
                    <a:pt x="158" y="111"/>
                  </a:lnTo>
                  <a:lnTo>
                    <a:pt x="156" y="108"/>
                  </a:lnTo>
                  <a:lnTo>
                    <a:pt x="151" y="102"/>
                  </a:lnTo>
                  <a:lnTo>
                    <a:pt x="147" y="99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0"/>
                  </a:lnTo>
                  <a:lnTo>
                    <a:pt x="145" y="84"/>
                  </a:lnTo>
                  <a:lnTo>
                    <a:pt x="149" y="73"/>
                  </a:lnTo>
                  <a:lnTo>
                    <a:pt x="153" y="66"/>
                  </a:lnTo>
                  <a:lnTo>
                    <a:pt x="156" y="57"/>
                  </a:lnTo>
                  <a:lnTo>
                    <a:pt x="156" y="55"/>
                  </a:lnTo>
                  <a:close/>
                  <a:moveTo>
                    <a:pt x="151" y="90"/>
                  </a:moveTo>
                  <a:lnTo>
                    <a:pt x="151" y="90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5"/>
                  </a:lnTo>
                  <a:lnTo>
                    <a:pt x="154" y="91"/>
                  </a:lnTo>
                  <a:lnTo>
                    <a:pt x="151" y="90"/>
                  </a:lnTo>
                  <a:lnTo>
                    <a:pt x="151" y="90"/>
                  </a:lnTo>
                  <a:close/>
                  <a:moveTo>
                    <a:pt x="58" y="11"/>
                  </a:moveTo>
                  <a:lnTo>
                    <a:pt x="58" y="11"/>
                  </a:lnTo>
                  <a:lnTo>
                    <a:pt x="65" y="15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58" y="11"/>
                  </a:lnTo>
                  <a:lnTo>
                    <a:pt x="58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0B922A27-16FB-448B-825C-7E0CF59A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1052" y="2800208"/>
              <a:ext cx="173512" cy="173512"/>
            </a:xfrm>
            <a:custGeom>
              <a:avLst/>
              <a:gdLst>
                <a:gd name="T0" fmla="*/ 93 w 117"/>
                <a:gd name="T1" fmla="*/ 48 h 117"/>
                <a:gd name="T2" fmla="*/ 109 w 117"/>
                <a:gd name="T3" fmla="*/ 53 h 117"/>
                <a:gd name="T4" fmla="*/ 108 w 117"/>
                <a:gd name="T5" fmla="*/ 68 h 117"/>
                <a:gd name="T6" fmla="*/ 117 w 117"/>
                <a:gd name="T7" fmla="*/ 88 h 117"/>
                <a:gd name="T8" fmla="*/ 100 w 117"/>
                <a:gd name="T9" fmla="*/ 97 h 117"/>
                <a:gd name="T10" fmla="*/ 71 w 117"/>
                <a:gd name="T11" fmla="*/ 101 h 117"/>
                <a:gd name="T12" fmla="*/ 53 w 117"/>
                <a:gd name="T13" fmla="*/ 113 h 117"/>
                <a:gd name="T14" fmla="*/ 40 w 117"/>
                <a:gd name="T15" fmla="*/ 99 h 117"/>
                <a:gd name="T16" fmla="*/ 37 w 117"/>
                <a:gd name="T17" fmla="*/ 81 h 117"/>
                <a:gd name="T18" fmla="*/ 24 w 117"/>
                <a:gd name="T19" fmla="*/ 86 h 117"/>
                <a:gd name="T20" fmla="*/ 7 w 117"/>
                <a:gd name="T21" fmla="*/ 90 h 117"/>
                <a:gd name="T22" fmla="*/ 11 w 117"/>
                <a:gd name="T23" fmla="*/ 82 h 117"/>
                <a:gd name="T24" fmla="*/ 13 w 117"/>
                <a:gd name="T25" fmla="*/ 79 h 117"/>
                <a:gd name="T26" fmla="*/ 18 w 117"/>
                <a:gd name="T27" fmla="*/ 71 h 117"/>
                <a:gd name="T28" fmla="*/ 15 w 117"/>
                <a:gd name="T29" fmla="*/ 68 h 117"/>
                <a:gd name="T30" fmla="*/ 18 w 117"/>
                <a:gd name="T31" fmla="*/ 57 h 117"/>
                <a:gd name="T32" fmla="*/ 17 w 117"/>
                <a:gd name="T33" fmla="*/ 55 h 117"/>
                <a:gd name="T34" fmla="*/ 6 w 117"/>
                <a:gd name="T35" fmla="*/ 55 h 117"/>
                <a:gd name="T36" fmla="*/ 0 w 117"/>
                <a:gd name="T37" fmla="*/ 48 h 117"/>
                <a:gd name="T38" fmla="*/ 4 w 117"/>
                <a:gd name="T39" fmla="*/ 42 h 117"/>
                <a:gd name="T40" fmla="*/ 11 w 117"/>
                <a:gd name="T41" fmla="*/ 41 h 117"/>
                <a:gd name="T42" fmla="*/ 11 w 117"/>
                <a:gd name="T43" fmla="*/ 44 h 117"/>
                <a:gd name="T44" fmla="*/ 22 w 117"/>
                <a:gd name="T45" fmla="*/ 37 h 117"/>
                <a:gd name="T46" fmla="*/ 24 w 117"/>
                <a:gd name="T47" fmla="*/ 33 h 117"/>
                <a:gd name="T48" fmla="*/ 24 w 117"/>
                <a:gd name="T49" fmla="*/ 33 h 117"/>
                <a:gd name="T50" fmla="*/ 24 w 117"/>
                <a:gd name="T51" fmla="*/ 30 h 117"/>
                <a:gd name="T52" fmla="*/ 27 w 117"/>
                <a:gd name="T53" fmla="*/ 24 h 117"/>
                <a:gd name="T54" fmla="*/ 31 w 117"/>
                <a:gd name="T55" fmla="*/ 19 h 117"/>
                <a:gd name="T56" fmla="*/ 26 w 117"/>
                <a:gd name="T57" fmla="*/ 11 h 117"/>
                <a:gd name="T58" fmla="*/ 29 w 117"/>
                <a:gd name="T59" fmla="*/ 8 h 117"/>
                <a:gd name="T60" fmla="*/ 35 w 117"/>
                <a:gd name="T61" fmla="*/ 10 h 117"/>
                <a:gd name="T62" fmla="*/ 40 w 117"/>
                <a:gd name="T63" fmla="*/ 11 h 117"/>
                <a:gd name="T64" fmla="*/ 44 w 117"/>
                <a:gd name="T65" fmla="*/ 8 h 117"/>
                <a:gd name="T66" fmla="*/ 53 w 117"/>
                <a:gd name="T67" fmla="*/ 10 h 117"/>
                <a:gd name="T68" fmla="*/ 51 w 117"/>
                <a:gd name="T69" fmla="*/ 22 h 117"/>
                <a:gd name="T70" fmla="*/ 33 w 117"/>
                <a:gd name="T71" fmla="*/ 28 h 117"/>
                <a:gd name="T72" fmla="*/ 49 w 117"/>
                <a:gd name="T73" fmla="*/ 35 h 117"/>
                <a:gd name="T74" fmla="*/ 53 w 117"/>
                <a:gd name="T75" fmla="*/ 39 h 117"/>
                <a:gd name="T76" fmla="*/ 62 w 117"/>
                <a:gd name="T77" fmla="*/ 37 h 117"/>
                <a:gd name="T78" fmla="*/ 66 w 117"/>
                <a:gd name="T79" fmla="*/ 41 h 117"/>
                <a:gd name="T80" fmla="*/ 71 w 117"/>
                <a:gd name="T81" fmla="*/ 41 h 117"/>
                <a:gd name="T82" fmla="*/ 80 w 117"/>
                <a:gd name="T83" fmla="*/ 41 h 117"/>
                <a:gd name="T84" fmla="*/ 93 w 117"/>
                <a:gd name="T85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117">
                  <a:moveTo>
                    <a:pt x="93" y="41"/>
                  </a:moveTo>
                  <a:lnTo>
                    <a:pt x="93" y="41"/>
                  </a:lnTo>
                  <a:lnTo>
                    <a:pt x="93" y="48"/>
                  </a:lnTo>
                  <a:lnTo>
                    <a:pt x="93" y="53"/>
                  </a:lnTo>
                  <a:lnTo>
                    <a:pt x="99" y="57"/>
                  </a:lnTo>
                  <a:lnTo>
                    <a:pt x="109" y="53"/>
                  </a:lnTo>
                  <a:lnTo>
                    <a:pt x="111" y="55"/>
                  </a:lnTo>
                  <a:lnTo>
                    <a:pt x="109" y="61"/>
                  </a:lnTo>
                  <a:lnTo>
                    <a:pt x="108" y="68"/>
                  </a:lnTo>
                  <a:lnTo>
                    <a:pt x="111" y="75"/>
                  </a:lnTo>
                  <a:lnTo>
                    <a:pt x="113" y="84"/>
                  </a:lnTo>
                  <a:lnTo>
                    <a:pt x="117" y="88"/>
                  </a:lnTo>
                  <a:lnTo>
                    <a:pt x="117" y="93"/>
                  </a:lnTo>
                  <a:lnTo>
                    <a:pt x="111" y="95"/>
                  </a:lnTo>
                  <a:lnTo>
                    <a:pt x="100" y="97"/>
                  </a:lnTo>
                  <a:lnTo>
                    <a:pt x="88" y="93"/>
                  </a:lnTo>
                  <a:lnTo>
                    <a:pt x="82" y="95"/>
                  </a:lnTo>
                  <a:lnTo>
                    <a:pt x="71" y="101"/>
                  </a:lnTo>
                  <a:lnTo>
                    <a:pt x="66" y="101"/>
                  </a:lnTo>
                  <a:lnTo>
                    <a:pt x="62" y="108"/>
                  </a:lnTo>
                  <a:lnTo>
                    <a:pt x="53" y="113"/>
                  </a:lnTo>
                  <a:lnTo>
                    <a:pt x="46" y="117"/>
                  </a:lnTo>
                  <a:lnTo>
                    <a:pt x="38" y="108"/>
                  </a:lnTo>
                  <a:lnTo>
                    <a:pt x="40" y="99"/>
                  </a:lnTo>
                  <a:lnTo>
                    <a:pt x="46" y="92"/>
                  </a:lnTo>
                  <a:lnTo>
                    <a:pt x="40" y="86"/>
                  </a:lnTo>
                  <a:lnTo>
                    <a:pt x="37" y="81"/>
                  </a:lnTo>
                  <a:lnTo>
                    <a:pt x="33" y="79"/>
                  </a:lnTo>
                  <a:lnTo>
                    <a:pt x="27" y="82"/>
                  </a:lnTo>
                  <a:lnTo>
                    <a:pt x="24" y="86"/>
                  </a:lnTo>
                  <a:lnTo>
                    <a:pt x="18" y="90"/>
                  </a:lnTo>
                  <a:lnTo>
                    <a:pt x="13" y="90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9" y="86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81"/>
                  </a:lnTo>
                  <a:lnTo>
                    <a:pt x="13" y="79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8" y="71"/>
                  </a:lnTo>
                  <a:lnTo>
                    <a:pt x="18" y="70"/>
                  </a:lnTo>
                  <a:lnTo>
                    <a:pt x="15" y="68"/>
                  </a:lnTo>
                  <a:lnTo>
                    <a:pt x="15" y="68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7" y="55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3" y="44"/>
                  </a:lnTo>
                  <a:lnTo>
                    <a:pt x="15" y="42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2" y="33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7" y="17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40" y="11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7" y="2"/>
                  </a:lnTo>
                  <a:lnTo>
                    <a:pt x="49" y="0"/>
                  </a:lnTo>
                  <a:lnTo>
                    <a:pt x="53" y="10"/>
                  </a:lnTo>
                  <a:lnTo>
                    <a:pt x="46" y="15"/>
                  </a:lnTo>
                  <a:lnTo>
                    <a:pt x="46" y="19"/>
                  </a:lnTo>
                  <a:lnTo>
                    <a:pt x="51" y="22"/>
                  </a:lnTo>
                  <a:lnTo>
                    <a:pt x="47" y="28"/>
                  </a:lnTo>
                  <a:lnTo>
                    <a:pt x="42" y="24"/>
                  </a:lnTo>
                  <a:lnTo>
                    <a:pt x="33" y="28"/>
                  </a:lnTo>
                  <a:lnTo>
                    <a:pt x="38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0" y="37"/>
                  </a:lnTo>
                  <a:lnTo>
                    <a:pt x="62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8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5" y="41"/>
                  </a:lnTo>
                  <a:lnTo>
                    <a:pt x="80" y="41"/>
                  </a:lnTo>
                  <a:lnTo>
                    <a:pt x="80" y="41"/>
                  </a:lnTo>
                  <a:lnTo>
                    <a:pt x="86" y="39"/>
                  </a:lnTo>
                  <a:lnTo>
                    <a:pt x="93" y="41"/>
                  </a:lnTo>
                  <a:lnTo>
                    <a:pt x="93" y="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F0EE1B25-264B-4613-8264-FB78F967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0844" y="3311844"/>
              <a:ext cx="41524" cy="94912"/>
            </a:xfrm>
            <a:custGeom>
              <a:avLst/>
              <a:gdLst>
                <a:gd name="T0" fmla="*/ 21 w 28"/>
                <a:gd name="T1" fmla="*/ 0 h 64"/>
                <a:gd name="T2" fmla="*/ 21 w 28"/>
                <a:gd name="T3" fmla="*/ 0 h 64"/>
                <a:gd name="T4" fmla="*/ 10 w 28"/>
                <a:gd name="T5" fmla="*/ 18 h 64"/>
                <a:gd name="T6" fmla="*/ 6 w 28"/>
                <a:gd name="T7" fmla="*/ 25 h 64"/>
                <a:gd name="T8" fmla="*/ 2 w 28"/>
                <a:gd name="T9" fmla="*/ 34 h 64"/>
                <a:gd name="T10" fmla="*/ 2 w 28"/>
                <a:gd name="T11" fmla="*/ 34 h 64"/>
                <a:gd name="T12" fmla="*/ 0 w 28"/>
                <a:gd name="T13" fmla="*/ 45 h 64"/>
                <a:gd name="T14" fmla="*/ 2 w 28"/>
                <a:gd name="T15" fmla="*/ 51 h 64"/>
                <a:gd name="T16" fmla="*/ 8 w 28"/>
                <a:gd name="T17" fmla="*/ 64 h 64"/>
                <a:gd name="T18" fmla="*/ 13 w 28"/>
                <a:gd name="T19" fmla="*/ 64 h 64"/>
                <a:gd name="T20" fmla="*/ 13 w 28"/>
                <a:gd name="T21" fmla="*/ 64 h 64"/>
                <a:gd name="T22" fmla="*/ 19 w 28"/>
                <a:gd name="T23" fmla="*/ 49 h 64"/>
                <a:gd name="T24" fmla="*/ 22 w 28"/>
                <a:gd name="T25" fmla="*/ 33 h 64"/>
                <a:gd name="T26" fmla="*/ 26 w 28"/>
                <a:gd name="T27" fmla="*/ 16 h 64"/>
                <a:gd name="T28" fmla="*/ 28 w 28"/>
                <a:gd name="T29" fmla="*/ 0 h 64"/>
                <a:gd name="T30" fmla="*/ 28 w 28"/>
                <a:gd name="T31" fmla="*/ 0 h 64"/>
                <a:gd name="T32" fmla="*/ 21 w 28"/>
                <a:gd name="T33" fmla="*/ 0 h 64"/>
                <a:gd name="T34" fmla="*/ 21 w 28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64">
                  <a:moveTo>
                    <a:pt x="21" y="0"/>
                  </a:moveTo>
                  <a:lnTo>
                    <a:pt x="21" y="0"/>
                  </a:lnTo>
                  <a:lnTo>
                    <a:pt x="10" y="18"/>
                  </a:lnTo>
                  <a:lnTo>
                    <a:pt x="6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2" y="51"/>
                  </a:lnTo>
                  <a:lnTo>
                    <a:pt x="8" y="64"/>
                  </a:lnTo>
                  <a:lnTo>
                    <a:pt x="13" y="64"/>
                  </a:lnTo>
                  <a:lnTo>
                    <a:pt x="13" y="64"/>
                  </a:lnTo>
                  <a:lnTo>
                    <a:pt x="19" y="49"/>
                  </a:lnTo>
                  <a:lnTo>
                    <a:pt x="22" y="33"/>
                  </a:lnTo>
                  <a:lnTo>
                    <a:pt x="26" y="16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C17B9A3-625F-4459-9E47-48F282B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1032" y="2924780"/>
              <a:ext cx="157199" cy="163130"/>
            </a:xfrm>
            <a:custGeom>
              <a:avLst/>
              <a:gdLst>
                <a:gd name="T0" fmla="*/ 5 w 106"/>
                <a:gd name="T1" fmla="*/ 68 h 110"/>
                <a:gd name="T2" fmla="*/ 11 w 106"/>
                <a:gd name="T3" fmla="*/ 60 h 110"/>
                <a:gd name="T4" fmla="*/ 13 w 106"/>
                <a:gd name="T5" fmla="*/ 60 h 110"/>
                <a:gd name="T6" fmla="*/ 20 w 106"/>
                <a:gd name="T7" fmla="*/ 59 h 110"/>
                <a:gd name="T8" fmla="*/ 24 w 106"/>
                <a:gd name="T9" fmla="*/ 60 h 110"/>
                <a:gd name="T10" fmla="*/ 20 w 106"/>
                <a:gd name="T11" fmla="*/ 68 h 110"/>
                <a:gd name="T12" fmla="*/ 16 w 106"/>
                <a:gd name="T13" fmla="*/ 77 h 110"/>
                <a:gd name="T14" fmla="*/ 14 w 106"/>
                <a:gd name="T15" fmla="*/ 88 h 110"/>
                <a:gd name="T16" fmla="*/ 11 w 106"/>
                <a:gd name="T17" fmla="*/ 90 h 110"/>
                <a:gd name="T18" fmla="*/ 9 w 106"/>
                <a:gd name="T19" fmla="*/ 91 h 110"/>
                <a:gd name="T20" fmla="*/ 3 w 106"/>
                <a:gd name="T21" fmla="*/ 97 h 110"/>
                <a:gd name="T22" fmla="*/ 3 w 106"/>
                <a:gd name="T23" fmla="*/ 110 h 110"/>
                <a:gd name="T24" fmla="*/ 5 w 106"/>
                <a:gd name="T25" fmla="*/ 110 h 110"/>
                <a:gd name="T26" fmla="*/ 5 w 106"/>
                <a:gd name="T27" fmla="*/ 110 h 110"/>
                <a:gd name="T28" fmla="*/ 9 w 106"/>
                <a:gd name="T29" fmla="*/ 108 h 110"/>
                <a:gd name="T30" fmla="*/ 16 w 106"/>
                <a:gd name="T31" fmla="*/ 108 h 110"/>
                <a:gd name="T32" fmla="*/ 18 w 106"/>
                <a:gd name="T33" fmla="*/ 110 h 110"/>
                <a:gd name="T34" fmla="*/ 29 w 106"/>
                <a:gd name="T35" fmla="*/ 110 h 110"/>
                <a:gd name="T36" fmla="*/ 85 w 106"/>
                <a:gd name="T37" fmla="*/ 68 h 110"/>
                <a:gd name="T38" fmla="*/ 89 w 106"/>
                <a:gd name="T39" fmla="*/ 62 h 110"/>
                <a:gd name="T40" fmla="*/ 93 w 106"/>
                <a:gd name="T41" fmla="*/ 53 h 110"/>
                <a:gd name="T42" fmla="*/ 95 w 106"/>
                <a:gd name="T43" fmla="*/ 48 h 110"/>
                <a:gd name="T44" fmla="*/ 93 w 106"/>
                <a:gd name="T45" fmla="*/ 44 h 110"/>
                <a:gd name="T46" fmla="*/ 93 w 106"/>
                <a:gd name="T47" fmla="*/ 38 h 110"/>
                <a:gd name="T48" fmla="*/ 96 w 106"/>
                <a:gd name="T49" fmla="*/ 35 h 110"/>
                <a:gd name="T50" fmla="*/ 95 w 106"/>
                <a:gd name="T51" fmla="*/ 31 h 110"/>
                <a:gd name="T52" fmla="*/ 95 w 106"/>
                <a:gd name="T53" fmla="*/ 26 h 110"/>
                <a:gd name="T54" fmla="*/ 96 w 106"/>
                <a:gd name="T55" fmla="*/ 20 h 110"/>
                <a:gd name="T56" fmla="*/ 102 w 106"/>
                <a:gd name="T57" fmla="*/ 17 h 110"/>
                <a:gd name="T58" fmla="*/ 106 w 106"/>
                <a:gd name="T59" fmla="*/ 9 h 110"/>
                <a:gd name="T60" fmla="*/ 106 w 106"/>
                <a:gd name="T61" fmla="*/ 6 h 110"/>
                <a:gd name="T62" fmla="*/ 102 w 106"/>
                <a:gd name="T63" fmla="*/ 4 h 110"/>
                <a:gd name="T64" fmla="*/ 100 w 106"/>
                <a:gd name="T65" fmla="*/ 0 h 110"/>
                <a:gd name="T66" fmla="*/ 87 w 106"/>
                <a:gd name="T67" fmla="*/ 6 h 110"/>
                <a:gd name="T68" fmla="*/ 82 w 106"/>
                <a:gd name="T69" fmla="*/ 8 h 110"/>
                <a:gd name="T70" fmla="*/ 69 w 106"/>
                <a:gd name="T71" fmla="*/ 8 h 110"/>
                <a:gd name="T72" fmla="*/ 65 w 106"/>
                <a:gd name="T73" fmla="*/ 9 h 110"/>
                <a:gd name="T74" fmla="*/ 54 w 106"/>
                <a:gd name="T75" fmla="*/ 15 h 110"/>
                <a:gd name="T76" fmla="*/ 45 w 106"/>
                <a:gd name="T77" fmla="*/ 17 h 110"/>
                <a:gd name="T78" fmla="*/ 42 w 106"/>
                <a:gd name="T79" fmla="*/ 17 h 110"/>
                <a:gd name="T80" fmla="*/ 34 w 106"/>
                <a:gd name="T81" fmla="*/ 17 h 110"/>
                <a:gd name="T82" fmla="*/ 31 w 106"/>
                <a:gd name="T83" fmla="*/ 17 h 110"/>
                <a:gd name="T84" fmla="*/ 27 w 106"/>
                <a:gd name="T85" fmla="*/ 20 h 110"/>
                <a:gd name="T86" fmla="*/ 24 w 106"/>
                <a:gd name="T87" fmla="*/ 20 h 110"/>
                <a:gd name="T88" fmla="*/ 20 w 106"/>
                <a:gd name="T89" fmla="*/ 18 h 110"/>
                <a:gd name="T90" fmla="*/ 18 w 106"/>
                <a:gd name="T91" fmla="*/ 22 h 110"/>
                <a:gd name="T92" fmla="*/ 20 w 106"/>
                <a:gd name="T93" fmla="*/ 28 h 110"/>
                <a:gd name="T94" fmla="*/ 20 w 106"/>
                <a:gd name="T95" fmla="*/ 31 h 110"/>
                <a:gd name="T96" fmla="*/ 14 w 106"/>
                <a:gd name="T97" fmla="*/ 31 h 110"/>
                <a:gd name="T98" fmla="*/ 13 w 106"/>
                <a:gd name="T99" fmla="*/ 33 h 110"/>
                <a:gd name="T100" fmla="*/ 13 w 106"/>
                <a:gd name="T101" fmla="*/ 37 h 110"/>
                <a:gd name="T102" fmla="*/ 9 w 106"/>
                <a:gd name="T103" fmla="*/ 38 h 110"/>
                <a:gd name="T104" fmla="*/ 3 w 106"/>
                <a:gd name="T105" fmla="*/ 38 h 110"/>
                <a:gd name="T106" fmla="*/ 0 w 106"/>
                <a:gd name="T107" fmla="*/ 38 h 110"/>
                <a:gd name="T108" fmla="*/ 3 w 106"/>
                <a:gd name="T109" fmla="*/ 49 h 110"/>
                <a:gd name="T110" fmla="*/ 2 w 106"/>
                <a:gd name="T111" fmla="*/ 57 h 110"/>
                <a:gd name="T112" fmla="*/ 0 w 106"/>
                <a:gd name="T113" fmla="*/ 60 h 110"/>
                <a:gd name="T114" fmla="*/ 3 w 106"/>
                <a:gd name="T115" fmla="*/ 64 h 110"/>
                <a:gd name="T116" fmla="*/ 5 w 106"/>
                <a:gd name="T117" fmla="*/ 6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110">
                  <a:moveTo>
                    <a:pt x="5" y="68"/>
                  </a:moveTo>
                  <a:lnTo>
                    <a:pt x="5" y="68"/>
                  </a:lnTo>
                  <a:lnTo>
                    <a:pt x="7" y="62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6" y="60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0" y="68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80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0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5" y="97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3" y="110"/>
                  </a:lnTo>
                  <a:lnTo>
                    <a:pt x="3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9" y="108"/>
                  </a:lnTo>
                  <a:lnTo>
                    <a:pt x="13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8" y="110"/>
                  </a:lnTo>
                  <a:lnTo>
                    <a:pt x="24" y="110"/>
                  </a:lnTo>
                  <a:lnTo>
                    <a:pt x="29" y="110"/>
                  </a:lnTo>
                  <a:lnTo>
                    <a:pt x="53" y="93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9" y="62"/>
                  </a:lnTo>
                  <a:lnTo>
                    <a:pt x="89" y="62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48"/>
                  </a:lnTo>
                  <a:lnTo>
                    <a:pt x="93" y="44"/>
                  </a:lnTo>
                  <a:lnTo>
                    <a:pt x="93" y="44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5" y="37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5" y="31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2"/>
                  </a:lnTo>
                  <a:lnTo>
                    <a:pt x="96" y="20"/>
                  </a:lnTo>
                  <a:lnTo>
                    <a:pt x="102" y="17"/>
                  </a:lnTo>
                  <a:lnTo>
                    <a:pt x="102" y="17"/>
                  </a:lnTo>
                  <a:lnTo>
                    <a:pt x="104" y="13"/>
                  </a:lnTo>
                  <a:lnTo>
                    <a:pt x="106" y="9"/>
                  </a:lnTo>
                  <a:lnTo>
                    <a:pt x="106" y="6"/>
                  </a:lnTo>
                  <a:lnTo>
                    <a:pt x="106" y="6"/>
                  </a:lnTo>
                  <a:lnTo>
                    <a:pt x="102" y="6"/>
                  </a:lnTo>
                  <a:lnTo>
                    <a:pt x="102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5" y="2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2" y="8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0" y="13"/>
                  </a:lnTo>
                  <a:lnTo>
                    <a:pt x="54" y="15"/>
                  </a:lnTo>
                  <a:lnTo>
                    <a:pt x="49" y="15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2" y="17"/>
                  </a:lnTo>
                  <a:lnTo>
                    <a:pt x="40" y="17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1" y="17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2" y="53"/>
                  </a:lnTo>
                  <a:lnTo>
                    <a:pt x="2" y="57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5" y="64"/>
                  </a:lnTo>
                  <a:lnTo>
                    <a:pt x="5" y="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52D2B6F-7942-4992-A8F1-085BF4195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0076" y="1753207"/>
              <a:ext cx="292152" cy="569474"/>
            </a:xfrm>
            <a:custGeom>
              <a:avLst/>
              <a:gdLst>
                <a:gd name="T0" fmla="*/ 6 w 197"/>
                <a:gd name="T1" fmla="*/ 304 h 384"/>
                <a:gd name="T2" fmla="*/ 28 w 197"/>
                <a:gd name="T3" fmla="*/ 340 h 384"/>
                <a:gd name="T4" fmla="*/ 19 w 197"/>
                <a:gd name="T5" fmla="*/ 360 h 384"/>
                <a:gd name="T6" fmla="*/ 20 w 197"/>
                <a:gd name="T7" fmla="*/ 369 h 384"/>
                <a:gd name="T8" fmla="*/ 46 w 197"/>
                <a:gd name="T9" fmla="*/ 357 h 384"/>
                <a:gd name="T10" fmla="*/ 82 w 197"/>
                <a:gd name="T11" fmla="*/ 348 h 384"/>
                <a:gd name="T12" fmla="*/ 84 w 197"/>
                <a:gd name="T13" fmla="*/ 338 h 384"/>
                <a:gd name="T14" fmla="*/ 82 w 197"/>
                <a:gd name="T15" fmla="*/ 320 h 384"/>
                <a:gd name="T16" fmla="*/ 84 w 197"/>
                <a:gd name="T17" fmla="*/ 291 h 384"/>
                <a:gd name="T18" fmla="*/ 95 w 197"/>
                <a:gd name="T19" fmla="*/ 282 h 384"/>
                <a:gd name="T20" fmla="*/ 119 w 197"/>
                <a:gd name="T21" fmla="*/ 275 h 384"/>
                <a:gd name="T22" fmla="*/ 124 w 197"/>
                <a:gd name="T23" fmla="*/ 262 h 384"/>
                <a:gd name="T24" fmla="*/ 95 w 197"/>
                <a:gd name="T25" fmla="*/ 235 h 384"/>
                <a:gd name="T26" fmla="*/ 97 w 197"/>
                <a:gd name="T27" fmla="*/ 196 h 384"/>
                <a:gd name="T28" fmla="*/ 97 w 197"/>
                <a:gd name="T29" fmla="*/ 184 h 384"/>
                <a:gd name="T30" fmla="*/ 108 w 197"/>
                <a:gd name="T31" fmla="*/ 176 h 384"/>
                <a:gd name="T32" fmla="*/ 117 w 197"/>
                <a:gd name="T33" fmla="*/ 167 h 384"/>
                <a:gd name="T34" fmla="*/ 126 w 197"/>
                <a:gd name="T35" fmla="*/ 147 h 384"/>
                <a:gd name="T36" fmla="*/ 152 w 197"/>
                <a:gd name="T37" fmla="*/ 136 h 384"/>
                <a:gd name="T38" fmla="*/ 159 w 197"/>
                <a:gd name="T39" fmla="*/ 120 h 384"/>
                <a:gd name="T40" fmla="*/ 164 w 197"/>
                <a:gd name="T41" fmla="*/ 93 h 384"/>
                <a:gd name="T42" fmla="*/ 177 w 197"/>
                <a:gd name="T43" fmla="*/ 82 h 384"/>
                <a:gd name="T44" fmla="*/ 193 w 197"/>
                <a:gd name="T45" fmla="*/ 72 h 384"/>
                <a:gd name="T46" fmla="*/ 195 w 197"/>
                <a:gd name="T47" fmla="*/ 56 h 384"/>
                <a:gd name="T48" fmla="*/ 193 w 197"/>
                <a:gd name="T49" fmla="*/ 40 h 384"/>
                <a:gd name="T50" fmla="*/ 190 w 197"/>
                <a:gd name="T51" fmla="*/ 31 h 384"/>
                <a:gd name="T52" fmla="*/ 170 w 197"/>
                <a:gd name="T53" fmla="*/ 16 h 384"/>
                <a:gd name="T54" fmla="*/ 159 w 197"/>
                <a:gd name="T55" fmla="*/ 3 h 384"/>
                <a:gd name="T56" fmla="*/ 142 w 197"/>
                <a:gd name="T57" fmla="*/ 16 h 384"/>
                <a:gd name="T58" fmla="*/ 126 w 197"/>
                <a:gd name="T59" fmla="*/ 21 h 384"/>
                <a:gd name="T60" fmla="*/ 121 w 197"/>
                <a:gd name="T61" fmla="*/ 29 h 384"/>
                <a:gd name="T62" fmla="*/ 121 w 197"/>
                <a:gd name="T63" fmla="*/ 36 h 384"/>
                <a:gd name="T64" fmla="*/ 102 w 197"/>
                <a:gd name="T65" fmla="*/ 32 h 384"/>
                <a:gd name="T66" fmla="*/ 93 w 197"/>
                <a:gd name="T67" fmla="*/ 52 h 384"/>
                <a:gd name="T68" fmla="*/ 84 w 197"/>
                <a:gd name="T69" fmla="*/ 63 h 384"/>
                <a:gd name="T70" fmla="*/ 75 w 197"/>
                <a:gd name="T71" fmla="*/ 74 h 384"/>
                <a:gd name="T72" fmla="*/ 59 w 197"/>
                <a:gd name="T73" fmla="*/ 100 h 384"/>
                <a:gd name="T74" fmla="*/ 59 w 197"/>
                <a:gd name="T75" fmla="*/ 120 h 384"/>
                <a:gd name="T76" fmla="*/ 44 w 197"/>
                <a:gd name="T77" fmla="*/ 122 h 384"/>
                <a:gd name="T78" fmla="*/ 29 w 197"/>
                <a:gd name="T79" fmla="*/ 131 h 384"/>
                <a:gd name="T80" fmla="*/ 20 w 197"/>
                <a:gd name="T81" fmla="*/ 149 h 384"/>
                <a:gd name="T82" fmla="*/ 15 w 197"/>
                <a:gd name="T83" fmla="*/ 167 h 384"/>
                <a:gd name="T84" fmla="*/ 15 w 197"/>
                <a:gd name="T85" fmla="*/ 193 h 384"/>
                <a:gd name="T86" fmla="*/ 15 w 197"/>
                <a:gd name="T87" fmla="*/ 204 h 384"/>
                <a:gd name="T88" fmla="*/ 17 w 197"/>
                <a:gd name="T89" fmla="*/ 222 h 384"/>
                <a:gd name="T90" fmla="*/ 11 w 197"/>
                <a:gd name="T91" fmla="*/ 235 h 384"/>
                <a:gd name="T92" fmla="*/ 13 w 197"/>
                <a:gd name="T93" fmla="*/ 249 h 384"/>
                <a:gd name="T94" fmla="*/ 6 w 197"/>
                <a:gd name="T95" fmla="*/ 258 h 384"/>
                <a:gd name="T96" fmla="*/ 9 w 197"/>
                <a:gd name="T97" fmla="*/ 273 h 384"/>
                <a:gd name="T98" fmla="*/ 2 w 197"/>
                <a:gd name="T99" fmla="*/ 282 h 384"/>
                <a:gd name="T100" fmla="*/ 55 w 197"/>
                <a:gd name="T101" fmla="*/ 384 h 384"/>
                <a:gd name="T102" fmla="*/ 53 w 197"/>
                <a:gd name="T103" fmla="*/ 375 h 384"/>
                <a:gd name="T104" fmla="*/ 113 w 197"/>
                <a:gd name="T105" fmla="*/ 313 h 384"/>
                <a:gd name="T106" fmla="*/ 122 w 197"/>
                <a:gd name="T107" fmla="*/ 311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384">
                  <a:moveTo>
                    <a:pt x="2" y="284"/>
                  </a:moveTo>
                  <a:lnTo>
                    <a:pt x="2" y="284"/>
                  </a:lnTo>
                  <a:lnTo>
                    <a:pt x="2" y="298"/>
                  </a:lnTo>
                  <a:lnTo>
                    <a:pt x="6" y="298"/>
                  </a:lnTo>
                  <a:lnTo>
                    <a:pt x="6" y="298"/>
                  </a:lnTo>
                  <a:lnTo>
                    <a:pt x="6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15" y="326"/>
                  </a:lnTo>
                  <a:lnTo>
                    <a:pt x="28" y="340"/>
                  </a:lnTo>
                  <a:lnTo>
                    <a:pt x="28" y="340"/>
                  </a:lnTo>
                  <a:lnTo>
                    <a:pt x="24" y="349"/>
                  </a:lnTo>
                  <a:lnTo>
                    <a:pt x="19" y="349"/>
                  </a:lnTo>
                  <a:lnTo>
                    <a:pt x="19" y="349"/>
                  </a:lnTo>
                  <a:lnTo>
                    <a:pt x="19" y="355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24" y="362"/>
                  </a:lnTo>
                  <a:lnTo>
                    <a:pt x="24" y="362"/>
                  </a:lnTo>
                  <a:lnTo>
                    <a:pt x="24" y="364"/>
                  </a:lnTo>
                  <a:lnTo>
                    <a:pt x="22" y="366"/>
                  </a:lnTo>
                  <a:lnTo>
                    <a:pt x="20" y="369"/>
                  </a:lnTo>
                  <a:lnTo>
                    <a:pt x="20" y="369"/>
                  </a:lnTo>
                  <a:lnTo>
                    <a:pt x="33" y="369"/>
                  </a:lnTo>
                  <a:lnTo>
                    <a:pt x="46" y="369"/>
                  </a:lnTo>
                  <a:lnTo>
                    <a:pt x="46" y="369"/>
                  </a:lnTo>
                  <a:lnTo>
                    <a:pt x="46" y="364"/>
                  </a:lnTo>
                  <a:lnTo>
                    <a:pt x="46" y="357"/>
                  </a:lnTo>
                  <a:lnTo>
                    <a:pt x="46" y="357"/>
                  </a:lnTo>
                  <a:lnTo>
                    <a:pt x="53" y="348"/>
                  </a:lnTo>
                  <a:lnTo>
                    <a:pt x="53" y="348"/>
                  </a:lnTo>
                  <a:lnTo>
                    <a:pt x="68" y="349"/>
                  </a:lnTo>
                  <a:lnTo>
                    <a:pt x="75" y="349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4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4" y="337"/>
                  </a:lnTo>
                  <a:lnTo>
                    <a:pt x="84" y="338"/>
                  </a:lnTo>
                  <a:lnTo>
                    <a:pt x="82" y="340"/>
                  </a:lnTo>
                  <a:lnTo>
                    <a:pt x="82" y="340"/>
                  </a:lnTo>
                  <a:lnTo>
                    <a:pt x="81" y="340"/>
                  </a:lnTo>
                  <a:lnTo>
                    <a:pt x="81" y="338"/>
                  </a:lnTo>
                  <a:lnTo>
                    <a:pt x="81" y="333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6" y="306"/>
                  </a:lnTo>
                  <a:lnTo>
                    <a:pt x="88" y="297"/>
                  </a:lnTo>
                  <a:lnTo>
                    <a:pt x="86" y="293"/>
                  </a:lnTo>
                  <a:lnTo>
                    <a:pt x="84" y="291"/>
                  </a:lnTo>
                  <a:lnTo>
                    <a:pt x="84" y="291"/>
                  </a:lnTo>
                  <a:lnTo>
                    <a:pt x="88" y="287"/>
                  </a:lnTo>
                  <a:lnTo>
                    <a:pt x="88" y="286"/>
                  </a:lnTo>
                  <a:lnTo>
                    <a:pt x="86" y="286"/>
                  </a:lnTo>
                  <a:lnTo>
                    <a:pt x="90" y="284"/>
                  </a:lnTo>
                  <a:lnTo>
                    <a:pt x="90" y="284"/>
                  </a:lnTo>
                  <a:lnTo>
                    <a:pt x="95" y="282"/>
                  </a:lnTo>
                  <a:lnTo>
                    <a:pt x="99" y="284"/>
                  </a:lnTo>
                  <a:lnTo>
                    <a:pt x="102" y="284"/>
                  </a:lnTo>
                  <a:lnTo>
                    <a:pt x="106" y="284"/>
                  </a:lnTo>
                  <a:lnTo>
                    <a:pt x="113" y="275"/>
                  </a:lnTo>
                  <a:lnTo>
                    <a:pt x="119" y="275"/>
                  </a:lnTo>
                  <a:lnTo>
                    <a:pt x="119" y="275"/>
                  </a:lnTo>
                  <a:lnTo>
                    <a:pt x="119" y="271"/>
                  </a:lnTo>
                  <a:lnTo>
                    <a:pt x="117" y="269"/>
                  </a:lnTo>
                  <a:lnTo>
                    <a:pt x="113" y="267"/>
                  </a:lnTo>
                  <a:lnTo>
                    <a:pt x="113" y="267"/>
                  </a:lnTo>
                  <a:lnTo>
                    <a:pt x="119" y="264"/>
                  </a:lnTo>
                  <a:lnTo>
                    <a:pt x="124" y="262"/>
                  </a:lnTo>
                  <a:lnTo>
                    <a:pt x="124" y="256"/>
                  </a:lnTo>
                  <a:lnTo>
                    <a:pt x="124" y="256"/>
                  </a:lnTo>
                  <a:lnTo>
                    <a:pt x="117" y="247"/>
                  </a:lnTo>
                  <a:lnTo>
                    <a:pt x="111" y="242"/>
                  </a:lnTo>
                  <a:lnTo>
                    <a:pt x="104" y="236"/>
                  </a:lnTo>
                  <a:lnTo>
                    <a:pt x="95" y="235"/>
                  </a:lnTo>
                  <a:lnTo>
                    <a:pt x="95" y="235"/>
                  </a:lnTo>
                  <a:lnTo>
                    <a:pt x="95" y="215"/>
                  </a:lnTo>
                  <a:lnTo>
                    <a:pt x="95" y="202"/>
                  </a:lnTo>
                  <a:lnTo>
                    <a:pt x="93" y="198"/>
                  </a:lnTo>
                  <a:lnTo>
                    <a:pt x="91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1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5"/>
                  </a:lnTo>
                  <a:lnTo>
                    <a:pt x="97" y="184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101" y="180"/>
                  </a:lnTo>
                  <a:lnTo>
                    <a:pt x="106" y="178"/>
                  </a:lnTo>
                  <a:lnTo>
                    <a:pt x="106" y="178"/>
                  </a:lnTo>
                  <a:lnTo>
                    <a:pt x="108" y="176"/>
                  </a:lnTo>
                  <a:lnTo>
                    <a:pt x="108" y="173"/>
                  </a:lnTo>
                  <a:lnTo>
                    <a:pt x="106" y="169"/>
                  </a:lnTo>
                  <a:lnTo>
                    <a:pt x="106" y="169"/>
                  </a:lnTo>
                  <a:lnTo>
                    <a:pt x="111" y="167"/>
                  </a:lnTo>
                  <a:lnTo>
                    <a:pt x="117" y="167"/>
                  </a:lnTo>
                  <a:lnTo>
                    <a:pt x="117" y="167"/>
                  </a:lnTo>
                  <a:lnTo>
                    <a:pt x="117" y="162"/>
                  </a:lnTo>
                  <a:lnTo>
                    <a:pt x="119" y="156"/>
                  </a:lnTo>
                  <a:lnTo>
                    <a:pt x="119" y="153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26" y="147"/>
                  </a:lnTo>
                  <a:lnTo>
                    <a:pt x="133" y="145"/>
                  </a:lnTo>
                  <a:lnTo>
                    <a:pt x="142" y="144"/>
                  </a:lnTo>
                  <a:lnTo>
                    <a:pt x="148" y="142"/>
                  </a:lnTo>
                  <a:lnTo>
                    <a:pt x="148" y="142"/>
                  </a:lnTo>
                  <a:lnTo>
                    <a:pt x="150" y="140"/>
                  </a:lnTo>
                  <a:lnTo>
                    <a:pt x="152" y="136"/>
                  </a:lnTo>
                  <a:lnTo>
                    <a:pt x="153" y="133"/>
                  </a:lnTo>
                  <a:lnTo>
                    <a:pt x="155" y="129"/>
                  </a:lnTo>
                  <a:lnTo>
                    <a:pt x="161" y="129"/>
                  </a:lnTo>
                  <a:lnTo>
                    <a:pt x="161" y="129"/>
                  </a:lnTo>
                  <a:lnTo>
                    <a:pt x="161" y="123"/>
                  </a:lnTo>
                  <a:lnTo>
                    <a:pt x="159" y="120"/>
                  </a:lnTo>
                  <a:lnTo>
                    <a:pt x="157" y="114"/>
                  </a:lnTo>
                  <a:lnTo>
                    <a:pt x="157" y="107"/>
                  </a:lnTo>
                  <a:lnTo>
                    <a:pt x="157" y="107"/>
                  </a:lnTo>
                  <a:lnTo>
                    <a:pt x="161" y="103"/>
                  </a:lnTo>
                  <a:lnTo>
                    <a:pt x="164" y="98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70" y="93"/>
                  </a:lnTo>
                  <a:lnTo>
                    <a:pt x="175" y="91"/>
                  </a:lnTo>
                  <a:lnTo>
                    <a:pt x="175" y="91"/>
                  </a:lnTo>
                  <a:lnTo>
                    <a:pt x="177" y="85"/>
                  </a:lnTo>
                  <a:lnTo>
                    <a:pt x="177" y="82"/>
                  </a:lnTo>
                  <a:lnTo>
                    <a:pt x="179" y="80"/>
                  </a:lnTo>
                  <a:lnTo>
                    <a:pt x="184" y="78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7" y="83"/>
                  </a:lnTo>
                  <a:lnTo>
                    <a:pt x="193" y="72"/>
                  </a:lnTo>
                  <a:lnTo>
                    <a:pt x="193" y="72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2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5" y="51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2" y="43"/>
                  </a:lnTo>
                  <a:lnTo>
                    <a:pt x="192" y="41"/>
                  </a:lnTo>
                  <a:lnTo>
                    <a:pt x="193" y="40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2"/>
                  </a:lnTo>
                  <a:lnTo>
                    <a:pt x="192" y="31"/>
                  </a:lnTo>
                  <a:lnTo>
                    <a:pt x="190" y="31"/>
                  </a:lnTo>
                  <a:lnTo>
                    <a:pt x="190" y="31"/>
                  </a:lnTo>
                  <a:lnTo>
                    <a:pt x="186" y="25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1" y="18"/>
                  </a:lnTo>
                  <a:lnTo>
                    <a:pt x="177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4"/>
                  </a:lnTo>
                  <a:lnTo>
                    <a:pt x="164" y="12"/>
                  </a:lnTo>
                  <a:lnTo>
                    <a:pt x="161" y="7"/>
                  </a:lnTo>
                  <a:lnTo>
                    <a:pt x="161" y="7"/>
                  </a:lnTo>
                  <a:lnTo>
                    <a:pt x="159" y="3"/>
                  </a:lnTo>
                  <a:lnTo>
                    <a:pt x="155" y="1"/>
                  </a:lnTo>
                  <a:lnTo>
                    <a:pt x="150" y="1"/>
                  </a:lnTo>
                  <a:lnTo>
                    <a:pt x="142" y="0"/>
                  </a:lnTo>
                  <a:lnTo>
                    <a:pt x="144" y="7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41" y="20"/>
                  </a:lnTo>
                  <a:lnTo>
                    <a:pt x="139" y="23"/>
                  </a:lnTo>
                  <a:lnTo>
                    <a:pt x="137" y="23"/>
                  </a:lnTo>
                  <a:lnTo>
                    <a:pt x="137" y="23"/>
                  </a:lnTo>
                  <a:lnTo>
                    <a:pt x="132" y="21"/>
                  </a:lnTo>
                  <a:lnTo>
                    <a:pt x="126" y="21"/>
                  </a:lnTo>
                  <a:lnTo>
                    <a:pt x="126" y="21"/>
                  </a:lnTo>
                  <a:lnTo>
                    <a:pt x="122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9"/>
                  </a:lnTo>
                  <a:lnTo>
                    <a:pt x="121" y="31"/>
                  </a:lnTo>
                  <a:lnTo>
                    <a:pt x="119" y="32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1" y="36"/>
                  </a:lnTo>
                  <a:lnTo>
                    <a:pt x="121" y="36"/>
                  </a:lnTo>
                  <a:lnTo>
                    <a:pt x="115" y="32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6" y="27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101" y="38"/>
                  </a:lnTo>
                  <a:lnTo>
                    <a:pt x="99" y="45"/>
                  </a:lnTo>
                  <a:lnTo>
                    <a:pt x="99" y="45"/>
                  </a:lnTo>
                  <a:lnTo>
                    <a:pt x="97" y="49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0" y="56"/>
                  </a:lnTo>
                  <a:lnTo>
                    <a:pt x="88" y="58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2"/>
                  </a:lnTo>
                  <a:lnTo>
                    <a:pt x="84" y="63"/>
                  </a:lnTo>
                  <a:lnTo>
                    <a:pt x="81" y="63"/>
                  </a:lnTo>
                  <a:lnTo>
                    <a:pt x="81" y="63"/>
                  </a:lnTo>
                  <a:lnTo>
                    <a:pt x="77" y="63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3" y="85"/>
                  </a:lnTo>
                  <a:lnTo>
                    <a:pt x="70" y="91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0" y="98"/>
                  </a:lnTo>
                  <a:lnTo>
                    <a:pt x="59" y="100"/>
                  </a:lnTo>
                  <a:lnTo>
                    <a:pt x="57" y="103"/>
                  </a:lnTo>
                  <a:lnTo>
                    <a:pt x="57" y="103"/>
                  </a:lnTo>
                  <a:lnTo>
                    <a:pt x="59" y="111"/>
                  </a:lnTo>
                  <a:lnTo>
                    <a:pt x="59" y="114"/>
                  </a:lnTo>
                  <a:lnTo>
                    <a:pt x="59" y="120"/>
                  </a:lnTo>
                  <a:lnTo>
                    <a:pt x="59" y="120"/>
                  </a:lnTo>
                  <a:lnTo>
                    <a:pt x="57" y="127"/>
                  </a:lnTo>
                  <a:lnTo>
                    <a:pt x="55" y="129"/>
                  </a:lnTo>
                  <a:lnTo>
                    <a:pt x="53" y="129"/>
                  </a:lnTo>
                  <a:lnTo>
                    <a:pt x="53" y="129"/>
                  </a:lnTo>
                  <a:lnTo>
                    <a:pt x="48" y="123"/>
                  </a:lnTo>
                  <a:lnTo>
                    <a:pt x="44" y="122"/>
                  </a:lnTo>
                  <a:lnTo>
                    <a:pt x="42" y="122"/>
                  </a:lnTo>
                  <a:lnTo>
                    <a:pt x="42" y="122"/>
                  </a:lnTo>
                  <a:lnTo>
                    <a:pt x="33" y="125"/>
                  </a:lnTo>
                  <a:lnTo>
                    <a:pt x="31" y="129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4"/>
                  </a:lnTo>
                  <a:lnTo>
                    <a:pt x="26" y="138"/>
                  </a:lnTo>
                  <a:lnTo>
                    <a:pt x="22" y="142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9"/>
                  </a:lnTo>
                  <a:lnTo>
                    <a:pt x="17" y="151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5" y="164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3" y="174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9"/>
                  </a:lnTo>
                  <a:lnTo>
                    <a:pt x="15" y="193"/>
                  </a:lnTo>
                  <a:lnTo>
                    <a:pt x="13" y="195"/>
                  </a:lnTo>
                  <a:lnTo>
                    <a:pt x="13" y="195"/>
                  </a:lnTo>
                  <a:lnTo>
                    <a:pt x="11" y="202"/>
                  </a:lnTo>
                  <a:lnTo>
                    <a:pt x="13" y="204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7" y="205"/>
                  </a:lnTo>
                  <a:lnTo>
                    <a:pt x="19" y="211"/>
                  </a:lnTo>
                  <a:lnTo>
                    <a:pt x="19" y="211"/>
                  </a:lnTo>
                  <a:lnTo>
                    <a:pt x="19" y="218"/>
                  </a:lnTo>
                  <a:lnTo>
                    <a:pt x="19" y="220"/>
                  </a:lnTo>
                  <a:lnTo>
                    <a:pt x="17" y="222"/>
                  </a:lnTo>
                  <a:lnTo>
                    <a:pt x="17" y="222"/>
                  </a:lnTo>
                  <a:lnTo>
                    <a:pt x="13" y="224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9" y="238"/>
                  </a:lnTo>
                  <a:lnTo>
                    <a:pt x="9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7"/>
                  </a:lnTo>
                  <a:lnTo>
                    <a:pt x="13" y="249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8" y="256"/>
                  </a:lnTo>
                  <a:lnTo>
                    <a:pt x="6" y="258"/>
                  </a:lnTo>
                  <a:lnTo>
                    <a:pt x="6" y="258"/>
                  </a:lnTo>
                  <a:lnTo>
                    <a:pt x="4" y="26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8" y="269"/>
                  </a:lnTo>
                  <a:lnTo>
                    <a:pt x="9" y="273"/>
                  </a:lnTo>
                  <a:lnTo>
                    <a:pt x="9" y="273"/>
                  </a:lnTo>
                  <a:lnTo>
                    <a:pt x="8" y="280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2" y="282"/>
                  </a:lnTo>
                  <a:lnTo>
                    <a:pt x="0" y="282"/>
                  </a:lnTo>
                  <a:lnTo>
                    <a:pt x="2" y="284"/>
                  </a:lnTo>
                  <a:close/>
                  <a:moveTo>
                    <a:pt x="53" y="375"/>
                  </a:moveTo>
                  <a:lnTo>
                    <a:pt x="53" y="375"/>
                  </a:lnTo>
                  <a:lnTo>
                    <a:pt x="55" y="384"/>
                  </a:lnTo>
                  <a:lnTo>
                    <a:pt x="55" y="384"/>
                  </a:lnTo>
                  <a:lnTo>
                    <a:pt x="59" y="384"/>
                  </a:lnTo>
                  <a:lnTo>
                    <a:pt x="60" y="384"/>
                  </a:lnTo>
                  <a:lnTo>
                    <a:pt x="60" y="384"/>
                  </a:lnTo>
                  <a:lnTo>
                    <a:pt x="60" y="380"/>
                  </a:lnTo>
                  <a:lnTo>
                    <a:pt x="53" y="375"/>
                  </a:lnTo>
                  <a:lnTo>
                    <a:pt x="53" y="375"/>
                  </a:lnTo>
                  <a:close/>
                  <a:moveTo>
                    <a:pt x="121" y="307"/>
                  </a:moveTo>
                  <a:lnTo>
                    <a:pt x="121" y="313"/>
                  </a:lnTo>
                  <a:lnTo>
                    <a:pt x="121" y="313"/>
                  </a:lnTo>
                  <a:lnTo>
                    <a:pt x="117" y="313"/>
                  </a:lnTo>
                  <a:lnTo>
                    <a:pt x="113" y="313"/>
                  </a:lnTo>
                  <a:lnTo>
                    <a:pt x="113" y="313"/>
                  </a:lnTo>
                  <a:lnTo>
                    <a:pt x="110" y="322"/>
                  </a:lnTo>
                  <a:lnTo>
                    <a:pt x="106" y="335"/>
                  </a:lnTo>
                  <a:lnTo>
                    <a:pt x="113" y="338"/>
                  </a:lnTo>
                  <a:lnTo>
                    <a:pt x="113" y="338"/>
                  </a:lnTo>
                  <a:lnTo>
                    <a:pt x="121" y="320"/>
                  </a:lnTo>
                  <a:lnTo>
                    <a:pt x="122" y="311"/>
                  </a:lnTo>
                  <a:lnTo>
                    <a:pt x="122" y="309"/>
                  </a:lnTo>
                  <a:lnTo>
                    <a:pt x="121" y="307"/>
                  </a:lnTo>
                  <a:lnTo>
                    <a:pt x="121" y="30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E4180C7-B4F0-48CD-A0E5-382D63D9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392" y="4814128"/>
              <a:ext cx="32626" cy="43008"/>
            </a:xfrm>
            <a:custGeom>
              <a:avLst/>
              <a:gdLst>
                <a:gd name="T0" fmla="*/ 20 w 22"/>
                <a:gd name="T1" fmla="*/ 18 h 29"/>
                <a:gd name="T2" fmla="*/ 20 w 22"/>
                <a:gd name="T3" fmla="*/ 18 h 29"/>
                <a:gd name="T4" fmla="*/ 22 w 22"/>
                <a:gd name="T5" fmla="*/ 7 h 29"/>
                <a:gd name="T6" fmla="*/ 22 w 22"/>
                <a:gd name="T7" fmla="*/ 7 h 29"/>
                <a:gd name="T8" fmla="*/ 20 w 22"/>
                <a:gd name="T9" fmla="*/ 5 h 29"/>
                <a:gd name="T10" fmla="*/ 18 w 22"/>
                <a:gd name="T11" fmla="*/ 1 h 29"/>
                <a:gd name="T12" fmla="*/ 14 w 22"/>
                <a:gd name="T13" fmla="*/ 0 h 29"/>
                <a:gd name="T14" fmla="*/ 14 w 22"/>
                <a:gd name="T15" fmla="*/ 0 h 29"/>
                <a:gd name="T16" fmla="*/ 11 w 22"/>
                <a:gd name="T17" fmla="*/ 1 h 29"/>
                <a:gd name="T18" fmla="*/ 9 w 22"/>
                <a:gd name="T19" fmla="*/ 1 h 29"/>
                <a:gd name="T20" fmla="*/ 5 w 22"/>
                <a:gd name="T21" fmla="*/ 1 h 29"/>
                <a:gd name="T22" fmla="*/ 5 w 22"/>
                <a:gd name="T23" fmla="*/ 1 h 29"/>
                <a:gd name="T24" fmla="*/ 3 w 22"/>
                <a:gd name="T25" fmla="*/ 1 h 29"/>
                <a:gd name="T26" fmla="*/ 3 w 22"/>
                <a:gd name="T27" fmla="*/ 1 h 29"/>
                <a:gd name="T28" fmla="*/ 1 w 22"/>
                <a:gd name="T29" fmla="*/ 9 h 29"/>
                <a:gd name="T30" fmla="*/ 1 w 22"/>
                <a:gd name="T31" fmla="*/ 9 h 29"/>
                <a:gd name="T32" fmla="*/ 0 w 22"/>
                <a:gd name="T33" fmla="*/ 14 h 29"/>
                <a:gd name="T34" fmla="*/ 1 w 22"/>
                <a:gd name="T35" fmla="*/ 20 h 29"/>
                <a:gd name="T36" fmla="*/ 1 w 22"/>
                <a:gd name="T37" fmla="*/ 20 h 29"/>
                <a:gd name="T38" fmla="*/ 5 w 22"/>
                <a:gd name="T39" fmla="*/ 23 h 29"/>
                <a:gd name="T40" fmla="*/ 9 w 22"/>
                <a:gd name="T41" fmla="*/ 25 h 29"/>
                <a:gd name="T42" fmla="*/ 9 w 22"/>
                <a:gd name="T43" fmla="*/ 25 h 29"/>
                <a:gd name="T44" fmla="*/ 16 w 22"/>
                <a:gd name="T45" fmla="*/ 27 h 29"/>
                <a:gd name="T46" fmla="*/ 20 w 22"/>
                <a:gd name="T47" fmla="*/ 29 h 29"/>
                <a:gd name="T48" fmla="*/ 20 w 22"/>
                <a:gd name="T4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29">
                  <a:moveTo>
                    <a:pt x="20" y="18"/>
                  </a:moveTo>
                  <a:lnTo>
                    <a:pt x="20" y="1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8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6" y="27"/>
                  </a:lnTo>
                  <a:lnTo>
                    <a:pt x="20" y="29"/>
                  </a:lnTo>
                  <a:lnTo>
                    <a:pt x="2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C3626A66-4399-4071-B62B-7217800E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906" y="3870937"/>
              <a:ext cx="97878" cy="142368"/>
            </a:xfrm>
            <a:custGeom>
              <a:avLst/>
              <a:gdLst>
                <a:gd name="T0" fmla="*/ 19 w 66"/>
                <a:gd name="T1" fmla="*/ 5 h 96"/>
                <a:gd name="T2" fmla="*/ 19 w 66"/>
                <a:gd name="T3" fmla="*/ 5 h 96"/>
                <a:gd name="T4" fmla="*/ 11 w 66"/>
                <a:gd name="T5" fmla="*/ 16 h 96"/>
                <a:gd name="T6" fmla="*/ 11 w 66"/>
                <a:gd name="T7" fmla="*/ 16 h 96"/>
                <a:gd name="T8" fmla="*/ 11 w 66"/>
                <a:gd name="T9" fmla="*/ 25 h 96"/>
                <a:gd name="T10" fmla="*/ 11 w 66"/>
                <a:gd name="T11" fmla="*/ 25 h 96"/>
                <a:gd name="T12" fmla="*/ 10 w 66"/>
                <a:gd name="T13" fmla="*/ 29 h 96"/>
                <a:gd name="T14" fmla="*/ 8 w 66"/>
                <a:gd name="T15" fmla="*/ 31 h 96"/>
                <a:gd name="T16" fmla="*/ 2 w 66"/>
                <a:gd name="T17" fmla="*/ 34 h 96"/>
                <a:gd name="T18" fmla="*/ 2 w 66"/>
                <a:gd name="T19" fmla="*/ 34 h 96"/>
                <a:gd name="T20" fmla="*/ 0 w 66"/>
                <a:gd name="T21" fmla="*/ 36 h 96"/>
                <a:gd name="T22" fmla="*/ 2 w 66"/>
                <a:gd name="T23" fmla="*/ 38 h 96"/>
                <a:gd name="T24" fmla="*/ 4 w 66"/>
                <a:gd name="T25" fmla="*/ 42 h 96"/>
                <a:gd name="T26" fmla="*/ 4 w 66"/>
                <a:gd name="T27" fmla="*/ 45 h 96"/>
                <a:gd name="T28" fmla="*/ 4 w 66"/>
                <a:gd name="T29" fmla="*/ 45 h 96"/>
                <a:gd name="T30" fmla="*/ 2 w 66"/>
                <a:gd name="T31" fmla="*/ 58 h 96"/>
                <a:gd name="T32" fmla="*/ 2 w 66"/>
                <a:gd name="T33" fmla="*/ 58 h 96"/>
                <a:gd name="T34" fmla="*/ 8 w 66"/>
                <a:gd name="T35" fmla="*/ 62 h 96"/>
                <a:gd name="T36" fmla="*/ 8 w 66"/>
                <a:gd name="T37" fmla="*/ 62 h 96"/>
                <a:gd name="T38" fmla="*/ 8 w 66"/>
                <a:gd name="T39" fmla="*/ 64 h 96"/>
                <a:gd name="T40" fmla="*/ 8 w 66"/>
                <a:gd name="T41" fmla="*/ 67 h 96"/>
                <a:gd name="T42" fmla="*/ 8 w 66"/>
                <a:gd name="T43" fmla="*/ 71 h 96"/>
                <a:gd name="T44" fmla="*/ 10 w 66"/>
                <a:gd name="T45" fmla="*/ 85 h 96"/>
                <a:gd name="T46" fmla="*/ 11 w 66"/>
                <a:gd name="T47" fmla="*/ 95 h 96"/>
                <a:gd name="T48" fmla="*/ 19 w 66"/>
                <a:gd name="T49" fmla="*/ 93 h 96"/>
                <a:gd name="T50" fmla="*/ 30 w 66"/>
                <a:gd name="T51" fmla="*/ 96 h 96"/>
                <a:gd name="T52" fmla="*/ 33 w 66"/>
                <a:gd name="T53" fmla="*/ 89 h 96"/>
                <a:gd name="T54" fmla="*/ 28 w 66"/>
                <a:gd name="T55" fmla="*/ 85 h 96"/>
                <a:gd name="T56" fmla="*/ 30 w 66"/>
                <a:gd name="T57" fmla="*/ 76 h 96"/>
                <a:gd name="T58" fmla="*/ 41 w 66"/>
                <a:gd name="T59" fmla="*/ 80 h 96"/>
                <a:gd name="T60" fmla="*/ 46 w 66"/>
                <a:gd name="T61" fmla="*/ 78 h 96"/>
                <a:gd name="T62" fmla="*/ 48 w 66"/>
                <a:gd name="T63" fmla="*/ 82 h 96"/>
                <a:gd name="T64" fmla="*/ 55 w 66"/>
                <a:gd name="T65" fmla="*/ 82 h 96"/>
                <a:gd name="T66" fmla="*/ 55 w 66"/>
                <a:gd name="T67" fmla="*/ 82 h 96"/>
                <a:gd name="T68" fmla="*/ 62 w 66"/>
                <a:gd name="T69" fmla="*/ 69 h 96"/>
                <a:gd name="T70" fmla="*/ 62 w 66"/>
                <a:gd name="T71" fmla="*/ 69 h 96"/>
                <a:gd name="T72" fmla="*/ 64 w 66"/>
                <a:gd name="T73" fmla="*/ 62 h 96"/>
                <a:gd name="T74" fmla="*/ 66 w 66"/>
                <a:gd name="T75" fmla="*/ 56 h 96"/>
                <a:gd name="T76" fmla="*/ 66 w 66"/>
                <a:gd name="T77" fmla="*/ 56 h 96"/>
                <a:gd name="T78" fmla="*/ 61 w 66"/>
                <a:gd name="T79" fmla="*/ 53 h 96"/>
                <a:gd name="T80" fmla="*/ 57 w 66"/>
                <a:gd name="T81" fmla="*/ 47 h 96"/>
                <a:gd name="T82" fmla="*/ 57 w 66"/>
                <a:gd name="T83" fmla="*/ 44 h 96"/>
                <a:gd name="T84" fmla="*/ 57 w 66"/>
                <a:gd name="T85" fmla="*/ 44 h 96"/>
                <a:gd name="T86" fmla="*/ 55 w 66"/>
                <a:gd name="T87" fmla="*/ 24 h 96"/>
                <a:gd name="T88" fmla="*/ 62 w 66"/>
                <a:gd name="T89" fmla="*/ 11 h 96"/>
                <a:gd name="T90" fmla="*/ 62 w 66"/>
                <a:gd name="T91" fmla="*/ 11 h 96"/>
                <a:gd name="T92" fmla="*/ 62 w 66"/>
                <a:gd name="T93" fmla="*/ 4 h 96"/>
                <a:gd name="T94" fmla="*/ 62 w 66"/>
                <a:gd name="T95" fmla="*/ 4 h 96"/>
                <a:gd name="T96" fmla="*/ 42 w 66"/>
                <a:gd name="T97" fmla="*/ 2 h 96"/>
                <a:gd name="T98" fmla="*/ 20 w 66"/>
                <a:gd name="T99" fmla="*/ 0 h 96"/>
                <a:gd name="T100" fmla="*/ 20 w 66"/>
                <a:gd name="T101" fmla="*/ 0 h 96"/>
                <a:gd name="T102" fmla="*/ 20 w 66"/>
                <a:gd name="T103" fmla="*/ 5 h 96"/>
                <a:gd name="T104" fmla="*/ 20 w 66"/>
                <a:gd name="T105" fmla="*/ 7 h 96"/>
                <a:gd name="T106" fmla="*/ 19 w 66"/>
                <a:gd name="T107" fmla="*/ 7 h 96"/>
                <a:gd name="T108" fmla="*/ 19 w 66"/>
                <a:gd name="T109" fmla="*/ 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" h="96">
                  <a:moveTo>
                    <a:pt x="19" y="5"/>
                  </a:moveTo>
                  <a:lnTo>
                    <a:pt x="19" y="5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8" y="67"/>
                  </a:lnTo>
                  <a:lnTo>
                    <a:pt x="8" y="71"/>
                  </a:lnTo>
                  <a:lnTo>
                    <a:pt x="10" y="85"/>
                  </a:lnTo>
                  <a:lnTo>
                    <a:pt x="11" y="95"/>
                  </a:lnTo>
                  <a:lnTo>
                    <a:pt x="19" y="93"/>
                  </a:lnTo>
                  <a:lnTo>
                    <a:pt x="30" y="96"/>
                  </a:lnTo>
                  <a:lnTo>
                    <a:pt x="33" y="89"/>
                  </a:lnTo>
                  <a:lnTo>
                    <a:pt x="28" y="85"/>
                  </a:lnTo>
                  <a:lnTo>
                    <a:pt x="30" y="76"/>
                  </a:lnTo>
                  <a:lnTo>
                    <a:pt x="41" y="80"/>
                  </a:lnTo>
                  <a:lnTo>
                    <a:pt x="46" y="78"/>
                  </a:lnTo>
                  <a:lnTo>
                    <a:pt x="48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4" y="62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1" y="53"/>
                  </a:lnTo>
                  <a:lnTo>
                    <a:pt x="57" y="47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2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4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852E33F-85EE-4312-8836-3BAEDDFF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839" y="3360783"/>
              <a:ext cx="410793" cy="579855"/>
            </a:xfrm>
            <a:custGeom>
              <a:avLst/>
              <a:gdLst>
                <a:gd name="T0" fmla="*/ 249 w 277"/>
                <a:gd name="T1" fmla="*/ 72 h 391"/>
                <a:gd name="T2" fmla="*/ 249 w 277"/>
                <a:gd name="T3" fmla="*/ 29 h 391"/>
                <a:gd name="T4" fmla="*/ 244 w 277"/>
                <a:gd name="T5" fmla="*/ 18 h 391"/>
                <a:gd name="T6" fmla="*/ 226 w 277"/>
                <a:gd name="T7" fmla="*/ 0 h 391"/>
                <a:gd name="T8" fmla="*/ 198 w 277"/>
                <a:gd name="T9" fmla="*/ 27 h 391"/>
                <a:gd name="T10" fmla="*/ 171 w 277"/>
                <a:gd name="T11" fmla="*/ 23 h 391"/>
                <a:gd name="T12" fmla="*/ 42 w 277"/>
                <a:gd name="T13" fmla="*/ 151 h 391"/>
                <a:gd name="T14" fmla="*/ 31 w 277"/>
                <a:gd name="T15" fmla="*/ 151 h 391"/>
                <a:gd name="T16" fmla="*/ 20 w 277"/>
                <a:gd name="T17" fmla="*/ 156 h 391"/>
                <a:gd name="T18" fmla="*/ 20 w 277"/>
                <a:gd name="T19" fmla="*/ 167 h 391"/>
                <a:gd name="T20" fmla="*/ 14 w 277"/>
                <a:gd name="T21" fmla="*/ 176 h 391"/>
                <a:gd name="T22" fmla="*/ 7 w 277"/>
                <a:gd name="T23" fmla="*/ 191 h 391"/>
                <a:gd name="T24" fmla="*/ 2 w 277"/>
                <a:gd name="T25" fmla="*/ 202 h 391"/>
                <a:gd name="T26" fmla="*/ 2 w 277"/>
                <a:gd name="T27" fmla="*/ 211 h 391"/>
                <a:gd name="T28" fmla="*/ 14 w 277"/>
                <a:gd name="T29" fmla="*/ 215 h 391"/>
                <a:gd name="T30" fmla="*/ 11 w 277"/>
                <a:gd name="T31" fmla="*/ 224 h 391"/>
                <a:gd name="T32" fmla="*/ 11 w 277"/>
                <a:gd name="T33" fmla="*/ 235 h 391"/>
                <a:gd name="T34" fmla="*/ 16 w 277"/>
                <a:gd name="T35" fmla="*/ 245 h 391"/>
                <a:gd name="T36" fmla="*/ 25 w 277"/>
                <a:gd name="T37" fmla="*/ 269 h 391"/>
                <a:gd name="T38" fmla="*/ 31 w 277"/>
                <a:gd name="T39" fmla="*/ 280 h 391"/>
                <a:gd name="T40" fmla="*/ 38 w 277"/>
                <a:gd name="T41" fmla="*/ 302 h 391"/>
                <a:gd name="T42" fmla="*/ 43 w 277"/>
                <a:gd name="T43" fmla="*/ 307 h 391"/>
                <a:gd name="T44" fmla="*/ 60 w 277"/>
                <a:gd name="T45" fmla="*/ 317 h 391"/>
                <a:gd name="T46" fmla="*/ 67 w 277"/>
                <a:gd name="T47" fmla="*/ 326 h 391"/>
                <a:gd name="T48" fmla="*/ 84 w 277"/>
                <a:gd name="T49" fmla="*/ 338 h 391"/>
                <a:gd name="T50" fmla="*/ 85 w 277"/>
                <a:gd name="T51" fmla="*/ 349 h 391"/>
                <a:gd name="T52" fmla="*/ 94 w 277"/>
                <a:gd name="T53" fmla="*/ 364 h 391"/>
                <a:gd name="T54" fmla="*/ 102 w 277"/>
                <a:gd name="T55" fmla="*/ 373 h 391"/>
                <a:gd name="T56" fmla="*/ 107 w 277"/>
                <a:gd name="T57" fmla="*/ 368 h 391"/>
                <a:gd name="T58" fmla="*/ 120 w 277"/>
                <a:gd name="T59" fmla="*/ 369 h 391"/>
                <a:gd name="T60" fmla="*/ 131 w 277"/>
                <a:gd name="T61" fmla="*/ 377 h 391"/>
                <a:gd name="T62" fmla="*/ 145 w 277"/>
                <a:gd name="T63" fmla="*/ 388 h 391"/>
                <a:gd name="T64" fmla="*/ 158 w 277"/>
                <a:gd name="T65" fmla="*/ 391 h 391"/>
                <a:gd name="T66" fmla="*/ 175 w 277"/>
                <a:gd name="T67" fmla="*/ 386 h 391"/>
                <a:gd name="T68" fmla="*/ 189 w 277"/>
                <a:gd name="T69" fmla="*/ 388 h 391"/>
                <a:gd name="T70" fmla="*/ 213 w 277"/>
                <a:gd name="T71" fmla="*/ 377 h 391"/>
                <a:gd name="T72" fmla="*/ 227 w 277"/>
                <a:gd name="T73" fmla="*/ 373 h 391"/>
                <a:gd name="T74" fmla="*/ 220 w 277"/>
                <a:gd name="T75" fmla="*/ 368 h 391"/>
                <a:gd name="T76" fmla="*/ 207 w 277"/>
                <a:gd name="T77" fmla="*/ 353 h 391"/>
                <a:gd name="T78" fmla="*/ 200 w 277"/>
                <a:gd name="T79" fmla="*/ 337 h 391"/>
                <a:gd name="T80" fmla="*/ 189 w 277"/>
                <a:gd name="T81" fmla="*/ 324 h 391"/>
                <a:gd name="T82" fmla="*/ 175 w 277"/>
                <a:gd name="T83" fmla="*/ 318 h 391"/>
                <a:gd name="T84" fmla="*/ 182 w 277"/>
                <a:gd name="T85" fmla="*/ 309 h 391"/>
                <a:gd name="T86" fmla="*/ 193 w 277"/>
                <a:gd name="T87" fmla="*/ 296 h 391"/>
                <a:gd name="T88" fmla="*/ 195 w 277"/>
                <a:gd name="T89" fmla="*/ 275 h 391"/>
                <a:gd name="T90" fmla="*/ 200 w 277"/>
                <a:gd name="T91" fmla="*/ 249 h 391"/>
                <a:gd name="T92" fmla="*/ 215 w 277"/>
                <a:gd name="T93" fmla="*/ 238 h 391"/>
                <a:gd name="T94" fmla="*/ 224 w 277"/>
                <a:gd name="T95" fmla="*/ 213 h 391"/>
                <a:gd name="T96" fmla="*/ 233 w 277"/>
                <a:gd name="T97" fmla="*/ 198 h 391"/>
                <a:gd name="T98" fmla="*/ 240 w 277"/>
                <a:gd name="T99" fmla="*/ 167 h 391"/>
                <a:gd name="T100" fmla="*/ 244 w 277"/>
                <a:gd name="T101" fmla="*/ 147 h 391"/>
                <a:gd name="T102" fmla="*/ 246 w 277"/>
                <a:gd name="T103" fmla="*/ 127 h 391"/>
                <a:gd name="T104" fmla="*/ 248 w 277"/>
                <a:gd name="T105" fmla="*/ 120 h 391"/>
                <a:gd name="T106" fmla="*/ 257 w 277"/>
                <a:gd name="T107" fmla="*/ 10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7" h="391">
                  <a:moveTo>
                    <a:pt x="275" y="98"/>
                  </a:moveTo>
                  <a:lnTo>
                    <a:pt x="271" y="98"/>
                  </a:lnTo>
                  <a:lnTo>
                    <a:pt x="271" y="98"/>
                  </a:lnTo>
                  <a:lnTo>
                    <a:pt x="260" y="85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8" y="61"/>
                  </a:lnTo>
                  <a:lnTo>
                    <a:pt x="249" y="51"/>
                  </a:lnTo>
                  <a:lnTo>
                    <a:pt x="249" y="40"/>
                  </a:lnTo>
                  <a:lnTo>
                    <a:pt x="249" y="29"/>
                  </a:lnTo>
                  <a:lnTo>
                    <a:pt x="244" y="27"/>
                  </a:lnTo>
                  <a:lnTo>
                    <a:pt x="244" y="27"/>
                  </a:lnTo>
                  <a:lnTo>
                    <a:pt x="244" y="23"/>
                  </a:lnTo>
                  <a:lnTo>
                    <a:pt x="244" y="20"/>
                  </a:lnTo>
                  <a:lnTo>
                    <a:pt x="244" y="18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35" y="9"/>
                  </a:lnTo>
                  <a:lnTo>
                    <a:pt x="227" y="1"/>
                  </a:lnTo>
                  <a:lnTo>
                    <a:pt x="226" y="0"/>
                  </a:lnTo>
                  <a:lnTo>
                    <a:pt x="217" y="3"/>
                  </a:lnTo>
                  <a:lnTo>
                    <a:pt x="211" y="5"/>
                  </a:lnTo>
                  <a:lnTo>
                    <a:pt x="207" y="16"/>
                  </a:lnTo>
                  <a:lnTo>
                    <a:pt x="200" y="16"/>
                  </a:lnTo>
                  <a:lnTo>
                    <a:pt x="198" y="27"/>
                  </a:lnTo>
                  <a:lnTo>
                    <a:pt x="193" y="29"/>
                  </a:lnTo>
                  <a:lnTo>
                    <a:pt x="191" y="25"/>
                  </a:lnTo>
                  <a:lnTo>
                    <a:pt x="176" y="25"/>
                  </a:lnTo>
                  <a:lnTo>
                    <a:pt x="175" y="21"/>
                  </a:lnTo>
                  <a:lnTo>
                    <a:pt x="171" y="23"/>
                  </a:lnTo>
                  <a:lnTo>
                    <a:pt x="58" y="23"/>
                  </a:lnTo>
                  <a:lnTo>
                    <a:pt x="58" y="61"/>
                  </a:lnTo>
                  <a:lnTo>
                    <a:pt x="42" y="61"/>
                  </a:lnTo>
                  <a:lnTo>
                    <a:pt x="42" y="76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27" y="149"/>
                  </a:lnTo>
                  <a:lnTo>
                    <a:pt x="25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0" y="162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4" y="173"/>
                  </a:lnTo>
                  <a:lnTo>
                    <a:pt x="14" y="176"/>
                  </a:lnTo>
                  <a:lnTo>
                    <a:pt x="14" y="176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1" y="189"/>
                  </a:lnTo>
                  <a:lnTo>
                    <a:pt x="11" y="189"/>
                  </a:lnTo>
                  <a:lnTo>
                    <a:pt x="7" y="191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2" y="211"/>
                  </a:lnTo>
                  <a:lnTo>
                    <a:pt x="7" y="209"/>
                  </a:lnTo>
                  <a:lnTo>
                    <a:pt x="7" y="209"/>
                  </a:lnTo>
                  <a:lnTo>
                    <a:pt x="11" y="211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14" y="216"/>
                  </a:lnTo>
                  <a:lnTo>
                    <a:pt x="12" y="218"/>
                  </a:lnTo>
                  <a:lnTo>
                    <a:pt x="11" y="220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27"/>
                  </a:lnTo>
                  <a:lnTo>
                    <a:pt x="11" y="227"/>
                  </a:lnTo>
                  <a:lnTo>
                    <a:pt x="12" y="229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8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4" y="244"/>
                  </a:lnTo>
                  <a:lnTo>
                    <a:pt x="16" y="245"/>
                  </a:lnTo>
                  <a:lnTo>
                    <a:pt x="14" y="249"/>
                  </a:lnTo>
                  <a:lnTo>
                    <a:pt x="25" y="258"/>
                  </a:lnTo>
                  <a:lnTo>
                    <a:pt x="25" y="258"/>
                  </a:lnTo>
                  <a:lnTo>
                    <a:pt x="25" y="262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23" y="273"/>
                  </a:lnTo>
                  <a:lnTo>
                    <a:pt x="27" y="276"/>
                  </a:lnTo>
                  <a:lnTo>
                    <a:pt x="27" y="276"/>
                  </a:lnTo>
                  <a:lnTo>
                    <a:pt x="31" y="280"/>
                  </a:lnTo>
                  <a:lnTo>
                    <a:pt x="31" y="287"/>
                  </a:lnTo>
                  <a:lnTo>
                    <a:pt x="31" y="287"/>
                  </a:lnTo>
                  <a:lnTo>
                    <a:pt x="31" y="291"/>
                  </a:lnTo>
                  <a:lnTo>
                    <a:pt x="32" y="295"/>
                  </a:lnTo>
                  <a:lnTo>
                    <a:pt x="38" y="302"/>
                  </a:lnTo>
                  <a:lnTo>
                    <a:pt x="38" y="302"/>
                  </a:lnTo>
                  <a:lnTo>
                    <a:pt x="40" y="306"/>
                  </a:lnTo>
                  <a:lnTo>
                    <a:pt x="42" y="307"/>
                  </a:lnTo>
                  <a:lnTo>
                    <a:pt x="43" y="307"/>
                  </a:lnTo>
                  <a:lnTo>
                    <a:pt x="43" y="307"/>
                  </a:lnTo>
                  <a:lnTo>
                    <a:pt x="49" y="309"/>
                  </a:lnTo>
                  <a:lnTo>
                    <a:pt x="53" y="311"/>
                  </a:lnTo>
                  <a:lnTo>
                    <a:pt x="53" y="311"/>
                  </a:lnTo>
                  <a:lnTo>
                    <a:pt x="54" y="315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3" y="317"/>
                  </a:lnTo>
                  <a:lnTo>
                    <a:pt x="65" y="318"/>
                  </a:lnTo>
                  <a:lnTo>
                    <a:pt x="65" y="318"/>
                  </a:lnTo>
                  <a:lnTo>
                    <a:pt x="67" y="326"/>
                  </a:lnTo>
                  <a:lnTo>
                    <a:pt x="69" y="327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80" y="333"/>
                  </a:lnTo>
                  <a:lnTo>
                    <a:pt x="84" y="338"/>
                  </a:lnTo>
                  <a:lnTo>
                    <a:pt x="84" y="338"/>
                  </a:lnTo>
                  <a:lnTo>
                    <a:pt x="84" y="346"/>
                  </a:lnTo>
                  <a:lnTo>
                    <a:pt x="84" y="348"/>
                  </a:lnTo>
                  <a:lnTo>
                    <a:pt x="85" y="349"/>
                  </a:lnTo>
                  <a:lnTo>
                    <a:pt x="85" y="349"/>
                  </a:lnTo>
                  <a:lnTo>
                    <a:pt x="87" y="351"/>
                  </a:lnTo>
                  <a:lnTo>
                    <a:pt x="89" y="353"/>
                  </a:lnTo>
                  <a:lnTo>
                    <a:pt x="89" y="357"/>
                  </a:lnTo>
                  <a:lnTo>
                    <a:pt x="94" y="364"/>
                  </a:lnTo>
                  <a:lnTo>
                    <a:pt x="94" y="364"/>
                  </a:lnTo>
                  <a:lnTo>
                    <a:pt x="94" y="368"/>
                  </a:lnTo>
                  <a:lnTo>
                    <a:pt x="98" y="371"/>
                  </a:lnTo>
                  <a:lnTo>
                    <a:pt x="98" y="371"/>
                  </a:lnTo>
                  <a:lnTo>
                    <a:pt x="100" y="373"/>
                  </a:lnTo>
                  <a:lnTo>
                    <a:pt x="102" y="373"/>
                  </a:lnTo>
                  <a:lnTo>
                    <a:pt x="104" y="371"/>
                  </a:lnTo>
                  <a:lnTo>
                    <a:pt x="104" y="368"/>
                  </a:lnTo>
                  <a:lnTo>
                    <a:pt x="104" y="368"/>
                  </a:lnTo>
                  <a:lnTo>
                    <a:pt x="105" y="366"/>
                  </a:lnTo>
                  <a:lnTo>
                    <a:pt x="107" y="368"/>
                  </a:lnTo>
                  <a:lnTo>
                    <a:pt x="114" y="371"/>
                  </a:lnTo>
                  <a:lnTo>
                    <a:pt x="114" y="371"/>
                  </a:lnTo>
                  <a:lnTo>
                    <a:pt x="118" y="373"/>
                  </a:lnTo>
                  <a:lnTo>
                    <a:pt x="120" y="369"/>
                  </a:lnTo>
                  <a:lnTo>
                    <a:pt x="120" y="369"/>
                  </a:lnTo>
                  <a:lnTo>
                    <a:pt x="122" y="368"/>
                  </a:lnTo>
                  <a:lnTo>
                    <a:pt x="124" y="368"/>
                  </a:lnTo>
                  <a:lnTo>
                    <a:pt x="129" y="371"/>
                  </a:lnTo>
                  <a:lnTo>
                    <a:pt x="129" y="371"/>
                  </a:lnTo>
                  <a:lnTo>
                    <a:pt x="131" y="377"/>
                  </a:lnTo>
                  <a:lnTo>
                    <a:pt x="135" y="382"/>
                  </a:lnTo>
                  <a:lnTo>
                    <a:pt x="135" y="382"/>
                  </a:lnTo>
                  <a:lnTo>
                    <a:pt x="140" y="386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9"/>
                  </a:lnTo>
                  <a:lnTo>
                    <a:pt x="149" y="389"/>
                  </a:lnTo>
                  <a:lnTo>
                    <a:pt x="151" y="388"/>
                  </a:lnTo>
                  <a:lnTo>
                    <a:pt x="158" y="391"/>
                  </a:lnTo>
                  <a:lnTo>
                    <a:pt x="158" y="391"/>
                  </a:lnTo>
                  <a:lnTo>
                    <a:pt x="164" y="389"/>
                  </a:lnTo>
                  <a:lnTo>
                    <a:pt x="167" y="386"/>
                  </a:lnTo>
                  <a:lnTo>
                    <a:pt x="171" y="386"/>
                  </a:lnTo>
                  <a:lnTo>
                    <a:pt x="171" y="386"/>
                  </a:lnTo>
                  <a:lnTo>
                    <a:pt x="175" y="386"/>
                  </a:lnTo>
                  <a:lnTo>
                    <a:pt x="176" y="384"/>
                  </a:lnTo>
                  <a:lnTo>
                    <a:pt x="176" y="384"/>
                  </a:lnTo>
                  <a:lnTo>
                    <a:pt x="180" y="384"/>
                  </a:lnTo>
                  <a:lnTo>
                    <a:pt x="184" y="384"/>
                  </a:lnTo>
                  <a:lnTo>
                    <a:pt x="189" y="388"/>
                  </a:lnTo>
                  <a:lnTo>
                    <a:pt x="195" y="382"/>
                  </a:lnTo>
                  <a:lnTo>
                    <a:pt x="202" y="380"/>
                  </a:lnTo>
                  <a:lnTo>
                    <a:pt x="207" y="377"/>
                  </a:lnTo>
                  <a:lnTo>
                    <a:pt x="207" y="377"/>
                  </a:lnTo>
                  <a:lnTo>
                    <a:pt x="213" y="377"/>
                  </a:lnTo>
                  <a:lnTo>
                    <a:pt x="220" y="375"/>
                  </a:lnTo>
                  <a:lnTo>
                    <a:pt x="229" y="382"/>
                  </a:lnTo>
                  <a:lnTo>
                    <a:pt x="229" y="377"/>
                  </a:lnTo>
                  <a:lnTo>
                    <a:pt x="229" y="377"/>
                  </a:lnTo>
                  <a:lnTo>
                    <a:pt x="227" y="373"/>
                  </a:lnTo>
                  <a:lnTo>
                    <a:pt x="227" y="369"/>
                  </a:lnTo>
                  <a:lnTo>
                    <a:pt x="226" y="368"/>
                  </a:lnTo>
                  <a:lnTo>
                    <a:pt x="226" y="368"/>
                  </a:lnTo>
                  <a:lnTo>
                    <a:pt x="220" y="368"/>
                  </a:lnTo>
                  <a:lnTo>
                    <a:pt x="220" y="368"/>
                  </a:lnTo>
                  <a:lnTo>
                    <a:pt x="215" y="368"/>
                  </a:lnTo>
                  <a:lnTo>
                    <a:pt x="213" y="364"/>
                  </a:lnTo>
                  <a:lnTo>
                    <a:pt x="211" y="362"/>
                  </a:lnTo>
                  <a:lnTo>
                    <a:pt x="211" y="362"/>
                  </a:lnTo>
                  <a:lnTo>
                    <a:pt x="207" y="353"/>
                  </a:lnTo>
                  <a:lnTo>
                    <a:pt x="206" y="349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204" y="340"/>
                  </a:lnTo>
                  <a:lnTo>
                    <a:pt x="200" y="337"/>
                  </a:lnTo>
                  <a:lnTo>
                    <a:pt x="200" y="337"/>
                  </a:lnTo>
                  <a:lnTo>
                    <a:pt x="196" y="333"/>
                  </a:lnTo>
                  <a:lnTo>
                    <a:pt x="193" y="327"/>
                  </a:lnTo>
                  <a:lnTo>
                    <a:pt x="193" y="327"/>
                  </a:lnTo>
                  <a:lnTo>
                    <a:pt x="189" y="324"/>
                  </a:lnTo>
                  <a:lnTo>
                    <a:pt x="186" y="322"/>
                  </a:lnTo>
                  <a:lnTo>
                    <a:pt x="186" y="322"/>
                  </a:lnTo>
                  <a:lnTo>
                    <a:pt x="178" y="322"/>
                  </a:lnTo>
                  <a:lnTo>
                    <a:pt x="175" y="320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76" y="309"/>
                  </a:lnTo>
                  <a:lnTo>
                    <a:pt x="176" y="309"/>
                  </a:lnTo>
                  <a:lnTo>
                    <a:pt x="182" y="309"/>
                  </a:lnTo>
                  <a:lnTo>
                    <a:pt x="182" y="309"/>
                  </a:lnTo>
                  <a:lnTo>
                    <a:pt x="187" y="307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193" y="296"/>
                  </a:lnTo>
                  <a:lnTo>
                    <a:pt x="193" y="287"/>
                  </a:lnTo>
                  <a:lnTo>
                    <a:pt x="193" y="278"/>
                  </a:lnTo>
                  <a:lnTo>
                    <a:pt x="193" y="278"/>
                  </a:lnTo>
                  <a:lnTo>
                    <a:pt x="195" y="275"/>
                  </a:lnTo>
                  <a:lnTo>
                    <a:pt x="196" y="269"/>
                  </a:lnTo>
                  <a:lnTo>
                    <a:pt x="198" y="264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11" y="242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8" y="227"/>
                  </a:lnTo>
                  <a:lnTo>
                    <a:pt x="218" y="227"/>
                  </a:lnTo>
                  <a:lnTo>
                    <a:pt x="222" y="222"/>
                  </a:lnTo>
                  <a:lnTo>
                    <a:pt x="224" y="213"/>
                  </a:lnTo>
                  <a:lnTo>
                    <a:pt x="224" y="213"/>
                  </a:lnTo>
                  <a:lnTo>
                    <a:pt x="226" y="209"/>
                  </a:lnTo>
                  <a:lnTo>
                    <a:pt x="227" y="205"/>
                  </a:lnTo>
                  <a:lnTo>
                    <a:pt x="233" y="198"/>
                  </a:lnTo>
                  <a:lnTo>
                    <a:pt x="233" y="198"/>
                  </a:lnTo>
                  <a:lnTo>
                    <a:pt x="237" y="191"/>
                  </a:lnTo>
                  <a:lnTo>
                    <a:pt x="240" y="185"/>
                  </a:lnTo>
                  <a:lnTo>
                    <a:pt x="240" y="185"/>
                  </a:lnTo>
                  <a:lnTo>
                    <a:pt x="240" y="178"/>
                  </a:lnTo>
                  <a:lnTo>
                    <a:pt x="240" y="167"/>
                  </a:lnTo>
                  <a:lnTo>
                    <a:pt x="240" y="167"/>
                  </a:lnTo>
                  <a:lnTo>
                    <a:pt x="240" y="162"/>
                  </a:lnTo>
                  <a:lnTo>
                    <a:pt x="240" y="154"/>
                  </a:lnTo>
                  <a:lnTo>
                    <a:pt x="240" y="154"/>
                  </a:lnTo>
                  <a:lnTo>
                    <a:pt x="244" y="147"/>
                  </a:lnTo>
                  <a:lnTo>
                    <a:pt x="246" y="143"/>
                  </a:lnTo>
                  <a:lnTo>
                    <a:pt x="246" y="140"/>
                  </a:lnTo>
                  <a:lnTo>
                    <a:pt x="246" y="140"/>
                  </a:lnTo>
                  <a:lnTo>
                    <a:pt x="246" y="134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2"/>
                  </a:lnTo>
                  <a:lnTo>
                    <a:pt x="246" y="120"/>
                  </a:lnTo>
                  <a:lnTo>
                    <a:pt x="248" y="120"/>
                  </a:lnTo>
                  <a:lnTo>
                    <a:pt x="248" y="120"/>
                  </a:lnTo>
                  <a:lnTo>
                    <a:pt x="249" y="120"/>
                  </a:lnTo>
                  <a:lnTo>
                    <a:pt x="251" y="118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7" y="109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7" y="100"/>
                  </a:lnTo>
                  <a:lnTo>
                    <a:pt x="275" y="9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60B204DD-D865-465F-95E4-9AF1BFE0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306" y="3776024"/>
              <a:ext cx="54872" cy="111226"/>
            </a:xfrm>
            <a:custGeom>
              <a:avLst/>
              <a:gdLst>
                <a:gd name="T0" fmla="*/ 8 w 37"/>
                <a:gd name="T1" fmla="*/ 0 h 75"/>
                <a:gd name="T2" fmla="*/ 8 w 37"/>
                <a:gd name="T3" fmla="*/ 0 h 75"/>
                <a:gd name="T4" fmla="*/ 6 w 37"/>
                <a:gd name="T5" fmla="*/ 4 h 75"/>
                <a:gd name="T6" fmla="*/ 6 w 37"/>
                <a:gd name="T7" fmla="*/ 4 h 75"/>
                <a:gd name="T8" fmla="*/ 4 w 37"/>
                <a:gd name="T9" fmla="*/ 6 h 75"/>
                <a:gd name="T10" fmla="*/ 4 w 37"/>
                <a:gd name="T11" fmla="*/ 6 h 75"/>
                <a:gd name="T12" fmla="*/ 4 w 37"/>
                <a:gd name="T13" fmla="*/ 7 h 75"/>
                <a:gd name="T14" fmla="*/ 4 w 37"/>
                <a:gd name="T15" fmla="*/ 11 h 75"/>
                <a:gd name="T16" fmla="*/ 4 w 37"/>
                <a:gd name="T17" fmla="*/ 11 h 75"/>
                <a:gd name="T18" fmla="*/ 6 w 37"/>
                <a:gd name="T19" fmla="*/ 11 h 75"/>
                <a:gd name="T20" fmla="*/ 8 w 37"/>
                <a:gd name="T21" fmla="*/ 15 h 75"/>
                <a:gd name="T22" fmla="*/ 8 w 37"/>
                <a:gd name="T23" fmla="*/ 15 h 75"/>
                <a:gd name="T24" fmla="*/ 0 w 37"/>
                <a:gd name="T25" fmla="*/ 35 h 75"/>
                <a:gd name="T26" fmla="*/ 0 w 37"/>
                <a:gd name="T27" fmla="*/ 35 h 75"/>
                <a:gd name="T28" fmla="*/ 2 w 37"/>
                <a:gd name="T29" fmla="*/ 44 h 75"/>
                <a:gd name="T30" fmla="*/ 4 w 37"/>
                <a:gd name="T31" fmla="*/ 55 h 75"/>
                <a:gd name="T32" fmla="*/ 4 w 37"/>
                <a:gd name="T33" fmla="*/ 55 h 75"/>
                <a:gd name="T34" fmla="*/ 6 w 37"/>
                <a:gd name="T35" fmla="*/ 66 h 75"/>
                <a:gd name="T36" fmla="*/ 10 w 37"/>
                <a:gd name="T37" fmla="*/ 73 h 75"/>
                <a:gd name="T38" fmla="*/ 11 w 37"/>
                <a:gd name="T39" fmla="*/ 75 h 75"/>
                <a:gd name="T40" fmla="*/ 13 w 37"/>
                <a:gd name="T41" fmla="*/ 75 h 75"/>
                <a:gd name="T42" fmla="*/ 24 w 37"/>
                <a:gd name="T43" fmla="*/ 71 h 75"/>
                <a:gd name="T44" fmla="*/ 24 w 37"/>
                <a:gd name="T45" fmla="*/ 71 h 75"/>
                <a:gd name="T46" fmla="*/ 30 w 37"/>
                <a:gd name="T47" fmla="*/ 69 h 75"/>
                <a:gd name="T48" fmla="*/ 31 w 37"/>
                <a:gd name="T49" fmla="*/ 69 h 75"/>
                <a:gd name="T50" fmla="*/ 33 w 37"/>
                <a:gd name="T51" fmla="*/ 68 h 75"/>
                <a:gd name="T52" fmla="*/ 33 w 37"/>
                <a:gd name="T53" fmla="*/ 68 h 75"/>
                <a:gd name="T54" fmla="*/ 37 w 37"/>
                <a:gd name="T55" fmla="*/ 60 h 75"/>
                <a:gd name="T56" fmla="*/ 37 w 37"/>
                <a:gd name="T57" fmla="*/ 53 h 75"/>
                <a:gd name="T58" fmla="*/ 37 w 37"/>
                <a:gd name="T59" fmla="*/ 46 h 75"/>
                <a:gd name="T60" fmla="*/ 33 w 37"/>
                <a:gd name="T61" fmla="*/ 40 h 75"/>
                <a:gd name="T62" fmla="*/ 33 w 37"/>
                <a:gd name="T63" fmla="*/ 40 h 75"/>
                <a:gd name="T64" fmla="*/ 26 w 37"/>
                <a:gd name="T65" fmla="*/ 27 h 75"/>
                <a:gd name="T66" fmla="*/ 19 w 37"/>
                <a:gd name="T67" fmla="*/ 15 h 75"/>
                <a:gd name="T68" fmla="*/ 8 w 37"/>
                <a:gd name="T69" fmla="*/ 0 h 75"/>
                <a:gd name="T70" fmla="*/ 8 w 37"/>
                <a:gd name="T7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" h="75">
                  <a:moveTo>
                    <a:pt x="8" y="0"/>
                  </a:moveTo>
                  <a:lnTo>
                    <a:pt x="8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4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6" y="66"/>
                  </a:lnTo>
                  <a:lnTo>
                    <a:pt x="10" y="73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30" y="69"/>
                  </a:lnTo>
                  <a:lnTo>
                    <a:pt x="31" y="69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7" y="60"/>
                  </a:lnTo>
                  <a:lnTo>
                    <a:pt x="37" y="53"/>
                  </a:lnTo>
                  <a:lnTo>
                    <a:pt x="37" y="46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27"/>
                  </a:lnTo>
                  <a:lnTo>
                    <a:pt x="19" y="1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3205884-A2BF-4A1B-8E24-B39CC068E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5690" y="2714193"/>
              <a:ext cx="516086" cy="522018"/>
            </a:xfrm>
            <a:custGeom>
              <a:avLst/>
              <a:gdLst>
                <a:gd name="T0" fmla="*/ 317 w 348"/>
                <a:gd name="T1" fmla="*/ 95 h 352"/>
                <a:gd name="T2" fmla="*/ 321 w 348"/>
                <a:gd name="T3" fmla="*/ 100 h 352"/>
                <a:gd name="T4" fmla="*/ 321 w 348"/>
                <a:gd name="T5" fmla="*/ 88 h 352"/>
                <a:gd name="T6" fmla="*/ 344 w 348"/>
                <a:gd name="T7" fmla="*/ 91 h 352"/>
                <a:gd name="T8" fmla="*/ 341 w 348"/>
                <a:gd name="T9" fmla="*/ 86 h 352"/>
                <a:gd name="T10" fmla="*/ 284 w 348"/>
                <a:gd name="T11" fmla="*/ 102 h 352"/>
                <a:gd name="T12" fmla="*/ 290 w 348"/>
                <a:gd name="T13" fmla="*/ 102 h 352"/>
                <a:gd name="T14" fmla="*/ 47 w 348"/>
                <a:gd name="T15" fmla="*/ 335 h 352"/>
                <a:gd name="T16" fmla="*/ 49 w 348"/>
                <a:gd name="T17" fmla="*/ 339 h 352"/>
                <a:gd name="T18" fmla="*/ 47 w 348"/>
                <a:gd name="T19" fmla="*/ 335 h 352"/>
                <a:gd name="T20" fmla="*/ 0 w 348"/>
                <a:gd name="T21" fmla="*/ 344 h 352"/>
                <a:gd name="T22" fmla="*/ 9 w 348"/>
                <a:gd name="T23" fmla="*/ 339 h 352"/>
                <a:gd name="T24" fmla="*/ 6 w 348"/>
                <a:gd name="T25" fmla="*/ 337 h 352"/>
                <a:gd name="T26" fmla="*/ 18 w 348"/>
                <a:gd name="T27" fmla="*/ 348 h 352"/>
                <a:gd name="T28" fmla="*/ 24 w 348"/>
                <a:gd name="T29" fmla="*/ 344 h 352"/>
                <a:gd name="T30" fmla="*/ 244 w 348"/>
                <a:gd name="T31" fmla="*/ 9 h 352"/>
                <a:gd name="T32" fmla="*/ 190 w 348"/>
                <a:gd name="T33" fmla="*/ 6 h 352"/>
                <a:gd name="T34" fmla="*/ 155 w 348"/>
                <a:gd name="T35" fmla="*/ 6 h 352"/>
                <a:gd name="T36" fmla="*/ 144 w 348"/>
                <a:gd name="T37" fmla="*/ 2 h 352"/>
                <a:gd name="T38" fmla="*/ 133 w 348"/>
                <a:gd name="T39" fmla="*/ 11 h 352"/>
                <a:gd name="T40" fmla="*/ 120 w 348"/>
                <a:gd name="T41" fmla="*/ 13 h 352"/>
                <a:gd name="T42" fmla="*/ 124 w 348"/>
                <a:gd name="T43" fmla="*/ 42 h 352"/>
                <a:gd name="T44" fmla="*/ 137 w 348"/>
                <a:gd name="T45" fmla="*/ 38 h 352"/>
                <a:gd name="T46" fmla="*/ 140 w 348"/>
                <a:gd name="T47" fmla="*/ 42 h 352"/>
                <a:gd name="T48" fmla="*/ 155 w 348"/>
                <a:gd name="T49" fmla="*/ 42 h 352"/>
                <a:gd name="T50" fmla="*/ 157 w 348"/>
                <a:gd name="T51" fmla="*/ 44 h 352"/>
                <a:gd name="T52" fmla="*/ 155 w 348"/>
                <a:gd name="T53" fmla="*/ 55 h 352"/>
                <a:gd name="T54" fmla="*/ 153 w 348"/>
                <a:gd name="T55" fmla="*/ 62 h 352"/>
                <a:gd name="T56" fmla="*/ 155 w 348"/>
                <a:gd name="T57" fmla="*/ 78 h 352"/>
                <a:gd name="T58" fmla="*/ 153 w 348"/>
                <a:gd name="T59" fmla="*/ 93 h 352"/>
                <a:gd name="T60" fmla="*/ 148 w 348"/>
                <a:gd name="T61" fmla="*/ 102 h 352"/>
                <a:gd name="T62" fmla="*/ 153 w 348"/>
                <a:gd name="T63" fmla="*/ 115 h 352"/>
                <a:gd name="T64" fmla="*/ 148 w 348"/>
                <a:gd name="T65" fmla="*/ 126 h 352"/>
                <a:gd name="T66" fmla="*/ 153 w 348"/>
                <a:gd name="T67" fmla="*/ 131 h 352"/>
                <a:gd name="T68" fmla="*/ 153 w 348"/>
                <a:gd name="T69" fmla="*/ 139 h 352"/>
                <a:gd name="T70" fmla="*/ 155 w 348"/>
                <a:gd name="T71" fmla="*/ 144 h 352"/>
                <a:gd name="T72" fmla="*/ 193 w 348"/>
                <a:gd name="T73" fmla="*/ 162 h 352"/>
                <a:gd name="T74" fmla="*/ 210 w 348"/>
                <a:gd name="T75" fmla="*/ 159 h 352"/>
                <a:gd name="T76" fmla="*/ 226 w 348"/>
                <a:gd name="T77" fmla="*/ 155 h 352"/>
                <a:gd name="T78" fmla="*/ 233 w 348"/>
                <a:gd name="T79" fmla="*/ 142 h 352"/>
                <a:gd name="T80" fmla="*/ 246 w 348"/>
                <a:gd name="T81" fmla="*/ 137 h 352"/>
                <a:gd name="T82" fmla="*/ 253 w 348"/>
                <a:gd name="T83" fmla="*/ 128 h 352"/>
                <a:gd name="T84" fmla="*/ 266 w 348"/>
                <a:gd name="T85" fmla="*/ 109 h 352"/>
                <a:gd name="T86" fmla="*/ 266 w 348"/>
                <a:gd name="T87" fmla="*/ 100 h 352"/>
                <a:gd name="T88" fmla="*/ 266 w 348"/>
                <a:gd name="T89" fmla="*/ 88 h 352"/>
                <a:gd name="T90" fmla="*/ 286 w 348"/>
                <a:gd name="T91" fmla="*/ 62 h 352"/>
                <a:gd name="T92" fmla="*/ 313 w 348"/>
                <a:gd name="T93" fmla="*/ 48 h 352"/>
                <a:gd name="T94" fmla="*/ 317 w 348"/>
                <a:gd name="T95" fmla="*/ 27 h 352"/>
                <a:gd name="T96" fmla="*/ 310 w 348"/>
                <a:gd name="T97" fmla="*/ 31 h 352"/>
                <a:gd name="T98" fmla="*/ 297 w 348"/>
                <a:gd name="T99" fmla="*/ 33 h 352"/>
                <a:gd name="T100" fmla="*/ 281 w 348"/>
                <a:gd name="T101" fmla="*/ 27 h 352"/>
                <a:gd name="T102" fmla="*/ 270 w 348"/>
                <a:gd name="T103" fmla="*/ 27 h 352"/>
                <a:gd name="T104" fmla="*/ 266 w 348"/>
                <a:gd name="T105" fmla="*/ 24 h 352"/>
                <a:gd name="T106" fmla="*/ 255 w 348"/>
                <a:gd name="T107" fmla="*/ 20 h 352"/>
                <a:gd name="T108" fmla="*/ 250 w 348"/>
                <a:gd name="T109" fmla="*/ 17 h 352"/>
                <a:gd name="T110" fmla="*/ 244 w 348"/>
                <a:gd name="T111" fmla="*/ 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8" h="352">
                  <a:moveTo>
                    <a:pt x="315" y="86"/>
                  </a:moveTo>
                  <a:lnTo>
                    <a:pt x="315" y="86"/>
                  </a:lnTo>
                  <a:lnTo>
                    <a:pt x="317" y="95"/>
                  </a:lnTo>
                  <a:lnTo>
                    <a:pt x="317" y="95"/>
                  </a:lnTo>
                  <a:lnTo>
                    <a:pt x="315" y="97"/>
                  </a:lnTo>
                  <a:lnTo>
                    <a:pt x="317" y="99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95"/>
                  </a:lnTo>
                  <a:lnTo>
                    <a:pt x="324" y="91"/>
                  </a:lnTo>
                  <a:lnTo>
                    <a:pt x="324" y="91"/>
                  </a:lnTo>
                  <a:lnTo>
                    <a:pt x="321" y="88"/>
                  </a:lnTo>
                  <a:lnTo>
                    <a:pt x="315" y="86"/>
                  </a:lnTo>
                  <a:lnTo>
                    <a:pt x="315" y="86"/>
                  </a:lnTo>
                  <a:close/>
                  <a:moveTo>
                    <a:pt x="341" y="86"/>
                  </a:moveTo>
                  <a:lnTo>
                    <a:pt x="344" y="91"/>
                  </a:lnTo>
                  <a:lnTo>
                    <a:pt x="344" y="91"/>
                  </a:lnTo>
                  <a:lnTo>
                    <a:pt x="348" y="91"/>
                  </a:lnTo>
                  <a:lnTo>
                    <a:pt x="348" y="89"/>
                  </a:lnTo>
                  <a:lnTo>
                    <a:pt x="341" y="86"/>
                  </a:lnTo>
                  <a:lnTo>
                    <a:pt x="341" y="86"/>
                  </a:lnTo>
                  <a:close/>
                  <a:moveTo>
                    <a:pt x="286" y="100"/>
                  </a:moveTo>
                  <a:lnTo>
                    <a:pt x="286" y="100"/>
                  </a:lnTo>
                  <a:lnTo>
                    <a:pt x="284" y="102"/>
                  </a:lnTo>
                  <a:lnTo>
                    <a:pt x="286" y="102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90" y="102"/>
                  </a:lnTo>
                  <a:lnTo>
                    <a:pt x="290" y="100"/>
                  </a:lnTo>
                  <a:lnTo>
                    <a:pt x="286" y="100"/>
                  </a:lnTo>
                  <a:lnTo>
                    <a:pt x="286" y="100"/>
                  </a:lnTo>
                  <a:close/>
                  <a:moveTo>
                    <a:pt x="47" y="335"/>
                  </a:moveTo>
                  <a:lnTo>
                    <a:pt x="47" y="335"/>
                  </a:lnTo>
                  <a:lnTo>
                    <a:pt x="42" y="344"/>
                  </a:lnTo>
                  <a:lnTo>
                    <a:pt x="49" y="339"/>
                  </a:lnTo>
                  <a:lnTo>
                    <a:pt x="49" y="339"/>
                  </a:lnTo>
                  <a:lnTo>
                    <a:pt x="49" y="335"/>
                  </a:lnTo>
                  <a:lnTo>
                    <a:pt x="47" y="334"/>
                  </a:lnTo>
                  <a:lnTo>
                    <a:pt x="47" y="335"/>
                  </a:lnTo>
                  <a:lnTo>
                    <a:pt x="47" y="335"/>
                  </a:lnTo>
                  <a:close/>
                  <a:moveTo>
                    <a:pt x="6" y="337"/>
                  </a:moveTo>
                  <a:lnTo>
                    <a:pt x="6" y="337"/>
                  </a:lnTo>
                  <a:lnTo>
                    <a:pt x="0" y="343"/>
                  </a:lnTo>
                  <a:lnTo>
                    <a:pt x="0" y="344"/>
                  </a:lnTo>
                  <a:lnTo>
                    <a:pt x="6" y="344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9" y="339"/>
                  </a:lnTo>
                  <a:lnTo>
                    <a:pt x="9" y="337"/>
                  </a:lnTo>
                  <a:lnTo>
                    <a:pt x="7" y="337"/>
                  </a:lnTo>
                  <a:lnTo>
                    <a:pt x="6" y="337"/>
                  </a:lnTo>
                  <a:lnTo>
                    <a:pt x="6" y="337"/>
                  </a:lnTo>
                  <a:close/>
                  <a:moveTo>
                    <a:pt x="20" y="344"/>
                  </a:moveTo>
                  <a:lnTo>
                    <a:pt x="20" y="344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22" y="352"/>
                  </a:lnTo>
                  <a:lnTo>
                    <a:pt x="22" y="352"/>
                  </a:lnTo>
                  <a:lnTo>
                    <a:pt x="24" y="348"/>
                  </a:lnTo>
                  <a:lnTo>
                    <a:pt x="24" y="344"/>
                  </a:lnTo>
                  <a:lnTo>
                    <a:pt x="20" y="344"/>
                  </a:lnTo>
                  <a:lnTo>
                    <a:pt x="20" y="344"/>
                  </a:lnTo>
                  <a:close/>
                  <a:moveTo>
                    <a:pt x="244" y="9"/>
                  </a:moveTo>
                  <a:lnTo>
                    <a:pt x="244" y="9"/>
                  </a:lnTo>
                  <a:lnTo>
                    <a:pt x="231" y="9"/>
                  </a:lnTo>
                  <a:lnTo>
                    <a:pt x="217" y="9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73" y="6"/>
                  </a:lnTo>
                  <a:lnTo>
                    <a:pt x="164" y="6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3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3" y="11"/>
                  </a:lnTo>
                  <a:lnTo>
                    <a:pt x="129" y="9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0" y="13"/>
                  </a:lnTo>
                  <a:lnTo>
                    <a:pt x="117" y="17"/>
                  </a:lnTo>
                  <a:lnTo>
                    <a:pt x="117" y="17"/>
                  </a:lnTo>
                  <a:lnTo>
                    <a:pt x="124" y="31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9" y="38"/>
                  </a:lnTo>
                  <a:lnTo>
                    <a:pt x="133" y="38"/>
                  </a:lnTo>
                  <a:lnTo>
                    <a:pt x="137" y="38"/>
                  </a:lnTo>
                  <a:lnTo>
                    <a:pt x="137" y="38"/>
                  </a:lnTo>
                  <a:lnTo>
                    <a:pt x="137" y="42"/>
                  </a:lnTo>
                  <a:lnTo>
                    <a:pt x="135" y="42"/>
                  </a:lnTo>
                  <a:lnTo>
                    <a:pt x="140" y="42"/>
                  </a:lnTo>
                  <a:lnTo>
                    <a:pt x="140" y="42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5" y="42"/>
                  </a:lnTo>
                  <a:lnTo>
                    <a:pt x="155" y="42"/>
                  </a:lnTo>
                  <a:lnTo>
                    <a:pt x="155" y="44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60" y="46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5" y="55"/>
                  </a:lnTo>
                  <a:lnTo>
                    <a:pt x="153" y="57"/>
                  </a:lnTo>
                  <a:lnTo>
                    <a:pt x="151" y="58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7" y="71"/>
                  </a:lnTo>
                  <a:lnTo>
                    <a:pt x="157" y="75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1" y="82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48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1" y="111"/>
                  </a:lnTo>
                  <a:lnTo>
                    <a:pt x="153" y="115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48" y="124"/>
                  </a:lnTo>
                  <a:lnTo>
                    <a:pt x="148" y="126"/>
                  </a:lnTo>
                  <a:lnTo>
                    <a:pt x="149" y="129"/>
                  </a:lnTo>
                  <a:lnTo>
                    <a:pt x="149" y="129"/>
                  </a:lnTo>
                  <a:lnTo>
                    <a:pt x="151" y="131"/>
                  </a:lnTo>
                  <a:lnTo>
                    <a:pt x="153" y="131"/>
                  </a:lnTo>
                  <a:lnTo>
                    <a:pt x="155" y="131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3" y="139"/>
                  </a:lnTo>
                  <a:lnTo>
                    <a:pt x="153" y="142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71" y="166"/>
                  </a:lnTo>
                  <a:lnTo>
                    <a:pt x="171" y="166"/>
                  </a:lnTo>
                  <a:lnTo>
                    <a:pt x="182" y="164"/>
                  </a:lnTo>
                  <a:lnTo>
                    <a:pt x="193" y="162"/>
                  </a:lnTo>
                  <a:lnTo>
                    <a:pt x="195" y="157"/>
                  </a:lnTo>
                  <a:lnTo>
                    <a:pt x="195" y="157"/>
                  </a:lnTo>
                  <a:lnTo>
                    <a:pt x="202" y="157"/>
                  </a:lnTo>
                  <a:lnTo>
                    <a:pt x="210" y="159"/>
                  </a:lnTo>
                  <a:lnTo>
                    <a:pt x="217" y="159"/>
                  </a:lnTo>
                  <a:lnTo>
                    <a:pt x="222" y="159"/>
                  </a:lnTo>
                  <a:lnTo>
                    <a:pt x="226" y="157"/>
                  </a:lnTo>
                  <a:lnTo>
                    <a:pt x="226" y="155"/>
                  </a:lnTo>
                  <a:lnTo>
                    <a:pt x="226" y="155"/>
                  </a:lnTo>
                  <a:lnTo>
                    <a:pt x="230" y="151"/>
                  </a:lnTo>
                  <a:lnTo>
                    <a:pt x="231" y="148"/>
                  </a:lnTo>
                  <a:lnTo>
                    <a:pt x="233" y="142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41" y="137"/>
                  </a:lnTo>
                  <a:lnTo>
                    <a:pt x="246" y="137"/>
                  </a:lnTo>
                  <a:lnTo>
                    <a:pt x="250" y="135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3" y="128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9" y="117"/>
                  </a:lnTo>
                  <a:lnTo>
                    <a:pt x="266" y="109"/>
                  </a:lnTo>
                  <a:lnTo>
                    <a:pt x="268" y="108"/>
                  </a:lnTo>
                  <a:lnTo>
                    <a:pt x="268" y="108"/>
                  </a:lnTo>
                  <a:lnTo>
                    <a:pt x="268" y="104"/>
                  </a:lnTo>
                  <a:lnTo>
                    <a:pt x="266" y="100"/>
                  </a:lnTo>
                  <a:lnTo>
                    <a:pt x="262" y="97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66" y="88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81" y="69"/>
                  </a:lnTo>
                  <a:lnTo>
                    <a:pt x="286" y="62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306" y="51"/>
                  </a:lnTo>
                  <a:lnTo>
                    <a:pt x="313" y="48"/>
                  </a:lnTo>
                  <a:lnTo>
                    <a:pt x="317" y="44"/>
                  </a:lnTo>
                  <a:lnTo>
                    <a:pt x="317" y="44"/>
                  </a:lnTo>
                  <a:lnTo>
                    <a:pt x="317" y="37"/>
                  </a:lnTo>
                  <a:lnTo>
                    <a:pt x="317" y="27"/>
                  </a:lnTo>
                  <a:lnTo>
                    <a:pt x="317" y="27"/>
                  </a:lnTo>
                  <a:lnTo>
                    <a:pt x="313" y="27"/>
                  </a:lnTo>
                  <a:lnTo>
                    <a:pt x="312" y="29"/>
                  </a:lnTo>
                  <a:lnTo>
                    <a:pt x="310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3" y="33"/>
                  </a:lnTo>
                  <a:lnTo>
                    <a:pt x="297" y="33"/>
                  </a:lnTo>
                  <a:lnTo>
                    <a:pt x="293" y="35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77" y="26"/>
                  </a:lnTo>
                  <a:lnTo>
                    <a:pt x="273" y="26"/>
                  </a:lnTo>
                  <a:lnTo>
                    <a:pt x="270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6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9" y="22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20"/>
                  </a:lnTo>
                  <a:lnTo>
                    <a:pt x="250" y="17"/>
                  </a:lnTo>
                  <a:lnTo>
                    <a:pt x="250" y="17"/>
                  </a:lnTo>
                  <a:lnTo>
                    <a:pt x="248" y="15"/>
                  </a:lnTo>
                  <a:lnTo>
                    <a:pt x="246" y="11"/>
                  </a:lnTo>
                  <a:lnTo>
                    <a:pt x="244" y="9"/>
                  </a:lnTo>
                  <a:lnTo>
                    <a:pt x="244" y="9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977B378-C0F8-4125-8C0D-5593872C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7661" y="2901052"/>
              <a:ext cx="78600" cy="170546"/>
            </a:xfrm>
            <a:custGeom>
              <a:avLst/>
              <a:gdLst>
                <a:gd name="T0" fmla="*/ 9 w 53"/>
                <a:gd name="T1" fmla="*/ 11 h 115"/>
                <a:gd name="T2" fmla="*/ 11 w 53"/>
                <a:gd name="T3" fmla="*/ 27 h 115"/>
                <a:gd name="T4" fmla="*/ 7 w 53"/>
                <a:gd name="T5" fmla="*/ 31 h 115"/>
                <a:gd name="T6" fmla="*/ 14 w 53"/>
                <a:gd name="T7" fmla="*/ 38 h 115"/>
                <a:gd name="T8" fmla="*/ 13 w 53"/>
                <a:gd name="T9" fmla="*/ 40 h 115"/>
                <a:gd name="T10" fmla="*/ 11 w 53"/>
                <a:gd name="T11" fmla="*/ 44 h 115"/>
                <a:gd name="T12" fmla="*/ 11 w 53"/>
                <a:gd name="T13" fmla="*/ 51 h 115"/>
                <a:gd name="T14" fmla="*/ 13 w 53"/>
                <a:gd name="T15" fmla="*/ 51 h 115"/>
                <a:gd name="T16" fmla="*/ 14 w 53"/>
                <a:gd name="T17" fmla="*/ 60 h 115"/>
                <a:gd name="T18" fmla="*/ 7 w 53"/>
                <a:gd name="T19" fmla="*/ 62 h 115"/>
                <a:gd name="T20" fmla="*/ 5 w 53"/>
                <a:gd name="T21" fmla="*/ 76 h 115"/>
                <a:gd name="T22" fmla="*/ 4 w 53"/>
                <a:gd name="T23" fmla="*/ 89 h 115"/>
                <a:gd name="T24" fmla="*/ 9 w 53"/>
                <a:gd name="T25" fmla="*/ 89 h 115"/>
                <a:gd name="T26" fmla="*/ 11 w 53"/>
                <a:gd name="T27" fmla="*/ 91 h 115"/>
                <a:gd name="T28" fmla="*/ 24 w 53"/>
                <a:gd name="T29" fmla="*/ 80 h 115"/>
                <a:gd name="T30" fmla="*/ 29 w 53"/>
                <a:gd name="T31" fmla="*/ 76 h 115"/>
                <a:gd name="T32" fmla="*/ 47 w 53"/>
                <a:gd name="T33" fmla="*/ 71 h 115"/>
                <a:gd name="T34" fmla="*/ 51 w 53"/>
                <a:gd name="T35" fmla="*/ 67 h 115"/>
                <a:gd name="T36" fmla="*/ 53 w 53"/>
                <a:gd name="T37" fmla="*/ 49 h 115"/>
                <a:gd name="T38" fmla="*/ 53 w 53"/>
                <a:gd name="T39" fmla="*/ 29 h 115"/>
                <a:gd name="T40" fmla="*/ 45 w 53"/>
                <a:gd name="T41" fmla="*/ 22 h 115"/>
                <a:gd name="T42" fmla="*/ 45 w 53"/>
                <a:gd name="T43" fmla="*/ 18 h 115"/>
                <a:gd name="T44" fmla="*/ 40 w 53"/>
                <a:gd name="T45" fmla="*/ 13 h 115"/>
                <a:gd name="T46" fmla="*/ 40 w 53"/>
                <a:gd name="T47" fmla="*/ 9 h 115"/>
                <a:gd name="T48" fmla="*/ 40 w 53"/>
                <a:gd name="T49" fmla="*/ 3 h 115"/>
                <a:gd name="T50" fmla="*/ 35 w 53"/>
                <a:gd name="T51" fmla="*/ 2 h 115"/>
                <a:gd name="T52" fmla="*/ 29 w 53"/>
                <a:gd name="T53" fmla="*/ 3 h 115"/>
                <a:gd name="T54" fmla="*/ 24 w 53"/>
                <a:gd name="T55" fmla="*/ 2 h 115"/>
                <a:gd name="T56" fmla="*/ 16 w 53"/>
                <a:gd name="T57" fmla="*/ 2 h 115"/>
                <a:gd name="T58" fmla="*/ 9 w 53"/>
                <a:gd name="T59" fmla="*/ 11 h 115"/>
                <a:gd name="T60" fmla="*/ 4 w 53"/>
                <a:gd name="T61" fmla="*/ 107 h 115"/>
                <a:gd name="T62" fmla="*/ 0 w 53"/>
                <a:gd name="T63" fmla="*/ 115 h 115"/>
                <a:gd name="T64" fmla="*/ 4 w 53"/>
                <a:gd name="T65" fmla="*/ 115 h 115"/>
                <a:gd name="T66" fmla="*/ 7 w 53"/>
                <a:gd name="T67" fmla="*/ 106 h 115"/>
                <a:gd name="T68" fmla="*/ 4 w 53"/>
                <a:gd name="T69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115">
                  <a:moveTo>
                    <a:pt x="9" y="11"/>
                  </a:moveTo>
                  <a:lnTo>
                    <a:pt x="9" y="11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3" y="49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76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91"/>
                  </a:lnTo>
                  <a:lnTo>
                    <a:pt x="11" y="91"/>
                  </a:lnTo>
                  <a:lnTo>
                    <a:pt x="20" y="84"/>
                  </a:lnTo>
                  <a:lnTo>
                    <a:pt x="24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40" y="73"/>
                  </a:lnTo>
                  <a:lnTo>
                    <a:pt x="47" y="71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3" y="60"/>
                  </a:lnTo>
                  <a:lnTo>
                    <a:pt x="53" y="4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18"/>
                  </a:lnTo>
                  <a:lnTo>
                    <a:pt x="45" y="13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40" y="9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38" y="3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7" y="11"/>
                  </a:lnTo>
                  <a:lnTo>
                    <a:pt x="9" y="11"/>
                  </a:lnTo>
                  <a:close/>
                  <a:moveTo>
                    <a:pt x="4" y="107"/>
                  </a:moveTo>
                  <a:lnTo>
                    <a:pt x="4" y="107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4" y="107"/>
                  </a:lnTo>
                  <a:lnTo>
                    <a:pt x="4" y="10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8A218EBD-AEC7-4B7A-B70B-FAC665E8C5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1301" y="4708834"/>
              <a:ext cx="384099" cy="385581"/>
            </a:xfrm>
            <a:custGeom>
              <a:avLst/>
              <a:gdLst>
                <a:gd name="T0" fmla="*/ 250 w 259"/>
                <a:gd name="T1" fmla="*/ 122 h 260"/>
                <a:gd name="T2" fmla="*/ 253 w 259"/>
                <a:gd name="T3" fmla="*/ 134 h 260"/>
                <a:gd name="T4" fmla="*/ 228 w 259"/>
                <a:gd name="T5" fmla="*/ 160 h 260"/>
                <a:gd name="T6" fmla="*/ 221 w 259"/>
                <a:gd name="T7" fmla="*/ 182 h 260"/>
                <a:gd name="T8" fmla="*/ 186 w 259"/>
                <a:gd name="T9" fmla="*/ 216 h 260"/>
                <a:gd name="T10" fmla="*/ 155 w 259"/>
                <a:gd name="T11" fmla="*/ 236 h 260"/>
                <a:gd name="T12" fmla="*/ 135 w 259"/>
                <a:gd name="T13" fmla="*/ 242 h 260"/>
                <a:gd name="T14" fmla="*/ 113 w 259"/>
                <a:gd name="T15" fmla="*/ 244 h 260"/>
                <a:gd name="T16" fmla="*/ 86 w 259"/>
                <a:gd name="T17" fmla="*/ 251 h 260"/>
                <a:gd name="T18" fmla="*/ 67 w 259"/>
                <a:gd name="T19" fmla="*/ 249 h 260"/>
                <a:gd name="T20" fmla="*/ 44 w 259"/>
                <a:gd name="T21" fmla="*/ 260 h 260"/>
                <a:gd name="T22" fmla="*/ 27 w 259"/>
                <a:gd name="T23" fmla="*/ 255 h 260"/>
                <a:gd name="T24" fmla="*/ 22 w 259"/>
                <a:gd name="T25" fmla="*/ 238 h 260"/>
                <a:gd name="T26" fmla="*/ 22 w 259"/>
                <a:gd name="T27" fmla="*/ 216 h 260"/>
                <a:gd name="T28" fmla="*/ 24 w 259"/>
                <a:gd name="T29" fmla="*/ 191 h 260"/>
                <a:gd name="T30" fmla="*/ 11 w 259"/>
                <a:gd name="T31" fmla="*/ 171 h 260"/>
                <a:gd name="T32" fmla="*/ 6 w 259"/>
                <a:gd name="T33" fmla="*/ 142 h 260"/>
                <a:gd name="T34" fmla="*/ 11 w 259"/>
                <a:gd name="T35" fmla="*/ 127 h 260"/>
                <a:gd name="T36" fmla="*/ 18 w 259"/>
                <a:gd name="T37" fmla="*/ 127 h 260"/>
                <a:gd name="T38" fmla="*/ 26 w 259"/>
                <a:gd name="T39" fmla="*/ 136 h 260"/>
                <a:gd name="T40" fmla="*/ 35 w 259"/>
                <a:gd name="T41" fmla="*/ 136 h 260"/>
                <a:gd name="T42" fmla="*/ 47 w 259"/>
                <a:gd name="T43" fmla="*/ 127 h 260"/>
                <a:gd name="T44" fmla="*/ 60 w 259"/>
                <a:gd name="T45" fmla="*/ 69 h 260"/>
                <a:gd name="T46" fmla="*/ 66 w 259"/>
                <a:gd name="T47" fmla="*/ 89 h 260"/>
                <a:gd name="T48" fmla="*/ 69 w 259"/>
                <a:gd name="T49" fmla="*/ 98 h 260"/>
                <a:gd name="T50" fmla="*/ 77 w 259"/>
                <a:gd name="T51" fmla="*/ 94 h 260"/>
                <a:gd name="T52" fmla="*/ 100 w 259"/>
                <a:gd name="T53" fmla="*/ 83 h 260"/>
                <a:gd name="T54" fmla="*/ 109 w 259"/>
                <a:gd name="T55" fmla="*/ 69 h 260"/>
                <a:gd name="T56" fmla="*/ 120 w 259"/>
                <a:gd name="T57" fmla="*/ 71 h 260"/>
                <a:gd name="T58" fmla="*/ 129 w 259"/>
                <a:gd name="T59" fmla="*/ 71 h 260"/>
                <a:gd name="T60" fmla="*/ 142 w 259"/>
                <a:gd name="T61" fmla="*/ 72 h 260"/>
                <a:gd name="T62" fmla="*/ 149 w 259"/>
                <a:gd name="T63" fmla="*/ 72 h 260"/>
                <a:gd name="T64" fmla="*/ 159 w 259"/>
                <a:gd name="T65" fmla="*/ 45 h 260"/>
                <a:gd name="T66" fmla="*/ 166 w 259"/>
                <a:gd name="T67" fmla="*/ 29 h 260"/>
                <a:gd name="T68" fmla="*/ 179 w 259"/>
                <a:gd name="T69" fmla="*/ 18 h 260"/>
                <a:gd name="T70" fmla="*/ 193 w 259"/>
                <a:gd name="T71" fmla="*/ 11 h 260"/>
                <a:gd name="T72" fmla="*/ 200 w 259"/>
                <a:gd name="T73" fmla="*/ 7 h 260"/>
                <a:gd name="T74" fmla="*/ 213 w 259"/>
                <a:gd name="T75" fmla="*/ 1 h 260"/>
                <a:gd name="T76" fmla="*/ 228 w 259"/>
                <a:gd name="T77" fmla="*/ 0 h 260"/>
                <a:gd name="T78" fmla="*/ 241 w 259"/>
                <a:gd name="T79" fmla="*/ 3 h 260"/>
                <a:gd name="T80" fmla="*/ 242 w 259"/>
                <a:gd name="T81" fmla="*/ 21 h 260"/>
                <a:gd name="T82" fmla="*/ 242 w 259"/>
                <a:gd name="T83" fmla="*/ 40 h 260"/>
                <a:gd name="T84" fmla="*/ 241 w 259"/>
                <a:gd name="T85" fmla="*/ 63 h 260"/>
                <a:gd name="T86" fmla="*/ 244 w 259"/>
                <a:gd name="T87" fmla="*/ 71 h 260"/>
                <a:gd name="T88" fmla="*/ 233 w 259"/>
                <a:gd name="T89" fmla="*/ 72 h 260"/>
                <a:gd name="T90" fmla="*/ 231 w 259"/>
                <a:gd name="T91" fmla="*/ 91 h 260"/>
                <a:gd name="T92" fmla="*/ 246 w 259"/>
                <a:gd name="T93" fmla="*/ 98 h 260"/>
                <a:gd name="T94" fmla="*/ 182 w 259"/>
                <a:gd name="T95" fmla="*/ 167 h 260"/>
                <a:gd name="T96" fmla="*/ 195 w 259"/>
                <a:gd name="T97" fmla="*/ 160 h 260"/>
                <a:gd name="T98" fmla="*/ 197 w 259"/>
                <a:gd name="T99" fmla="*/ 151 h 260"/>
                <a:gd name="T100" fmla="*/ 184 w 259"/>
                <a:gd name="T101" fmla="*/ 144 h 260"/>
                <a:gd name="T102" fmla="*/ 171 w 259"/>
                <a:gd name="T103" fmla="*/ 151 h 260"/>
                <a:gd name="T104" fmla="*/ 170 w 259"/>
                <a:gd name="T105" fmla="*/ 158 h 260"/>
                <a:gd name="T106" fmla="*/ 177 w 259"/>
                <a:gd name="T107" fmla="*/ 16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260">
                  <a:moveTo>
                    <a:pt x="259" y="89"/>
                  </a:moveTo>
                  <a:lnTo>
                    <a:pt x="259" y="89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0" y="122"/>
                  </a:lnTo>
                  <a:lnTo>
                    <a:pt x="250" y="122"/>
                  </a:lnTo>
                  <a:lnTo>
                    <a:pt x="250" y="125"/>
                  </a:lnTo>
                  <a:lnTo>
                    <a:pt x="250" y="129"/>
                  </a:lnTo>
                  <a:lnTo>
                    <a:pt x="253" y="134"/>
                  </a:lnTo>
                  <a:lnTo>
                    <a:pt x="253" y="134"/>
                  </a:lnTo>
                  <a:lnTo>
                    <a:pt x="244" y="140"/>
                  </a:lnTo>
                  <a:lnTo>
                    <a:pt x="235" y="147"/>
                  </a:lnTo>
                  <a:lnTo>
                    <a:pt x="235" y="147"/>
                  </a:lnTo>
                  <a:lnTo>
                    <a:pt x="231" y="153"/>
                  </a:lnTo>
                  <a:lnTo>
                    <a:pt x="228" y="160"/>
                  </a:lnTo>
                  <a:lnTo>
                    <a:pt x="222" y="174"/>
                  </a:lnTo>
                  <a:lnTo>
                    <a:pt x="221" y="174"/>
                  </a:lnTo>
                  <a:lnTo>
                    <a:pt x="221" y="174"/>
                  </a:lnTo>
                  <a:lnTo>
                    <a:pt x="221" y="178"/>
                  </a:lnTo>
                  <a:lnTo>
                    <a:pt x="221" y="182"/>
                  </a:lnTo>
                  <a:lnTo>
                    <a:pt x="221" y="182"/>
                  </a:lnTo>
                  <a:lnTo>
                    <a:pt x="213" y="185"/>
                  </a:lnTo>
                  <a:lnTo>
                    <a:pt x="208" y="191"/>
                  </a:lnTo>
                  <a:lnTo>
                    <a:pt x="208" y="191"/>
                  </a:lnTo>
                  <a:lnTo>
                    <a:pt x="186" y="216"/>
                  </a:lnTo>
                  <a:lnTo>
                    <a:pt x="173" y="229"/>
                  </a:lnTo>
                  <a:lnTo>
                    <a:pt x="168" y="235"/>
                  </a:lnTo>
                  <a:lnTo>
                    <a:pt x="160" y="236"/>
                  </a:lnTo>
                  <a:lnTo>
                    <a:pt x="160" y="236"/>
                  </a:lnTo>
                  <a:lnTo>
                    <a:pt x="155" y="236"/>
                  </a:lnTo>
                  <a:lnTo>
                    <a:pt x="149" y="236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2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1" y="247"/>
                  </a:lnTo>
                  <a:lnTo>
                    <a:pt x="131" y="247"/>
                  </a:lnTo>
                  <a:lnTo>
                    <a:pt x="122" y="247"/>
                  </a:lnTo>
                  <a:lnTo>
                    <a:pt x="113" y="244"/>
                  </a:lnTo>
                  <a:lnTo>
                    <a:pt x="104" y="244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89" y="249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2" y="251"/>
                  </a:lnTo>
                  <a:lnTo>
                    <a:pt x="78" y="251"/>
                  </a:lnTo>
                  <a:lnTo>
                    <a:pt x="73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58" y="256"/>
                  </a:lnTo>
                  <a:lnTo>
                    <a:pt x="51" y="258"/>
                  </a:lnTo>
                  <a:lnTo>
                    <a:pt x="47" y="260"/>
                  </a:lnTo>
                  <a:lnTo>
                    <a:pt x="44" y="260"/>
                  </a:lnTo>
                  <a:lnTo>
                    <a:pt x="42" y="255"/>
                  </a:lnTo>
                  <a:lnTo>
                    <a:pt x="42" y="255"/>
                  </a:lnTo>
                  <a:lnTo>
                    <a:pt x="35" y="255"/>
                  </a:lnTo>
                  <a:lnTo>
                    <a:pt x="35" y="249"/>
                  </a:lnTo>
                  <a:lnTo>
                    <a:pt x="27" y="255"/>
                  </a:lnTo>
                  <a:lnTo>
                    <a:pt x="27" y="251"/>
                  </a:lnTo>
                  <a:lnTo>
                    <a:pt x="27" y="251"/>
                  </a:lnTo>
                  <a:lnTo>
                    <a:pt x="26" y="249"/>
                  </a:lnTo>
                  <a:lnTo>
                    <a:pt x="24" y="247"/>
                  </a:lnTo>
                  <a:lnTo>
                    <a:pt x="22" y="238"/>
                  </a:lnTo>
                  <a:lnTo>
                    <a:pt x="22" y="226"/>
                  </a:lnTo>
                  <a:lnTo>
                    <a:pt x="16" y="222"/>
                  </a:lnTo>
                  <a:lnTo>
                    <a:pt x="16" y="222"/>
                  </a:lnTo>
                  <a:lnTo>
                    <a:pt x="18" y="218"/>
                  </a:lnTo>
                  <a:lnTo>
                    <a:pt x="22" y="216"/>
                  </a:lnTo>
                  <a:lnTo>
                    <a:pt x="26" y="213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26" y="200"/>
                  </a:lnTo>
                  <a:lnTo>
                    <a:pt x="24" y="191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16" y="174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64"/>
                  </a:lnTo>
                  <a:lnTo>
                    <a:pt x="9" y="156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6" y="14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6" y="133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3" y="125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5"/>
                  </a:lnTo>
                  <a:lnTo>
                    <a:pt x="18" y="127"/>
                  </a:lnTo>
                  <a:lnTo>
                    <a:pt x="18" y="129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0" y="134"/>
                  </a:lnTo>
                  <a:lnTo>
                    <a:pt x="26" y="136"/>
                  </a:lnTo>
                  <a:lnTo>
                    <a:pt x="26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40" y="133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7" y="127"/>
                  </a:lnTo>
                  <a:lnTo>
                    <a:pt x="51" y="125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4" y="74"/>
                  </a:lnTo>
                  <a:lnTo>
                    <a:pt x="64" y="74"/>
                  </a:lnTo>
                  <a:lnTo>
                    <a:pt x="66" y="83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93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9" y="98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3" y="96"/>
                  </a:lnTo>
                  <a:lnTo>
                    <a:pt x="75" y="96"/>
                  </a:lnTo>
                  <a:lnTo>
                    <a:pt x="77" y="94"/>
                  </a:lnTo>
                  <a:lnTo>
                    <a:pt x="77" y="94"/>
                  </a:lnTo>
                  <a:lnTo>
                    <a:pt x="82" y="94"/>
                  </a:lnTo>
                  <a:lnTo>
                    <a:pt x="86" y="93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100" y="83"/>
                  </a:lnTo>
                  <a:lnTo>
                    <a:pt x="106" y="80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2"/>
                  </a:lnTo>
                  <a:lnTo>
                    <a:pt x="109" y="69"/>
                  </a:lnTo>
                  <a:lnTo>
                    <a:pt x="113" y="67"/>
                  </a:lnTo>
                  <a:lnTo>
                    <a:pt x="113" y="67"/>
                  </a:lnTo>
                  <a:lnTo>
                    <a:pt x="115" y="67"/>
                  </a:lnTo>
                  <a:lnTo>
                    <a:pt x="117" y="67"/>
                  </a:lnTo>
                  <a:lnTo>
                    <a:pt x="120" y="71"/>
                  </a:lnTo>
                  <a:lnTo>
                    <a:pt x="120" y="71"/>
                  </a:lnTo>
                  <a:lnTo>
                    <a:pt x="122" y="71"/>
                  </a:lnTo>
                  <a:lnTo>
                    <a:pt x="124" y="71"/>
                  </a:lnTo>
                  <a:lnTo>
                    <a:pt x="126" y="69"/>
                  </a:lnTo>
                  <a:lnTo>
                    <a:pt x="129" y="71"/>
                  </a:lnTo>
                  <a:lnTo>
                    <a:pt x="129" y="71"/>
                  </a:lnTo>
                  <a:lnTo>
                    <a:pt x="133" y="72"/>
                  </a:lnTo>
                  <a:lnTo>
                    <a:pt x="135" y="72"/>
                  </a:lnTo>
                  <a:lnTo>
                    <a:pt x="139" y="71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46" y="74"/>
                  </a:lnTo>
                  <a:lnTo>
                    <a:pt x="149" y="74"/>
                  </a:lnTo>
                  <a:lnTo>
                    <a:pt x="149" y="72"/>
                  </a:lnTo>
                  <a:lnTo>
                    <a:pt x="149" y="72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7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0" y="43"/>
                  </a:lnTo>
                  <a:lnTo>
                    <a:pt x="162" y="38"/>
                  </a:lnTo>
                  <a:lnTo>
                    <a:pt x="164" y="32"/>
                  </a:lnTo>
                  <a:lnTo>
                    <a:pt x="166" y="29"/>
                  </a:lnTo>
                  <a:lnTo>
                    <a:pt x="166" y="29"/>
                  </a:lnTo>
                  <a:lnTo>
                    <a:pt x="170" y="27"/>
                  </a:lnTo>
                  <a:lnTo>
                    <a:pt x="171" y="23"/>
                  </a:lnTo>
                  <a:lnTo>
                    <a:pt x="175" y="20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3" y="11"/>
                  </a:lnTo>
                  <a:lnTo>
                    <a:pt x="193" y="11"/>
                  </a:lnTo>
                  <a:lnTo>
                    <a:pt x="195" y="11"/>
                  </a:lnTo>
                  <a:lnTo>
                    <a:pt x="197" y="9"/>
                  </a:lnTo>
                  <a:lnTo>
                    <a:pt x="197" y="7"/>
                  </a:lnTo>
                  <a:lnTo>
                    <a:pt x="200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8" y="3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3" y="1"/>
                  </a:lnTo>
                  <a:lnTo>
                    <a:pt x="215" y="1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1"/>
                  </a:lnTo>
                  <a:lnTo>
                    <a:pt x="233" y="3"/>
                  </a:lnTo>
                  <a:lnTo>
                    <a:pt x="233" y="3"/>
                  </a:lnTo>
                  <a:lnTo>
                    <a:pt x="241" y="3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12"/>
                  </a:lnTo>
                  <a:lnTo>
                    <a:pt x="242" y="18"/>
                  </a:lnTo>
                  <a:lnTo>
                    <a:pt x="242" y="21"/>
                  </a:lnTo>
                  <a:lnTo>
                    <a:pt x="242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9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41" y="60"/>
                  </a:lnTo>
                  <a:lnTo>
                    <a:pt x="241" y="63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2" y="69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1" y="72"/>
                  </a:lnTo>
                  <a:lnTo>
                    <a:pt x="239" y="72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3" y="72"/>
                  </a:lnTo>
                  <a:lnTo>
                    <a:pt x="233" y="72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0" y="85"/>
                  </a:lnTo>
                  <a:lnTo>
                    <a:pt x="231" y="91"/>
                  </a:lnTo>
                  <a:lnTo>
                    <a:pt x="231" y="91"/>
                  </a:lnTo>
                  <a:lnTo>
                    <a:pt x="235" y="94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6" y="98"/>
                  </a:lnTo>
                  <a:lnTo>
                    <a:pt x="250" y="100"/>
                  </a:lnTo>
                  <a:lnTo>
                    <a:pt x="248" y="89"/>
                  </a:lnTo>
                  <a:lnTo>
                    <a:pt x="259" y="89"/>
                  </a:lnTo>
                  <a:close/>
                  <a:moveTo>
                    <a:pt x="182" y="167"/>
                  </a:moveTo>
                  <a:lnTo>
                    <a:pt x="182" y="167"/>
                  </a:lnTo>
                  <a:lnTo>
                    <a:pt x="186" y="164"/>
                  </a:lnTo>
                  <a:lnTo>
                    <a:pt x="186" y="164"/>
                  </a:lnTo>
                  <a:lnTo>
                    <a:pt x="191" y="160"/>
                  </a:lnTo>
                  <a:lnTo>
                    <a:pt x="191" y="160"/>
                  </a:lnTo>
                  <a:lnTo>
                    <a:pt x="195" y="160"/>
                  </a:lnTo>
                  <a:lnTo>
                    <a:pt x="197" y="158"/>
                  </a:lnTo>
                  <a:lnTo>
                    <a:pt x="197" y="158"/>
                  </a:lnTo>
                  <a:lnTo>
                    <a:pt x="199" y="154"/>
                  </a:lnTo>
                  <a:lnTo>
                    <a:pt x="197" y="151"/>
                  </a:lnTo>
                  <a:lnTo>
                    <a:pt x="197" y="151"/>
                  </a:lnTo>
                  <a:lnTo>
                    <a:pt x="193" y="147"/>
                  </a:lnTo>
                  <a:lnTo>
                    <a:pt x="191" y="145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4" y="144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5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68" y="154"/>
                  </a:lnTo>
                  <a:lnTo>
                    <a:pt x="168" y="156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70" y="158"/>
                  </a:lnTo>
                  <a:lnTo>
                    <a:pt x="171" y="164"/>
                  </a:lnTo>
                  <a:lnTo>
                    <a:pt x="171" y="164"/>
                  </a:lnTo>
                  <a:lnTo>
                    <a:pt x="173" y="167"/>
                  </a:lnTo>
                  <a:lnTo>
                    <a:pt x="175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80" y="169"/>
                  </a:lnTo>
                  <a:lnTo>
                    <a:pt x="182" y="167"/>
                  </a:lnTo>
                  <a:lnTo>
                    <a:pt x="182" y="16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5DBF30B6-A197-44D4-ACC6-98B910F86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986" y="3692976"/>
              <a:ext cx="232832" cy="382615"/>
            </a:xfrm>
            <a:custGeom>
              <a:avLst/>
              <a:gdLst>
                <a:gd name="T0" fmla="*/ 22 w 157"/>
                <a:gd name="T1" fmla="*/ 29 h 258"/>
                <a:gd name="T2" fmla="*/ 18 w 157"/>
                <a:gd name="T3" fmla="*/ 36 h 258"/>
                <a:gd name="T4" fmla="*/ 25 w 157"/>
                <a:gd name="T5" fmla="*/ 45 h 258"/>
                <a:gd name="T6" fmla="*/ 27 w 157"/>
                <a:gd name="T7" fmla="*/ 52 h 258"/>
                <a:gd name="T8" fmla="*/ 29 w 157"/>
                <a:gd name="T9" fmla="*/ 54 h 258"/>
                <a:gd name="T10" fmla="*/ 40 w 157"/>
                <a:gd name="T11" fmla="*/ 63 h 258"/>
                <a:gd name="T12" fmla="*/ 84 w 157"/>
                <a:gd name="T13" fmla="*/ 83 h 258"/>
                <a:gd name="T14" fmla="*/ 64 w 157"/>
                <a:gd name="T15" fmla="*/ 145 h 258"/>
                <a:gd name="T16" fmla="*/ 36 w 157"/>
                <a:gd name="T17" fmla="*/ 151 h 258"/>
                <a:gd name="T18" fmla="*/ 18 w 157"/>
                <a:gd name="T19" fmla="*/ 154 h 258"/>
                <a:gd name="T20" fmla="*/ 0 w 157"/>
                <a:gd name="T21" fmla="*/ 182 h 258"/>
                <a:gd name="T22" fmla="*/ 9 w 157"/>
                <a:gd name="T23" fmla="*/ 258 h 258"/>
                <a:gd name="T24" fmla="*/ 9 w 157"/>
                <a:gd name="T25" fmla="*/ 255 h 258"/>
                <a:gd name="T26" fmla="*/ 16 w 157"/>
                <a:gd name="T27" fmla="*/ 249 h 258"/>
                <a:gd name="T28" fmla="*/ 29 w 157"/>
                <a:gd name="T29" fmla="*/ 227 h 258"/>
                <a:gd name="T30" fmla="*/ 35 w 157"/>
                <a:gd name="T31" fmla="*/ 226 h 258"/>
                <a:gd name="T32" fmla="*/ 38 w 157"/>
                <a:gd name="T33" fmla="*/ 226 h 258"/>
                <a:gd name="T34" fmla="*/ 45 w 157"/>
                <a:gd name="T35" fmla="*/ 215 h 258"/>
                <a:gd name="T36" fmla="*/ 49 w 157"/>
                <a:gd name="T37" fmla="*/ 213 h 258"/>
                <a:gd name="T38" fmla="*/ 56 w 157"/>
                <a:gd name="T39" fmla="*/ 213 h 258"/>
                <a:gd name="T40" fmla="*/ 66 w 157"/>
                <a:gd name="T41" fmla="*/ 205 h 258"/>
                <a:gd name="T42" fmla="*/ 73 w 157"/>
                <a:gd name="T43" fmla="*/ 196 h 258"/>
                <a:gd name="T44" fmla="*/ 75 w 157"/>
                <a:gd name="T45" fmla="*/ 185 h 258"/>
                <a:gd name="T46" fmla="*/ 78 w 157"/>
                <a:gd name="T47" fmla="*/ 185 h 258"/>
                <a:gd name="T48" fmla="*/ 86 w 157"/>
                <a:gd name="T49" fmla="*/ 184 h 258"/>
                <a:gd name="T50" fmla="*/ 87 w 157"/>
                <a:gd name="T51" fmla="*/ 182 h 258"/>
                <a:gd name="T52" fmla="*/ 87 w 157"/>
                <a:gd name="T53" fmla="*/ 171 h 258"/>
                <a:gd name="T54" fmla="*/ 89 w 157"/>
                <a:gd name="T55" fmla="*/ 169 h 258"/>
                <a:gd name="T56" fmla="*/ 97 w 157"/>
                <a:gd name="T57" fmla="*/ 165 h 258"/>
                <a:gd name="T58" fmla="*/ 100 w 157"/>
                <a:gd name="T59" fmla="*/ 164 h 258"/>
                <a:gd name="T60" fmla="*/ 102 w 157"/>
                <a:gd name="T61" fmla="*/ 158 h 258"/>
                <a:gd name="T62" fmla="*/ 102 w 157"/>
                <a:gd name="T63" fmla="*/ 153 h 258"/>
                <a:gd name="T64" fmla="*/ 109 w 157"/>
                <a:gd name="T65" fmla="*/ 145 h 258"/>
                <a:gd name="T66" fmla="*/ 117 w 157"/>
                <a:gd name="T67" fmla="*/ 118 h 258"/>
                <a:gd name="T68" fmla="*/ 122 w 157"/>
                <a:gd name="T69" fmla="*/ 118 h 258"/>
                <a:gd name="T70" fmla="*/ 126 w 157"/>
                <a:gd name="T71" fmla="*/ 102 h 258"/>
                <a:gd name="T72" fmla="*/ 129 w 157"/>
                <a:gd name="T73" fmla="*/ 85 h 258"/>
                <a:gd name="T74" fmla="*/ 133 w 157"/>
                <a:gd name="T75" fmla="*/ 80 h 258"/>
                <a:gd name="T76" fmla="*/ 144 w 157"/>
                <a:gd name="T77" fmla="*/ 63 h 258"/>
                <a:gd name="T78" fmla="*/ 144 w 157"/>
                <a:gd name="T79" fmla="*/ 60 h 258"/>
                <a:gd name="T80" fmla="*/ 149 w 157"/>
                <a:gd name="T81" fmla="*/ 52 h 258"/>
                <a:gd name="T82" fmla="*/ 149 w 157"/>
                <a:gd name="T83" fmla="*/ 45 h 258"/>
                <a:gd name="T84" fmla="*/ 153 w 157"/>
                <a:gd name="T85" fmla="*/ 32 h 258"/>
                <a:gd name="T86" fmla="*/ 157 w 157"/>
                <a:gd name="T87" fmla="*/ 7 h 258"/>
                <a:gd name="T88" fmla="*/ 149 w 157"/>
                <a:gd name="T89" fmla="*/ 0 h 258"/>
                <a:gd name="T90" fmla="*/ 142 w 157"/>
                <a:gd name="T91" fmla="*/ 5 h 258"/>
                <a:gd name="T92" fmla="*/ 135 w 157"/>
                <a:gd name="T93" fmla="*/ 11 h 258"/>
                <a:gd name="T94" fmla="*/ 115 w 157"/>
                <a:gd name="T95" fmla="*/ 12 h 258"/>
                <a:gd name="T96" fmla="*/ 98 w 157"/>
                <a:gd name="T97" fmla="*/ 14 h 258"/>
                <a:gd name="T98" fmla="*/ 93 w 157"/>
                <a:gd name="T99" fmla="*/ 20 h 258"/>
                <a:gd name="T100" fmla="*/ 86 w 157"/>
                <a:gd name="T101" fmla="*/ 25 h 258"/>
                <a:gd name="T102" fmla="*/ 78 w 157"/>
                <a:gd name="T103" fmla="*/ 25 h 258"/>
                <a:gd name="T104" fmla="*/ 66 w 157"/>
                <a:gd name="T105" fmla="*/ 21 h 258"/>
                <a:gd name="T106" fmla="*/ 58 w 157"/>
                <a:gd name="T107" fmla="*/ 21 h 258"/>
                <a:gd name="T108" fmla="*/ 49 w 157"/>
                <a:gd name="T109" fmla="*/ 27 h 258"/>
                <a:gd name="T110" fmla="*/ 45 w 157"/>
                <a:gd name="T111" fmla="*/ 25 h 258"/>
                <a:gd name="T112" fmla="*/ 36 w 157"/>
                <a:gd name="T113" fmla="*/ 1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258">
                  <a:moveTo>
                    <a:pt x="36" y="14"/>
                  </a:moveTo>
                  <a:lnTo>
                    <a:pt x="22" y="29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35" y="58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84" y="83"/>
                  </a:lnTo>
                  <a:lnTo>
                    <a:pt x="106" y="80"/>
                  </a:lnTo>
                  <a:lnTo>
                    <a:pt x="64" y="145"/>
                  </a:lnTo>
                  <a:lnTo>
                    <a:pt x="44" y="145"/>
                  </a:lnTo>
                  <a:lnTo>
                    <a:pt x="36" y="151"/>
                  </a:lnTo>
                  <a:lnTo>
                    <a:pt x="22" y="153"/>
                  </a:lnTo>
                  <a:lnTo>
                    <a:pt x="18" y="154"/>
                  </a:lnTo>
                  <a:lnTo>
                    <a:pt x="9" y="176"/>
                  </a:lnTo>
                  <a:lnTo>
                    <a:pt x="0" y="182"/>
                  </a:lnTo>
                  <a:lnTo>
                    <a:pt x="2" y="247"/>
                  </a:lnTo>
                  <a:lnTo>
                    <a:pt x="9" y="258"/>
                  </a:lnTo>
                  <a:lnTo>
                    <a:pt x="9" y="258"/>
                  </a:lnTo>
                  <a:lnTo>
                    <a:pt x="9" y="255"/>
                  </a:lnTo>
                  <a:lnTo>
                    <a:pt x="13" y="249"/>
                  </a:lnTo>
                  <a:lnTo>
                    <a:pt x="16" y="249"/>
                  </a:lnTo>
                  <a:lnTo>
                    <a:pt x="16" y="249"/>
                  </a:lnTo>
                  <a:lnTo>
                    <a:pt x="29" y="227"/>
                  </a:lnTo>
                  <a:lnTo>
                    <a:pt x="29" y="227"/>
                  </a:lnTo>
                  <a:lnTo>
                    <a:pt x="35" y="226"/>
                  </a:lnTo>
                  <a:lnTo>
                    <a:pt x="38" y="226"/>
                  </a:lnTo>
                  <a:lnTo>
                    <a:pt x="38" y="226"/>
                  </a:lnTo>
                  <a:lnTo>
                    <a:pt x="44" y="218"/>
                  </a:lnTo>
                  <a:lnTo>
                    <a:pt x="45" y="215"/>
                  </a:lnTo>
                  <a:lnTo>
                    <a:pt x="49" y="213"/>
                  </a:lnTo>
                  <a:lnTo>
                    <a:pt x="49" y="213"/>
                  </a:lnTo>
                  <a:lnTo>
                    <a:pt x="53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66" y="205"/>
                  </a:lnTo>
                  <a:lnTo>
                    <a:pt x="73" y="196"/>
                  </a:lnTo>
                  <a:lnTo>
                    <a:pt x="73" y="196"/>
                  </a:lnTo>
                  <a:lnTo>
                    <a:pt x="75" y="191"/>
                  </a:lnTo>
                  <a:lnTo>
                    <a:pt x="75" y="185"/>
                  </a:lnTo>
                  <a:lnTo>
                    <a:pt x="75" y="185"/>
                  </a:lnTo>
                  <a:lnTo>
                    <a:pt x="78" y="185"/>
                  </a:lnTo>
                  <a:lnTo>
                    <a:pt x="82" y="184"/>
                  </a:lnTo>
                  <a:lnTo>
                    <a:pt x="86" y="184"/>
                  </a:lnTo>
                  <a:lnTo>
                    <a:pt x="87" y="182"/>
                  </a:lnTo>
                  <a:lnTo>
                    <a:pt x="87" y="182"/>
                  </a:lnTo>
                  <a:lnTo>
                    <a:pt x="87" y="176"/>
                  </a:lnTo>
                  <a:lnTo>
                    <a:pt x="87" y="171"/>
                  </a:lnTo>
                  <a:lnTo>
                    <a:pt x="87" y="171"/>
                  </a:lnTo>
                  <a:lnTo>
                    <a:pt x="89" y="169"/>
                  </a:lnTo>
                  <a:lnTo>
                    <a:pt x="93" y="167"/>
                  </a:lnTo>
                  <a:lnTo>
                    <a:pt x="97" y="165"/>
                  </a:lnTo>
                  <a:lnTo>
                    <a:pt x="100" y="164"/>
                  </a:lnTo>
                  <a:lnTo>
                    <a:pt x="100" y="164"/>
                  </a:lnTo>
                  <a:lnTo>
                    <a:pt x="102" y="162"/>
                  </a:lnTo>
                  <a:lnTo>
                    <a:pt x="102" y="158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9" y="145"/>
                  </a:lnTo>
                  <a:lnTo>
                    <a:pt x="109" y="145"/>
                  </a:lnTo>
                  <a:lnTo>
                    <a:pt x="113" y="131"/>
                  </a:lnTo>
                  <a:lnTo>
                    <a:pt x="117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4" y="109"/>
                  </a:lnTo>
                  <a:lnTo>
                    <a:pt x="126" y="102"/>
                  </a:lnTo>
                  <a:lnTo>
                    <a:pt x="127" y="94"/>
                  </a:lnTo>
                  <a:lnTo>
                    <a:pt x="129" y="85"/>
                  </a:lnTo>
                  <a:lnTo>
                    <a:pt x="129" y="85"/>
                  </a:lnTo>
                  <a:lnTo>
                    <a:pt x="133" y="80"/>
                  </a:lnTo>
                  <a:lnTo>
                    <a:pt x="137" y="74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0"/>
                  </a:lnTo>
                  <a:lnTo>
                    <a:pt x="144" y="54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45"/>
                  </a:lnTo>
                  <a:lnTo>
                    <a:pt x="149" y="38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7" y="7"/>
                  </a:lnTo>
                  <a:lnTo>
                    <a:pt x="153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2" y="5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24" y="12"/>
                  </a:lnTo>
                  <a:lnTo>
                    <a:pt x="115" y="12"/>
                  </a:lnTo>
                  <a:lnTo>
                    <a:pt x="106" y="12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3" y="20"/>
                  </a:lnTo>
                  <a:lnTo>
                    <a:pt x="89" y="23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78" y="25"/>
                  </a:lnTo>
                  <a:lnTo>
                    <a:pt x="73" y="23"/>
                  </a:lnTo>
                  <a:lnTo>
                    <a:pt x="66" y="21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55" y="25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5" y="25"/>
                  </a:lnTo>
                  <a:lnTo>
                    <a:pt x="42" y="23"/>
                  </a:lnTo>
                  <a:lnTo>
                    <a:pt x="36" y="14"/>
                  </a:lnTo>
                  <a:lnTo>
                    <a:pt x="36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57045D90-8A37-4E40-A732-F63C21534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7640" y="4262450"/>
              <a:ext cx="131988" cy="118640"/>
            </a:xfrm>
            <a:custGeom>
              <a:avLst/>
              <a:gdLst>
                <a:gd name="T0" fmla="*/ 78 w 89"/>
                <a:gd name="T1" fmla="*/ 73 h 80"/>
                <a:gd name="T2" fmla="*/ 87 w 89"/>
                <a:gd name="T3" fmla="*/ 80 h 80"/>
                <a:gd name="T4" fmla="*/ 89 w 89"/>
                <a:gd name="T5" fmla="*/ 80 h 80"/>
                <a:gd name="T6" fmla="*/ 85 w 89"/>
                <a:gd name="T7" fmla="*/ 73 h 80"/>
                <a:gd name="T8" fmla="*/ 80 w 89"/>
                <a:gd name="T9" fmla="*/ 75 h 80"/>
                <a:gd name="T10" fmla="*/ 78 w 89"/>
                <a:gd name="T11" fmla="*/ 73 h 80"/>
                <a:gd name="T12" fmla="*/ 47 w 89"/>
                <a:gd name="T13" fmla="*/ 55 h 80"/>
                <a:gd name="T14" fmla="*/ 51 w 89"/>
                <a:gd name="T15" fmla="*/ 58 h 80"/>
                <a:gd name="T16" fmla="*/ 55 w 89"/>
                <a:gd name="T17" fmla="*/ 64 h 80"/>
                <a:gd name="T18" fmla="*/ 60 w 89"/>
                <a:gd name="T19" fmla="*/ 64 h 80"/>
                <a:gd name="T20" fmla="*/ 65 w 89"/>
                <a:gd name="T21" fmla="*/ 64 h 80"/>
                <a:gd name="T22" fmla="*/ 65 w 89"/>
                <a:gd name="T23" fmla="*/ 56 h 80"/>
                <a:gd name="T24" fmla="*/ 60 w 89"/>
                <a:gd name="T25" fmla="*/ 55 h 80"/>
                <a:gd name="T26" fmla="*/ 47 w 89"/>
                <a:gd name="T27" fmla="*/ 55 h 80"/>
                <a:gd name="T28" fmla="*/ 65 w 89"/>
                <a:gd name="T29" fmla="*/ 36 h 80"/>
                <a:gd name="T30" fmla="*/ 67 w 89"/>
                <a:gd name="T31" fmla="*/ 44 h 80"/>
                <a:gd name="T32" fmla="*/ 71 w 89"/>
                <a:gd name="T33" fmla="*/ 51 h 80"/>
                <a:gd name="T34" fmla="*/ 78 w 89"/>
                <a:gd name="T35" fmla="*/ 56 h 80"/>
                <a:gd name="T36" fmla="*/ 78 w 89"/>
                <a:gd name="T37" fmla="*/ 49 h 80"/>
                <a:gd name="T38" fmla="*/ 71 w 89"/>
                <a:gd name="T39" fmla="*/ 36 h 80"/>
                <a:gd name="T40" fmla="*/ 14 w 89"/>
                <a:gd name="T41" fmla="*/ 26 h 80"/>
                <a:gd name="T42" fmla="*/ 11 w 89"/>
                <a:gd name="T43" fmla="*/ 33 h 80"/>
                <a:gd name="T44" fmla="*/ 18 w 89"/>
                <a:gd name="T45" fmla="*/ 36 h 80"/>
                <a:gd name="T46" fmla="*/ 18 w 89"/>
                <a:gd name="T47" fmla="*/ 33 h 80"/>
                <a:gd name="T48" fmla="*/ 18 w 89"/>
                <a:gd name="T49" fmla="*/ 26 h 80"/>
                <a:gd name="T50" fmla="*/ 31 w 89"/>
                <a:gd name="T51" fmla="*/ 18 h 80"/>
                <a:gd name="T52" fmla="*/ 44 w 89"/>
                <a:gd name="T53" fmla="*/ 33 h 80"/>
                <a:gd name="T54" fmla="*/ 44 w 89"/>
                <a:gd name="T55" fmla="*/ 20 h 80"/>
                <a:gd name="T56" fmla="*/ 40 w 89"/>
                <a:gd name="T57" fmla="*/ 18 h 80"/>
                <a:gd name="T58" fmla="*/ 34 w 89"/>
                <a:gd name="T59" fmla="*/ 18 h 80"/>
                <a:gd name="T60" fmla="*/ 31 w 89"/>
                <a:gd name="T61" fmla="*/ 18 h 80"/>
                <a:gd name="T62" fmla="*/ 0 w 89"/>
                <a:gd name="T63" fmla="*/ 0 h 80"/>
                <a:gd name="T64" fmla="*/ 0 w 89"/>
                <a:gd name="T65" fmla="*/ 5 h 80"/>
                <a:gd name="T66" fmla="*/ 2 w 89"/>
                <a:gd name="T67" fmla="*/ 11 h 80"/>
                <a:gd name="T68" fmla="*/ 5 w 89"/>
                <a:gd name="T69" fmla="*/ 13 h 80"/>
                <a:gd name="T70" fmla="*/ 14 w 89"/>
                <a:gd name="T71" fmla="*/ 15 h 80"/>
                <a:gd name="T72" fmla="*/ 14 w 89"/>
                <a:gd name="T73" fmla="*/ 13 h 80"/>
                <a:gd name="T74" fmla="*/ 0 w 89"/>
                <a:gd name="T7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0">
                  <a:moveTo>
                    <a:pt x="78" y="73"/>
                  </a:moveTo>
                  <a:lnTo>
                    <a:pt x="78" y="73"/>
                  </a:lnTo>
                  <a:lnTo>
                    <a:pt x="82" y="77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78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0" y="75"/>
                  </a:lnTo>
                  <a:lnTo>
                    <a:pt x="78" y="73"/>
                  </a:lnTo>
                  <a:lnTo>
                    <a:pt x="78" y="73"/>
                  </a:lnTo>
                  <a:close/>
                  <a:moveTo>
                    <a:pt x="47" y="55"/>
                  </a:moveTo>
                  <a:lnTo>
                    <a:pt x="47" y="55"/>
                  </a:lnTo>
                  <a:lnTo>
                    <a:pt x="49" y="56"/>
                  </a:lnTo>
                  <a:lnTo>
                    <a:pt x="51" y="58"/>
                  </a:lnTo>
                  <a:lnTo>
                    <a:pt x="53" y="62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60" y="64"/>
                  </a:lnTo>
                  <a:lnTo>
                    <a:pt x="64" y="64"/>
                  </a:lnTo>
                  <a:lnTo>
                    <a:pt x="65" y="64"/>
                  </a:lnTo>
                  <a:lnTo>
                    <a:pt x="65" y="62"/>
                  </a:lnTo>
                  <a:lnTo>
                    <a:pt x="65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55" y="55"/>
                  </a:lnTo>
                  <a:lnTo>
                    <a:pt x="47" y="55"/>
                  </a:lnTo>
                  <a:lnTo>
                    <a:pt x="47" y="55"/>
                  </a:lnTo>
                  <a:close/>
                  <a:moveTo>
                    <a:pt x="65" y="36"/>
                  </a:moveTo>
                  <a:lnTo>
                    <a:pt x="65" y="36"/>
                  </a:lnTo>
                  <a:lnTo>
                    <a:pt x="67" y="44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55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1" y="36"/>
                  </a:lnTo>
                  <a:lnTo>
                    <a:pt x="65" y="36"/>
                  </a:lnTo>
                  <a:close/>
                  <a:moveTo>
                    <a:pt x="14" y="26"/>
                  </a:moveTo>
                  <a:lnTo>
                    <a:pt x="11" y="33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26"/>
                  </a:lnTo>
                  <a:lnTo>
                    <a:pt x="14" y="26"/>
                  </a:lnTo>
                  <a:close/>
                  <a:moveTo>
                    <a:pt x="31" y="18"/>
                  </a:moveTo>
                  <a:lnTo>
                    <a:pt x="44" y="33"/>
                  </a:lnTo>
                  <a:lnTo>
                    <a:pt x="44" y="33"/>
                  </a:lnTo>
                  <a:lnTo>
                    <a:pt x="51" y="33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1" y="1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11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1D9B5BD8-AB58-4EC6-91EB-AA060957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634" y="2595553"/>
              <a:ext cx="81566" cy="72668"/>
            </a:xfrm>
            <a:custGeom>
              <a:avLst/>
              <a:gdLst>
                <a:gd name="T0" fmla="*/ 7 w 55"/>
                <a:gd name="T1" fmla="*/ 42 h 49"/>
                <a:gd name="T2" fmla="*/ 3 w 55"/>
                <a:gd name="T3" fmla="*/ 47 h 49"/>
                <a:gd name="T4" fmla="*/ 5 w 55"/>
                <a:gd name="T5" fmla="*/ 49 h 49"/>
                <a:gd name="T6" fmla="*/ 20 w 55"/>
                <a:gd name="T7" fmla="*/ 46 h 49"/>
                <a:gd name="T8" fmla="*/ 24 w 55"/>
                <a:gd name="T9" fmla="*/ 44 h 49"/>
                <a:gd name="T10" fmla="*/ 25 w 55"/>
                <a:gd name="T11" fmla="*/ 35 h 49"/>
                <a:gd name="T12" fmla="*/ 25 w 55"/>
                <a:gd name="T13" fmla="*/ 33 h 49"/>
                <a:gd name="T14" fmla="*/ 29 w 55"/>
                <a:gd name="T15" fmla="*/ 36 h 49"/>
                <a:gd name="T16" fmla="*/ 31 w 55"/>
                <a:gd name="T17" fmla="*/ 38 h 49"/>
                <a:gd name="T18" fmla="*/ 36 w 55"/>
                <a:gd name="T19" fmla="*/ 31 h 49"/>
                <a:gd name="T20" fmla="*/ 38 w 55"/>
                <a:gd name="T21" fmla="*/ 24 h 49"/>
                <a:gd name="T22" fmla="*/ 44 w 55"/>
                <a:gd name="T23" fmla="*/ 18 h 49"/>
                <a:gd name="T24" fmla="*/ 47 w 55"/>
                <a:gd name="T25" fmla="*/ 18 h 49"/>
                <a:gd name="T26" fmla="*/ 49 w 55"/>
                <a:gd name="T27" fmla="*/ 16 h 49"/>
                <a:gd name="T28" fmla="*/ 49 w 55"/>
                <a:gd name="T29" fmla="*/ 15 h 49"/>
                <a:gd name="T30" fmla="*/ 55 w 55"/>
                <a:gd name="T31" fmla="*/ 11 h 49"/>
                <a:gd name="T32" fmla="*/ 55 w 55"/>
                <a:gd name="T33" fmla="*/ 9 h 49"/>
                <a:gd name="T34" fmla="*/ 55 w 55"/>
                <a:gd name="T35" fmla="*/ 5 h 49"/>
                <a:gd name="T36" fmla="*/ 51 w 55"/>
                <a:gd name="T37" fmla="*/ 0 h 49"/>
                <a:gd name="T38" fmla="*/ 45 w 55"/>
                <a:gd name="T39" fmla="*/ 2 h 49"/>
                <a:gd name="T40" fmla="*/ 44 w 55"/>
                <a:gd name="T41" fmla="*/ 4 h 49"/>
                <a:gd name="T42" fmla="*/ 34 w 55"/>
                <a:gd name="T43" fmla="*/ 2 h 49"/>
                <a:gd name="T44" fmla="*/ 31 w 55"/>
                <a:gd name="T45" fmla="*/ 2 h 49"/>
                <a:gd name="T46" fmla="*/ 27 w 55"/>
                <a:gd name="T47" fmla="*/ 5 h 49"/>
                <a:gd name="T48" fmla="*/ 24 w 55"/>
                <a:gd name="T49" fmla="*/ 9 h 49"/>
                <a:gd name="T50" fmla="*/ 16 w 55"/>
                <a:gd name="T51" fmla="*/ 9 h 49"/>
                <a:gd name="T52" fmla="*/ 9 w 55"/>
                <a:gd name="T53" fmla="*/ 9 h 49"/>
                <a:gd name="T54" fmla="*/ 9 w 55"/>
                <a:gd name="T55" fmla="*/ 11 h 49"/>
                <a:gd name="T56" fmla="*/ 7 w 55"/>
                <a:gd name="T57" fmla="*/ 13 h 49"/>
                <a:gd name="T58" fmla="*/ 3 w 55"/>
                <a:gd name="T59" fmla="*/ 13 h 49"/>
                <a:gd name="T60" fmla="*/ 0 w 55"/>
                <a:gd name="T61" fmla="*/ 22 h 49"/>
                <a:gd name="T62" fmla="*/ 2 w 55"/>
                <a:gd name="T63" fmla="*/ 24 h 49"/>
                <a:gd name="T64" fmla="*/ 5 w 55"/>
                <a:gd name="T65" fmla="*/ 24 h 49"/>
                <a:gd name="T66" fmla="*/ 5 w 55"/>
                <a:gd name="T67" fmla="*/ 29 h 49"/>
                <a:gd name="T68" fmla="*/ 5 w 55"/>
                <a:gd name="T69" fmla="*/ 35 h 49"/>
                <a:gd name="T70" fmla="*/ 5 w 55"/>
                <a:gd name="T71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49">
                  <a:moveTo>
                    <a:pt x="7" y="42"/>
                  </a:moveTo>
                  <a:lnTo>
                    <a:pt x="7" y="42"/>
                  </a:lnTo>
                  <a:lnTo>
                    <a:pt x="5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14" y="47"/>
                  </a:lnTo>
                  <a:lnTo>
                    <a:pt x="20" y="4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5" y="40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5" y="35"/>
                  </a:lnTo>
                  <a:lnTo>
                    <a:pt x="29" y="36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6" y="31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40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49" y="18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9" y="15"/>
                  </a:lnTo>
                  <a:lnTo>
                    <a:pt x="51" y="13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5" y="7"/>
                  </a:lnTo>
                  <a:lnTo>
                    <a:pt x="24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3" y="38"/>
                  </a:lnTo>
                  <a:lnTo>
                    <a:pt x="5" y="40"/>
                  </a:lnTo>
                  <a:lnTo>
                    <a:pt x="7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81890820-A7E4-4839-ADF5-E5CBD1E5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648" y="2500641"/>
              <a:ext cx="167580" cy="72668"/>
            </a:xfrm>
            <a:custGeom>
              <a:avLst/>
              <a:gdLst>
                <a:gd name="T0" fmla="*/ 108 w 113"/>
                <a:gd name="T1" fmla="*/ 31 h 49"/>
                <a:gd name="T2" fmla="*/ 106 w 113"/>
                <a:gd name="T3" fmla="*/ 38 h 49"/>
                <a:gd name="T4" fmla="*/ 97 w 113"/>
                <a:gd name="T5" fmla="*/ 37 h 49"/>
                <a:gd name="T6" fmla="*/ 95 w 113"/>
                <a:gd name="T7" fmla="*/ 35 h 49"/>
                <a:gd name="T8" fmla="*/ 86 w 113"/>
                <a:gd name="T9" fmla="*/ 35 h 49"/>
                <a:gd name="T10" fmla="*/ 79 w 113"/>
                <a:gd name="T11" fmla="*/ 35 h 49"/>
                <a:gd name="T12" fmla="*/ 73 w 113"/>
                <a:gd name="T13" fmla="*/ 37 h 49"/>
                <a:gd name="T14" fmla="*/ 66 w 113"/>
                <a:gd name="T15" fmla="*/ 42 h 49"/>
                <a:gd name="T16" fmla="*/ 64 w 113"/>
                <a:gd name="T17" fmla="*/ 42 h 49"/>
                <a:gd name="T18" fmla="*/ 60 w 113"/>
                <a:gd name="T19" fmla="*/ 40 h 49"/>
                <a:gd name="T20" fmla="*/ 57 w 113"/>
                <a:gd name="T21" fmla="*/ 38 h 49"/>
                <a:gd name="T22" fmla="*/ 48 w 113"/>
                <a:gd name="T23" fmla="*/ 40 h 49"/>
                <a:gd name="T24" fmla="*/ 40 w 113"/>
                <a:gd name="T25" fmla="*/ 42 h 49"/>
                <a:gd name="T26" fmla="*/ 40 w 113"/>
                <a:gd name="T27" fmla="*/ 49 h 49"/>
                <a:gd name="T28" fmla="*/ 40 w 113"/>
                <a:gd name="T29" fmla="*/ 49 h 49"/>
                <a:gd name="T30" fmla="*/ 31 w 113"/>
                <a:gd name="T31" fmla="*/ 48 h 49"/>
                <a:gd name="T32" fmla="*/ 17 w 113"/>
                <a:gd name="T33" fmla="*/ 48 h 49"/>
                <a:gd name="T34" fmla="*/ 13 w 113"/>
                <a:gd name="T35" fmla="*/ 46 h 49"/>
                <a:gd name="T36" fmla="*/ 7 w 113"/>
                <a:gd name="T37" fmla="*/ 40 h 49"/>
                <a:gd name="T38" fmla="*/ 2 w 113"/>
                <a:gd name="T39" fmla="*/ 35 h 49"/>
                <a:gd name="T40" fmla="*/ 0 w 113"/>
                <a:gd name="T41" fmla="*/ 29 h 49"/>
                <a:gd name="T42" fmla="*/ 2 w 113"/>
                <a:gd name="T43" fmla="*/ 26 h 49"/>
                <a:gd name="T44" fmla="*/ 7 w 113"/>
                <a:gd name="T45" fmla="*/ 18 h 49"/>
                <a:gd name="T46" fmla="*/ 9 w 113"/>
                <a:gd name="T47" fmla="*/ 17 h 49"/>
                <a:gd name="T48" fmla="*/ 13 w 113"/>
                <a:gd name="T49" fmla="*/ 15 h 49"/>
                <a:gd name="T50" fmla="*/ 15 w 113"/>
                <a:gd name="T51" fmla="*/ 11 h 49"/>
                <a:gd name="T52" fmla="*/ 20 w 113"/>
                <a:gd name="T53" fmla="*/ 8 h 49"/>
                <a:gd name="T54" fmla="*/ 22 w 113"/>
                <a:gd name="T55" fmla="*/ 6 h 49"/>
                <a:gd name="T56" fmla="*/ 29 w 113"/>
                <a:gd name="T57" fmla="*/ 8 h 49"/>
                <a:gd name="T58" fmla="*/ 38 w 113"/>
                <a:gd name="T59" fmla="*/ 8 h 49"/>
                <a:gd name="T60" fmla="*/ 48 w 113"/>
                <a:gd name="T61" fmla="*/ 13 h 49"/>
                <a:gd name="T62" fmla="*/ 55 w 113"/>
                <a:gd name="T63" fmla="*/ 15 h 49"/>
                <a:gd name="T64" fmla="*/ 58 w 113"/>
                <a:gd name="T65" fmla="*/ 13 h 49"/>
                <a:gd name="T66" fmla="*/ 60 w 113"/>
                <a:gd name="T67" fmla="*/ 9 h 49"/>
                <a:gd name="T68" fmla="*/ 69 w 113"/>
                <a:gd name="T69" fmla="*/ 9 h 49"/>
                <a:gd name="T70" fmla="*/ 73 w 113"/>
                <a:gd name="T71" fmla="*/ 6 h 49"/>
                <a:gd name="T72" fmla="*/ 80 w 113"/>
                <a:gd name="T73" fmla="*/ 0 h 49"/>
                <a:gd name="T74" fmla="*/ 84 w 113"/>
                <a:gd name="T75" fmla="*/ 2 h 49"/>
                <a:gd name="T76" fmla="*/ 95 w 113"/>
                <a:gd name="T77" fmla="*/ 8 h 49"/>
                <a:gd name="T78" fmla="*/ 97 w 113"/>
                <a:gd name="T79" fmla="*/ 9 h 49"/>
                <a:gd name="T80" fmla="*/ 102 w 113"/>
                <a:gd name="T81" fmla="*/ 15 h 49"/>
                <a:gd name="T82" fmla="*/ 106 w 113"/>
                <a:gd name="T83" fmla="*/ 17 h 49"/>
                <a:gd name="T84" fmla="*/ 106 w 113"/>
                <a:gd name="T85" fmla="*/ 22 h 49"/>
                <a:gd name="T86" fmla="*/ 113 w 113"/>
                <a:gd name="T87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49">
                  <a:moveTo>
                    <a:pt x="113" y="29"/>
                  </a:moveTo>
                  <a:lnTo>
                    <a:pt x="108" y="31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5" y="35"/>
                  </a:lnTo>
                  <a:lnTo>
                    <a:pt x="93" y="35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79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68" y="40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2"/>
                  </a:lnTo>
                  <a:lnTo>
                    <a:pt x="62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0" y="42"/>
                  </a:lnTo>
                  <a:lnTo>
                    <a:pt x="38" y="42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22" y="46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3" y="46"/>
                  </a:lnTo>
                  <a:lnTo>
                    <a:pt x="11" y="44"/>
                  </a:lnTo>
                  <a:lnTo>
                    <a:pt x="7" y="40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7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20" y="8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55" y="15"/>
                  </a:lnTo>
                  <a:lnTo>
                    <a:pt x="57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9" y="9"/>
                  </a:lnTo>
                  <a:lnTo>
                    <a:pt x="69" y="9"/>
                  </a:lnTo>
                  <a:lnTo>
                    <a:pt x="73" y="6"/>
                  </a:lnTo>
                  <a:lnTo>
                    <a:pt x="77" y="2"/>
                  </a:lnTo>
                  <a:lnTo>
                    <a:pt x="80" y="0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9" y="6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9"/>
                  </a:lnTo>
                  <a:lnTo>
                    <a:pt x="99" y="9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6" y="1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1" y="28"/>
                  </a:lnTo>
                  <a:lnTo>
                    <a:pt x="113" y="29"/>
                  </a:lnTo>
                  <a:lnTo>
                    <a:pt x="113" y="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AD0247CF-CBD0-460B-A450-407010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356" y="3752296"/>
              <a:ext cx="78600" cy="105294"/>
            </a:xfrm>
            <a:custGeom>
              <a:avLst/>
              <a:gdLst>
                <a:gd name="T0" fmla="*/ 0 w 53"/>
                <a:gd name="T1" fmla="*/ 25 h 71"/>
                <a:gd name="T2" fmla="*/ 2 w 53"/>
                <a:gd name="T3" fmla="*/ 42 h 71"/>
                <a:gd name="T4" fmla="*/ 6 w 53"/>
                <a:gd name="T5" fmla="*/ 51 h 71"/>
                <a:gd name="T6" fmla="*/ 9 w 53"/>
                <a:gd name="T7" fmla="*/ 53 h 71"/>
                <a:gd name="T8" fmla="*/ 8 w 53"/>
                <a:gd name="T9" fmla="*/ 54 h 71"/>
                <a:gd name="T10" fmla="*/ 6 w 53"/>
                <a:gd name="T11" fmla="*/ 58 h 71"/>
                <a:gd name="T12" fmla="*/ 8 w 53"/>
                <a:gd name="T13" fmla="*/ 60 h 71"/>
                <a:gd name="T14" fmla="*/ 9 w 53"/>
                <a:gd name="T15" fmla="*/ 56 h 71"/>
                <a:gd name="T16" fmla="*/ 15 w 53"/>
                <a:gd name="T17" fmla="*/ 63 h 71"/>
                <a:gd name="T18" fmla="*/ 22 w 53"/>
                <a:gd name="T19" fmla="*/ 71 h 71"/>
                <a:gd name="T20" fmla="*/ 26 w 53"/>
                <a:gd name="T21" fmla="*/ 71 h 71"/>
                <a:gd name="T22" fmla="*/ 29 w 53"/>
                <a:gd name="T23" fmla="*/ 71 h 71"/>
                <a:gd name="T24" fmla="*/ 31 w 53"/>
                <a:gd name="T25" fmla="*/ 65 h 71"/>
                <a:gd name="T26" fmla="*/ 37 w 53"/>
                <a:gd name="T27" fmla="*/ 56 h 71"/>
                <a:gd name="T28" fmla="*/ 44 w 53"/>
                <a:gd name="T29" fmla="*/ 45 h 71"/>
                <a:gd name="T30" fmla="*/ 51 w 53"/>
                <a:gd name="T31" fmla="*/ 40 h 71"/>
                <a:gd name="T32" fmla="*/ 53 w 53"/>
                <a:gd name="T33" fmla="*/ 40 h 71"/>
                <a:gd name="T34" fmla="*/ 53 w 53"/>
                <a:gd name="T35" fmla="*/ 34 h 71"/>
                <a:gd name="T36" fmla="*/ 48 w 53"/>
                <a:gd name="T37" fmla="*/ 36 h 71"/>
                <a:gd name="T38" fmla="*/ 49 w 53"/>
                <a:gd name="T39" fmla="*/ 29 h 71"/>
                <a:gd name="T40" fmla="*/ 49 w 53"/>
                <a:gd name="T41" fmla="*/ 25 h 71"/>
                <a:gd name="T42" fmla="*/ 46 w 53"/>
                <a:gd name="T43" fmla="*/ 18 h 71"/>
                <a:gd name="T44" fmla="*/ 42 w 53"/>
                <a:gd name="T45" fmla="*/ 14 h 71"/>
                <a:gd name="T46" fmla="*/ 40 w 53"/>
                <a:gd name="T47" fmla="*/ 11 h 71"/>
                <a:gd name="T48" fmla="*/ 39 w 53"/>
                <a:gd name="T49" fmla="*/ 3 h 71"/>
                <a:gd name="T50" fmla="*/ 37 w 53"/>
                <a:gd name="T51" fmla="*/ 2 h 71"/>
                <a:gd name="T52" fmla="*/ 33 w 53"/>
                <a:gd name="T53" fmla="*/ 3 h 71"/>
                <a:gd name="T54" fmla="*/ 26 w 53"/>
                <a:gd name="T55" fmla="*/ 2 h 71"/>
                <a:gd name="T56" fmla="*/ 22 w 53"/>
                <a:gd name="T57" fmla="*/ 0 h 71"/>
                <a:gd name="T58" fmla="*/ 17 w 53"/>
                <a:gd name="T59" fmla="*/ 0 h 71"/>
                <a:gd name="T60" fmla="*/ 15 w 53"/>
                <a:gd name="T61" fmla="*/ 3 h 71"/>
                <a:gd name="T62" fmla="*/ 13 w 53"/>
                <a:gd name="T63" fmla="*/ 14 h 71"/>
                <a:gd name="T64" fmla="*/ 11 w 53"/>
                <a:gd name="T65" fmla="*/ 16 h 71"/>
                <a:gd name="T66" fmla="*/ 8 w 53"/>
                <a:gd name="T67" fmla="*/ 20 h 71"/>
                <a:gd name="T68" fmla="*/ 6 w 53"/>
                <a:gd name="T69" fmla="*/ 22 h 71"/>
                <a:gd name="T70" fmla="*/ 2 w 53"/>
                <a:gd name="T71" fmla="*/ 23 h 71"/>
                <a:gd name="T72" fmla="*/ 0 w 53"/>
                <a:gd name="T73" fmla="*/ 2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71">
                  <a:moveTo>
                    <a:pt x="0" y="25"/>
                  </a:moveTo>
                  <a:lnTo>
                    <a:pt x="0" y="25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4"/>
                  </a:lnTo>
                  <a:lnTo>
                    <a:pt x="8" y="54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9" y="58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15" y="63"/>
                  </a:lnTo>
                  <a:lnTo>
                    <a:pt x="18" y="69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65"/>
                  </a:lnTo>
                  <a:lnTo>
                    <a:pt x="37" y="56"/>
                  </a:lnTo>
                  <a:lnTo>
                    <a:pt x="37" y="56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3" y="40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9" y="32"/>
                  </a:lnTo>
                  <a:lnTo>
                    <a:pt x="49" y="29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4" y="16"/>
                  </a:lnTo>
                  <a:lnTo>
                    <a:pt x="42" y="1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AB75A506-E83E-4EF2-8A95-C79C014B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410" y="3552090"/>
              <a:ext cx="137920" cy="137920"/>
            </a:xfrm>
            <a:custGeom>
              <a:avLst/>
              <a:gdLst>
                <a:gd name="T0" fmla="*/ 24 w 93"/>
                <a:gd name="T1" fmla="*/ 89 h 93"/>
                <a:gd name="T2" fmla="*/ 33 w 93"/>
                <a:gd name="T3" fmla="*/ 84 h 93"/>
                <a:gd name="T4" fmla="*/ 57 w 93"/>
                <a:gd name="T5" fmla="*/ 86 h 93"/>
                <a:gd name="T6" fmla="*/ 62 w 93"/>
                <a:gd name="T7" fmla="*/ 87 h 93"/>
                <a:gd name="T8" fmla="*/ 68 w 93"/>
                <a:gd name="T9" fmla="*/ 87 h 93"/>
                <a:gd name="T10" fmla="*/ 71 w 93"/>
                <a:gd name="T11" fmla="*/ 86 h 93"/>
                <a:gd name="T12" fmla="*/ 77 w 93"/>
                <a:gd name="T13" fmla="*/ 89 h 93"/>
                <a:gd name="T14" fmla="*/ 80 w 93"/>
                <a:gd name="T15" fmla="*/ 89 h 93"/>
                <a:gd name="T16" fmla="*/ 93 w 93"/>
                <a:gd name="T17" fmla="*/ 87 h 93"/>
                <a:gd name="T18" fmla="*/ 91 w 93"/>
                <a:gd name="T19" fmla="*/ 75 h 93"/>
                <a:gd name="T20" fmla="*/ 90 w 93"/>
                <a:gd name="T21" fmla="*/ 73 h 93"/>
                <a:gd name="T22" fmla="*/ 86 w 93"/>
                <a:gd name="T23" fmla="*/ 69 h 93"/>
                <a:gd name="T24" fmla="*/ 84 w 93"/>
                <a:gd name="T25" fmla="*/ 62 h 93"/>
                <a:gd name="T26" fmla="*/ 86 w 93"/>
                <a:gd name="T27" fmla="*/ 56 h 93"/>
                <a:gd name="T28" fmla="*/ 86 w 93"/>
                <a:gd name="T29" fmla="*/ 49 h 93"/>
                <a:gd name="T30" fmla="*/ 84 w 93"/>
                <a:gd name="T31" fmla="*/ 47 h 93"/>
                <a:gd name="T32" fmla="*/ 86 w 93"/>
                <a:gd name="T33" fmla="*/ 40 h 93"/>
                <a:gd name="T34" fmla="*/ 84 w 93"/>
                <a:gd name="T35" fmla="*/ 36 h 93"/>
                <a:gd name="T36" fmla="*/ 82 w 93"/>
                <a:gd name="T37" fmla="*/ 33 h 93"/>
                <a:gd name="T38" fmla="*/ 77 w 93"/>
                <a:gd name="T39" fmla="*/ 33 h 93"/>
                <a:gd name="T40" fmla="*/ 73 w 93"/>
                <a:gd name="T41" fmla="*/ 29 h 93"/>
                <a:gd name="T42" fmla="*/ 71 w 93"/>
                <a:gd name="T43" fmla="*/ 24 h 93"/>
                <a:gd name="T44" fmla="*/ 70 w 93"/>
                <a:gd name="T45" fmla="*/ 20 h 93"/>
                <a:gd name="T46" fmla="*/ 64 w 93"/>
                <a:gd name="T47" fmla="*/ 18 h 93"/>
                <a:gd name="T48" fmla="*/ 62 w 93"/>
                <a:gd name="T49" fmla="*/ 14 h 93"/>
                <a:gd name="T50" fmla="*/ 60 w 93"/>
                <a:gd name="T51" fmla="*/ 9 h 93"/>
                <a:gd name="T52" fmla="*/ 57 w 93"/>
                <a:gd name="T53" fmla="*/ 5 h 93"/>
                <a:gd name="T54" fmla="*/ 51 w 93"/>
                <a:gd name="T55" fmla="*/ 2 h 93"/>
                <a:gd name="T56" fmla="*/ 48 w 93"/>
                <a:gd name="T57" fmla="*/ 2 h 93"/>
                <a:gd name="T58" fmla="*/ 37 w 93"/>
                <a:gd name="T59" fmla="*/ 2 h 93"/>
                <a:gd name="T60" fmla="*/ 31 w 93"/>
                <a:gd name="T61" fmla="*/ 0 h 93"/>
                <a:gd name="T62" fmla="*/ 29 w 93"/>
                <a:gd name="T63" fmla="*/ 2 h 93"/>
                <a:gd name="T64" fmla="*/ 26 w 93"/>
                <a:gd name="T65" fmla="*/ 4 h 93"/>
                <a:gd name="T66" fmla="*/ 19 w 93"/>
                <a:gd name="T67" fmla="*/ 7 h 93"/>
                <a:gd name="T68" fmla="*/ 17 w 93"/>
                <a:gd name="T69" fmla="*/ 14 h 93"/>
                <a:gd name="T70" fmla="*/ 13 w 93"/>
                <a:gd name="T71" fmla="*/ 14 h 93"/>
                <a:gd name="T72" fmla="*/ 11 w 93"/>
                <a:gd name="T73" fmla="*/ 35 h 93"/>
                <a:gd name="T74" fmla="*/ 9 w 93"/>
                <a:gd name="T75" fmla="*/ 40 h 93"/>
                <a:gd name="T76" fmla="*/ 0 w 93"/>
                <a:gd name="T77" fmla="*/ 49 h 93"/>
                <a:gd name="T78" fmla="*/ 0 w 93"/>
                <a:gd name="T79" fmla="*/ 53 h 93"/>
                <a:gd name="T80" fmla="*/ 8 w 93"/>
                <a:gd name="T81" fmla="*/ 69 h 93"/>
                <a:gd name="T82" fmla="*/ 11 w 93"/>
                <a:gd name="T83" fmla="*/ 67 h 93"/>
                <a:gd name="T84" fmla="*/ 19 w 93"/>
                <a:gd name="T85" fmla="*/ 65 h 93"/>
                <a:gd name="T86" fmla="*/ 26 w 93"/>
                <a:gd name="T87" fmla="*/ 65 h 93"/>
                <a:gd name="T88" fmla="*/ 29 w 93"/>
                <a:gd name="T89" fmla="*/ 62 h 93"/>
                <a:gd name="T90" fmla="*/ 31 w 93"/>
                <a:gd name="T91" fmla="*/ 64 h 93"/>
                <a:gd name="T92" fmla="*/ 39 w 93"/>
                <a:gd name="T93" fmla="*/ 65 h 93"/>
                <a:gd name="T94" fmla="*/ 46 w 93"/>
                <a:gd name="T95" fmla="*/ 64 h 93"/>
                <a:gd name="T96" fmla="*/ 57 w 93"/>
                <a:gd name="T97" fmla="*/ 64 h 93"/>
                <a:gd name="T98" fmla="*/ 62 w 93"/>
                <a:gd name="T99" fmla="*/ 64 h 93"/>
                <a:gd name="T100" fmla="*/ 64 w 93"/>
                <a:gd name="T101" fmla="*/ 67 h 93"/>
                <a:gd name="T102" fmla="*/ 62 w 93"/>
                <a:gd name="T103" fmla="*/ 73 h 93"/>
                <a:gd name="T104" fmla="*/ 57 w 93"/>
                <a:gd name="T105" fmla="*/ 73 h 93"/>
                <a:gd name="T106" fmla="*/ 31 w 93"/>
                <a:gd name="T107" fmla="*/ 75 h 93"/>
                <a:gd name="T108" fmla="*/ 26 w 93"/>
                <a:gd name="T109" fmla="*/ 76 h 93"/>
                <a:gd name="T110" fmla="*/ 11 w 93"/>
                <a:gd name="T111" fmla="*/ 80 h 93"/>
                <a:gd name="T112" fmla="*/ 9 w 93"/>
                <a:gd name="T113" fmla="*/ 82 h 93"/>
                <a:gd name="T114" fmla="*/ 13 w 93"/>
                <a:gd name="T1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3" h="93">
                  <a:moveTo>
                    <a:pt x="13" y="93"/>
                  </a:moveTo>
                  <a:lnTo>
                    <a:pt x="24" y="89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44" y="84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2" y="87"/>
                  </a:lnTo>
                  <a:lnTo>
                    <a:pt x="66" y="87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71" y="86"/>
                  </a:lnTo>
                  <a:lnTo>
                    <a:pt x="73" y="86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80" y="89"/>
                  </a:lnTo>
                  <a:lnTo>
                    <a:pt x="86" y="89"/>
                  </a:lnTo>
                  <a:lnTo>
                    <a:pt x="93" y="87"/>
                  </a:lnTo>
                  <a:lnTo>
                    <a:pt x="93" y="87"/>
                  </a:lnTo>
                  <a:lnTo>
                    <a:pt x="91" y="75"/>
                  </a:lnTo>
                  <a:lnTo>
                    <a:pt x="91" y="75"/>
                  </a:lnTo>
                  <a:lnTo>
                    <a:pt x="90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4" y="65"/>
                  </a:lnTo>
                  <a:lnTo>
                    <a:pt x="84" y="62"/>
                  </a:lnTo>
                  <a:lnTo>
                    <a:pt x="84" y="62"/>
                  </a:lnTo>
                  <a:lnTo>
                    <a:pt x="86" y="56"/>
                  </a:lnTo>
                  <a:lnTo>
                    <a:pt x="86" y="51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4" y="47"/>
                  </a:lnTo>
                  <a:lnTo>
                    <a:pt x="84" y="44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4" y="36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4"/>
                  </a:lnTo>
                  <a:lnTo>
                    <a:pt x="71" y="20"/>
                  </a:lnTo>
                  <a:lnTo>
                    <a:pt x="70" y="20"/>
                  </a:lnTo>
                  <a:lnTo>
                    <a:pt x="70" y="20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9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2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7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1" y="27"/>
                  </a:lnTo>
                  <a:lnTo>
                    <a:pt x="11" y="35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4" y="4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1" y="67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22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9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5" y="65"/>
                  </a:lnTo>
                  <a:lnTo>
                    <a:pt x="39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29" y="75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9" y="82"/>
                  </a:lnTo>
                  <a:lnTo>
                    <a:pt x="9" y="86"/>
                  </a:lnTo>
                  <a:lnTo>
                    <a:pt x="13" y="93"/>
                  </a:lnTo>
                  <a:lnTo>
                    <a:pt x="13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6D7F393A-D79E-4B5B-A38A-4C7EC793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788" y="3102741"/>
              <a:ext cx="495324" cy="479011"/>
            </a:xfrm>
            <a:custGeom>
              <a:avLst/>
              <a:gdLst>
                <a:gd name="T0" fmla="*/ 130 w 334"/>
                <a:gd name="T1" fmla="*/ 307 h 323"/>
                <a:gd name="T2" fmla="*/ 131 w 334"/>
                <a:gd name="T3" fmla="*/ 301 h 323"/>
                <a:gd name="T4" fmla="*/ 135 w 334"/>
                <a:gd name="T5" fmla="*/ 297 h 323"/>
                <a:gd name="T6" fmla="*/ 137 w 334"/>
                <a:gd name="T7" fmla="*/ 294 h 323"/>
                <a:gd name="T8" fmla="*/ 141 w 334"/>
                <a:gd name="T9" fmla="*/ 290 h 323"/>
                <a:gd name="T10" fmla="*/ 144 w 334"/>
                <a:gd name="T11" fmla="*/ 292 h 323"/>
                <a:gd name="T12" fmla="*/ 146 w 334"/>
                <a:gd name="T13" fmla="*/ 296 h 323"/>
                <a:gd name="T14" fmla="*/ 155 w 334"/>
                <a:gd name="T15" fmla="*/ 296 h 323"/>
                <a:gd name="T16" fmla="*/ 182 w 334"/>
                <a:gd name="T17" fmla="*/ 303 h 323"/>
                <a:gd name="T18" fmla="*/ 195 w 334"/>
                <a:gd name="T19" fmla="*/ 312 h 323"/>
                <a:gd name="T20" fmla="*/ 272 w 334"/>
                <a:gd name="T21" fmla="*/ 266 h 323"/>
                <a:gd name="T22" fmla="*/ 325 w 334"/>
                <a:gd name="T23" fmla="*/ 241 h 323"/>
                <a:gd name="T24" fmla="*/ 334 w 334"/>
                <a:gd name="T25" fmla="*/ 197 h 323"/>
                <a:gd name="T26" fmla="*/ 323 w 334"/>
                <a:gd name="T27" fmla="*/ 184 h 323"/>
                <a:gd name="T28" fmla="*/ 266 w 334"/>
                <a:gd name="T29" fmla="*/ 175 h 323"/>
                <a:gd name="T30" fmla="*/ 257 w 334"/>
                <a:gd name="T31" fmla="*/ 141 h 323"/>
                <a:gd name="T32" fmla="*/ 248 w 334"/>
                <a:gd name="T33" fmla="*/ 137 h 323"/>
                <a:gd name="T34" fmla="*/ 243 w 334"/>
                <a:gd name="T35" fmla="*/ 119 h 323"/>
                <a:gd name="T36" fmla="*/ 244 w 334"/>
                <a:gd name="T37" fmla="*/ 110 h 323"/>
                <a:gd name="T38" fmla="*/ 239 w 334"/>
                <a:gd name="T39" fmla="*/ 104 h 323"/>
                <a:gd name="T40" fmla="*/ 232 w 334"/>
                <a:gd name="T41" fmla="*/ 97 h 323"/>
                <a:gd name="T42" fmla="*/ 228 w 334"/>
                <a:gd name="T43" fmla="*/ 86 h 323"/>
                <a:gd name="T44" fmla="*/ 219 w 334"/>
                <a:gd name="T45" fmla="*/ 79 h 323"/>
                <a:gd name="T46" fmla="*/ 217 w 334"/>
                <a:gd name="T47" fmla="*/ 70 h 323"/>
                <a:gd name="T48" fmla="*/ 199 w 334"/>
                <a:gd name="T49" fmla="*/ 55 h 323"/>
                <a:gd name="T50" fmla="*/ 135 w 334"/>
                <a:gd name="T51" fmla="*/ 41 h 323"/>
                <a:gd name="T52" fmla="*/ 121 w 334"/>
                <a:gd name="T53" fmla="*/ 26 h 323"/>
                <a:gd name="T54" fmla="*/ 44 w 334"/>
                <a:gd name="T55" fmla="*/ 11 h 323"/>
                <a:gd name="T56" fmla="*/ 49 w 334"/>
                <a:gd name="T57" fmla="*/ 30 h 323"/>
                <a:gd name="T58" fmla="*/ 46 w 334"/>
                <a:gd name="T59" fmla="*/ 35 h 323"/>
                <a:gd name="T60" fmla="*/ 39 w 334"/>
                <a:gd name="T61" fmla="*/ 42 h 323"/>
                <a:gd name="T62" fmla="*/ 33 w 334"/>
                <a:gd name="T63" fmla="*/ 50 h 323"/>
                <a:gd name="T64" fmla="*/ 0 w 334"/>
                <a:gd name="T65" fmla="*/ 53 h 323"/>
                <a:gd name="T66" fmla="*/ 11 w 334"/>
                <a:gd name="T67" fmla="*/ 73 h 323"/>
                <a:gd name="T68" fmla="*/ 20 w 334"/>
                <a:gd name="T69" fmla="*/ 90 h 323"/>
                <a:gd name="T70" fmla="*/ 33 w 334"/>
                <a:gd name="T71" fmla="*/ 108 h 323"/>
                <a:gd name="T72" fmla="*/ 42 w 334"/>
                <a:gd name="T73" fmla="*/ 119 h 323"/>
                <a:gd name="T74" fmla="*/ 44 w 334"/>
                <a:gd name="T75" fmla="*/ 139 h 323"/>
                <a:gd name="T76" fmla="*/ 57 w 334"/>
                <a:gd name="T77" fmla="*/ 150 h 323"/>
                <a:gd name="T78" fmla="*/ 66 w 334"/>
                <a:gd name="T79" fmla="*/ 164 h 323"/>
                <a:gd name="T80" fmla="*/ 64 w 334"/>
                <a:gd name="T81" fmla="*/ 175 h 323"/>
                <a:gd name="T82" fmla="*/ 66 w 334"/>
                <a:gd name="T83" fmla="*/ 195 h 323"/>
                <a:gd name="T84" fmla="*/ 69 w 334"/>
                <a:gd name="T85" fmla="*/ 197 h 323"/>
                <a:gd name="T86" fmla="*/ 71 w 334"/>
                <a:gd name="T87" fmla="*/ 225 h 323"/>
                <a:gd name="T88" fmla="*/ 77 w 334"/>
                <a:gd name="T89" fmla="*/ 232 h 323"/>
                <a:gd name="T90" fmla="*/ 99 w 334"/>
                <a:gd name="T91" fmla="*/ 246 h 323"/>
                <a:gd name="T92" fmla="*/ 102 w 334"/>
                <a:gd name="T93" fmla="*/ 261 h 323"/>
                <a:gd name="T94" fmla="*/ 106 w 334"/>
                <a:gd name="T95" fmla="*/ 276 h 323"/>
                <a:gd name="T96" fmla="*/ 128 w 334"/>
                <a:gd name="T97" fmla="*/ 301 h 323"/>
                <a:gd name="T98" fmla="*/ 128 w 334"/>
                <a:gd name="T99" fmla="*/ 30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" h="323">
                  <a:moveTo>
                    <a:pt x="128" y="308"/>
                  </a:moveTo>
                  <a:lnTo>
                    <a:pt x="128" y="308"/>
                  </a:lnTo>
                  <a:lnTo>
                    <a:pt x="130" y="307"/>
                  </a:lnTo>
                  <a:lnTo>
                    <a:pt x="131" y="303"/>
                  </a:lnTo>
                  <a:lnTo>
                    <a:pt x="131" y="303"/>
                  </a:lnTo>
                  <a:lnTo>
                    <a:pt x="131" y="301"/>
                  </a:lnTo>
                  <a:lnTo>
                    <a:pt x="133" y="301"/>
                  </a:lnTo>
                  <a:lnTo>
                    <a:pt x="133" y="301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35" y="296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2"/>
                  </a:lnTo>
                  <a:lnTo>
                    <a:pt x="141" y="290"/>
                  </a:lnTo>
                  <a:lnTo>
                    <a:pt x="141" y="290"/>
                  </a:lnTo>
                  <a:lnTo>
                    <a:pt x="144" y="290"/>
                  </a:lnTo>
                  <a:lnTo>
                    <a:pt x="144" y="292"/>
                  </a:lnTo>
                  <a:lnTo>
                    <a:pt x="144" y="294"/>
                  </a:lnTo>
                  <a:lnTo>
                    <a:pt x="146" y="296"/>
                  </a:lnTo>
                  <a:lnTo>
                    <a:pt x="146" y="296"/>
                  </a:lnTo>
                  <a:lnTo>
                    <a:pt x="150" y="296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62" y="296"/>
                  </a:lnTo>
                  <a:lnTo>
                    <a:pt x="172" y="297"/>
                  </a:lnTo>
                  <a:lnTo>
                    <a:pt x="182" y="303"/>
                  </a:lnTo>
                  <a:lnTo>
                    <a:pt x="186" y="323"/>
                  </a:lnTo>
                  <a:lnTo>
                    <a:pt x="186" y="323"/>
                  </a:lnTo>
                  <a:lnTo>
                    <a:pt x="195" y="312"/>
                  </a:lnTo>
                  <a:lnTo>
                    <a:pt x="215" y="286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323" y="243"/>
                  </a:lnTo>
                  <a:lnTo>
                    <a:pt x="323" y="243"/>
                  </a:lnTo>
                  <a:lnTo>
                    <a:pt x="325" y="241"/>
                  </a:lnTo>
                  <a:lnTo>
                    <a:pt x="326" y="235"/>
                  </a:lnTo>
                  <a:lnTo>
                    <a:pt x="330" y="221"/>
                  </a:lnTo>
                  <a:lnTo>
                    <a:pt x="334" y="197"/>
                  </a:lnTo>
                  <a:lnTo>
                    <a:pt x="323" y="183"/>
                  </a:lnTo>
                  <a:lnTo>
                    <a:pt x="323" y="183"/>
                  </a:lnTo>
                  <a:lnTo>
                    <a:pt x="323" y="184"/>
                  </a:lnTo>
                  <a:lnTo>
                    <a:pt x="319" y="184"/>
                  </a:lnTo>
                  <a:lnTo>
                    <a:pt x="319" y="184"/>
                  </a:lnTo>
                  <a:lnTo>
                    <a:pt x="266" y="175"/>
                  </a:lnTo>
                  <a:lnTo>
                    <a:pt x="264" y="157"/>
                  </a:lnTo>
                  <a:lnTo>
                    <a:pt x="257" y="148"/>
                  </a:lnTo>
                  <a:lnTo>
                    <a:pt x="257" y="141"/>
                  </a:lnTo>
                  <a:lnTo>
                    <a:pt x="252" y="137"/>
                  </a:lnTo>
                  <a:lnTo>
                    <a:pt x="248" y="137"/>
                  </a:lnTo>
                  <a:lnTo>
                    <a:pt x="248" y="137"/>
                  </a:lnTo>
                  <a:lnTo>
                    <a:pt x="243" y="123"/>
                  </a:lnTo>
                  <a:lnTo>
                    <a:pt x="243" y="123"/>
                  </a:lnTo>
                  <a:lnTo>
                    <a:pt x="243" y="119"/>
                  </a:lnTo>
                  <a:lnTo>
                    <a:pt x="244" y="117"/>
                  </a:lnTo>
                  <a:lnTo>
                    <a:pt x="246" y="113"/>
                  </a:lnTo>
                  <a:lnTo>
                    <a:pt x="244" y="110"/>
                  </a:lnTo>
                  <a:lnTo>
                    <a:pt x="244" y="110"/>
                  </a:lnTo>
                  <a:lnTo>
                    <a:pt x="243" y="108"/>
                  </a:lnTo>
                  <a:lnTo>
                    <a:pt x="239" y="104"/>
                  </a:lnTo>
                  <a:lnTo>
                    <a:pt x="233" y="101"/>
                  </a:lnTo>
                  <a:lnTo>
                    <a:pt x="233" y="101"/>
                  </a:lnTo>
                  <a:lnTo>
                    <a:pt x="232" y="97"/>
                  </a:lnTo>
                  <a:lnTo>
                    <a:pt x="230" y="93"/>
                  </a:lnTo>
                  <a:lnTo>
                    <a:pt x="230" y="90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223" y="82"/>
                  </a:lnTo>
                  <a:lnTo>
                    <a:pt x="219" y="79"/>
                  </a:lnTo>
                  <a:lnTo>
                    <a:pt x="219" y="79"/>
                  </a:lnTo>
                  <a:lnTo>
                    <a:pt x="217" y="73"/>
                  </a:lnTo>
                  <a:lnTo>
                    <a:pt x="217" y="70"/>
                  </a:lnTo>
                  <a:lnTo>
                    <a:pt x="215" y="61"/>
                  </a:lnTo>
                  <a:lnTo>
                    <a:pt x="201" y="62"/>
                  </a:lnTo>
                  <a:lnTo>
                    <a:pt x="199" y="55"/>
                  </a:lnTo>
                  <a:lnTo>
                    <a:pt x="175" y="51"/>
                  </a:lnTo>
                  <a:lnTo>
                    <a:pt x="148" y="48"/>
                  </a:lnTo>
                  <a:lnTo>
                    <a:pt x="135" y="41"/>
                  </a:lnTo>
                  <a:lnTo>
                    <a:pt x="133" y="31"/>
                  </a:lnTo>
                  <a:lnTo>
                    <a:pt x="122" y="31"/>
                  </a:lnTo>
                  <a:lnTo>
                    <a:pt x="121" y="26"/>
                  </a:lnTo>
                  <a:lnTo>
                    <a:pt x="77" y="0"/>
                  </a:lnTo>
                  <a:lnTo>
                    <a:pt x="75" y="4"/>
                  </a:lnTo>
                  <a:lnTo>
                    <a:pt x="44" y="11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49" y="30"/>
                  </a:lnTo>
                  <a:lnTo>
                    <a:pt x="48" y="33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4" y="39"/>
                  </a:lnTo>
                  <a:lnTo>
                    <a:pt x="42" y="39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35" y="48"/>
                  </a:lnTo>
                  <a:lnTo>
                    <a:pt x="33" y="50"/>
                  </a:lnTo>
                  <a:lnTo>
                    <a:pt x="17" y="57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1" y="73"/>
                  </a:lnTo>
                  <a:lnTo>
                    <a:pt x="15" y="77"/>
                  </a:lnTo>
                  <a:lnTo>
                    <a:pt x="17" y="81"/>
                  </a:lnTo>
                  <a:lnTo>
                    <a:pt x="20" y="90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3" y="108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2" y="119"/>
                  </a:lnTo>
                  <a:lnTo>
                    <a:pt x="42" y="126"/>
                  </a:lnTo>
                  <a:lnTo>
                    <a:pt x="42" y="133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9" y="144"/>
                  </a:lnTo>
                  <a:lnTo>
                    <a:pt x="57" y="150"/>
                  </a:lnTo>
                  <a:lnTo>
                    <a:pt x="62" y="155"/>
                  </a:lnTo>
                  <a:lnTo>
                    <a:pt x="64" y="159"/>
                  </a:lnTo>
                  <a:lnTo>
                    <a:pt x="66" y="164"/>
                  </a:lnTo>
                  <a:lnTo>
                    <a:pt x="66" y="164"/>
                  </a:lnTo>
                  <a:lnTo>
                    <a:pt x="66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4" y="188"/>
                  </a:lnTo>
                  <a:lnTo>
                    <a:pt x="66" y="195"/>
                  </a:lnTo>
                  <a:lnTo>
                    <a:pt x="68" y="197"/>
                  </a:lnTo>
                  <a:lnTo>
                    <a:pt x="69" y="197"/>
                  </a:lnTo>
                  <a:lnTo>
                    <a:pt x="69" y="197"/>
                  </a:lnTo>
                  <a:lnTo>
                    <a:pt x="69" y="212"/>
                  </a:lnTo>
                  <a:lnTo>
                    <a:pt x="69" y="219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3" y="228"/>
                  </a:lnTo>
                  <a:lnTo>
                    <a:pt x="77" y="232"/>
                  </a:lnTo>
                  <a:lnTo>
                    <a:pt x="84" y="235"/>
                  </a:lnTo>
                  <a:lnTo>
                    <a:pt x="91" y="241"/>
                  </a:lnTo>
                  <a:lnTo>
                    <a:pt x="99" y="246"/>
                  </a:lnTo>
                  <a:lnTo>
                    <a:pt x="99" y="246"/>
                  </a:lnTo>
                  <a:lnTo>
                    <a:pt x="100" y="254"/>
                  </a:lnTo>
                  <a:lnTo>
                    <a:pt x="102" y="261"/>
                  </a:lnTo>
                  <a:lnTo>
                    <a:pt x="104" y="270"/>
                  </a:lnTo>
                  <a:lnTo>
                    <a:pt x="106" y="276"/>
                  </a:lnTo>
                  <a:lnTo>
                    <a:pt x="106" y="276"/>
                  </a:lnTo>
                  <a:lnTo>
                    <a:pt x="115" y="281"/>
                  </a:lnTo>
                  <a:lnTo>
                    <a:pt x="128" y="301"/>
                  </a:lnTo>
                  <a:lnTo>
                    <a:pt x="128" y="301"/>
                  </a:lnTo>
                  <a:lnTo>
                    <a:pt x="128" y="305"/>
                  </a:lnTo>
                  <a:lnTo>
                    <a:pt x="128" y="308"/>
                  </a:lnTo>
                  <a:lnTo>
                    <a:pt x="128" y="3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F62DD9E-4E4A-4A17-8116-974B31E4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453" y="4105251"/>
              <a:ext cx="56354" cy="48940"/>
            </a:xfrm>
            <a:custGeom>
              <a:avLst/>
              <a:gdLst>
                <a:gd name="T0" fmla="*/ 5 w 38"/>
                <a:gd name="T1" fmla="*/ 13 h 33"/>
                <a:gd name="T2" fmla="*/ 5 w 38"/>
                <a:gd name="T3" fmla="*/ 13 h 33"/>
                <a:gd name="T4" fmla="*/ 5 w 38"/>
                <a:gd name="T5" fmla="*/ 15 h 33"/>
                <a:gd name="T6" fmla="*/ 5 w 38"/>
                <a:gd name="T7" fmla="*/ 15 h 33"/>
                <a:gd name="T8" fmla="*/ 2 w 38"/>
                <a:gd name="T9" fmla="*/ 17 h 33"/>
                <a:gd name="T10" fmla="*/ 2 w 38"/>
                <a:gd name="T11" fmla="*/ 17 h 33"/>
                <a:gd name="T12" fmla="*/ 2 w 38"/>
                <a:gd name="T13" fmla="*/ 17 h 33"/>
                <a:gd name="T14" fmla="*/ 0 w 38"/>
                <a:gd name="T15" fmla="*/ 22 h 33"/>
                <a:gd name="T16" fmla="*/ 0 w 38"/>
                <a:gd name="T17" fmla="*/ 22 h 33"/>
                <a:gd name="T18" fmla="*/ 2 w 38"/>
                <a:gd name="T19" fmla="*/ 24 h 33"/>
                <a:gd name="T20" fmla="*/ 5 w 38"/>
                <a:gd name="T21" fmla="*/ 26 h 33"/>
                <a:gd name="T22" fmla="*/ 9 w 38"/>
                <a:gd name="T23" fmla="*/ 26 h 33"/>
                <a:gd name="T24" fmla="*/ 9 w 38"/>
                <a:gd name="T25" fmla="*/ 26 h 33"/>
                <a:gd name="T26" fmla="*/ 11 w 38"/>
                <a:gd name="T27" fmla="*/ 24 h 33"/>
                <a:gd name="T28" fmla="*/ 13 w 38"/>
                <a:gd name="T29" fmla="*/ 24 h 33"/>
                <a:gd name="T30" fmla="*/ 14 w 38"/>
                <a:gd name="T31" fmla="*/ 26 h 33"/>
                <a:gd name="T32" fmla="*/ 14 w 38"/>
                <a:gd name="T33" fmla="*/ 26 h 33"/>
                <a:gd name="T34" fmla="*/ 16 w 38"/>
                <a:gd name="T35" fmla="*/ 30 h 33"/>
                <a:gd name="T36" fmla="*/ 18 w 38"/>
                <a:gd name="T37" fmla="*/ 31 h 33"/>
                <a:gd name="T38" fmla="*/ 18 w 38"/>
                <a:gd name="T39" fmla="*/ 33 h 33"/>
                <a:gd name="T40" fmla="*/ 22 w 38"/>
                <a:gd name="T41" fmla="*/ 31 h 33"/>
                <a:gd name="T42" fmla="*/ 22 w 38"/>
                <a:gd name="T43" fmla="*/ 31 h 33"/>
                <a:gd name="T44" fmla="*/ 24 w 38"/>
                <a:gd name="T45" fmla="*/ 28 h 33"/>
                <a:gd name="T46" fmla="*/ 25 w 38"/>
                <a:gd name="T47" fmla="*/ 24 h 33"/>
                <a:gd name="T48" fmla="*/ 25 w 38"/>
                <a:gd name="T49" fmla="*/ 22 h 33"/>
                <a:gd name="T50" fmla="*/ 27 w 38"/>
                <a:gd name="T51" fmla="*/ 22 h 33"/>
                <a:gd name="T52" fmla="*/ 27 w 38"/>
                <a:gd name="T53" fmla="*/ 22 h 33"/>
                <a:gd name="T54" fmla="*/ 33 w 38"/>
                <a:gd name="T55" fmla="*/ 24 h 33"/>
                <a:gd name="T56" fmla="*/ 38 w 38"/>
                <a:gd name="T57" fmla="*/ 26 h 33"/>
                <a:gd name="T58" fmla="*/ 38 w 38"/>
                <a:gd name="T59" fmla="*/ 26 h 33"/>
                <a:gd name="T60" fmla="*/ 38 w 38"/>
                <a:gd name="T61" fmla="*/ 24 h 33"/>
                <a:gd name="T62" fmla="*/ 38 w 38"/>
                <a:gd name="T63" fmla="*/ 20 h 33"/>
                <a:gd name="T64" fmla="*/ 38 w 38"/>
                <a:gd name="T65" fmla="*/ 20 h 33"/>
                <a:gd name="T66" fmla="*/ 38 w 38"/>
                <a:gd name="T67" fmla="*/ 13 h 33"/>
                <a:gd name="T68" fmla="*/ 38 w 38"/>
                <a:gd name="T69" fmla="*/ 11 h 33"/>
                <a:gd name="T70" fmla="*/ 34 w 38"/>
                <a:gd name="T71" fmla="*/ 2 h 33"/>
                <a:gd name="T72" fmla="*/ 34 w 38"/>
                <a:gd name="T73" fmla="*/ 2 h 33"/>
                <a:gd name="T74" fmla="*/ 31 w 38"/>
                <a:gd name="T75" fmla="*/ 4 h 33"/>
                <a:gd name="T76" fmla="*/ 25 w 38"/>
                <a:gd name="T77" fmla="*/ 6 h 33"/>
                <a:gd name="T78" fmla="*/ 25 w 38"/>
                <a:gd name="T79" fmla="*/ 6 h 33"/>
                <a:gd name="T80" fmla="*/ 24 w 38"/>
                <a:gd name="T81" fmla="*/ 8 h 33"/>
                <a:gd name="T82" fmla="*/ 22 w 38"/>
                <a:gd name="T83" fmla="*/ 8 h 33"/>
                <a:gd name="T84" fmla="*/ 18 w 38"/>
                <a:gd name="T85" fmla="*/ 6 h 33"/>
                <a:gd name="T86" fmla="*/ 18 w 38"/>
                <a:gd name="T87" fmla="*/ 6 h 33"/>
                <a:gd name="T88" fmla="*/ 9 w 38"/>
                <a:gd name="T89" fmla="*/ 0 h 33"/>
                <a:gd name="T90" fmla="*/ 9 w 38"/>
                <a:gd name="T91" fmla="*/ 0 h 33"/>
                <a:gd name="T92" fmla="*/ 7 w 38"/>
                <a:gd name="T93" fmla="*/ 8 h 33"/>
                <a:gd name="T94" fmla="*/ 7 w 38"/>
                <a:gd name="T95" fmla="*/ 8 h 33"/>
                <a:gd name="T96" fmla="*/ 7 w 38"/>
                <a:gd name="T97" fmla="*/ 11 h 33"/>
                <a:gd name="T98" fmla="*/ 7 w 38"/>
                <a:gd name="T99" fmla="*/ 11 h 33"/>
                <a:gd name="T100" fmla="*/ 5 w 38"/>
                <a:gd name="T101" fmla="*/ 13 h 33"/>
                <a:gd name="T102" fmla="*/ 5 w 38"/>
                <a:gd name="T103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33">
                  <a:moveTo>
                    <a:pt x="5" y="13"/>
                  </a:moveTo>
                  <a:lnTo>
                    <a:pt x="5" y="13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24"/>
                  </a:lnTo>
                  <a:lnTo>
                    <a:pt x="13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18" y="31"/>
                  </a:lnTo>
                  <a:lnTo>
                    <a:pt x="18" y="33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4" y="28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33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B8D0DA5-327E-4AD2-A142-66D68F3B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A7F2AA72-0A76-4637-A391-0F5F1FAF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7 w 18"/>
                <a:gd name="T1" fmla="*/ 7 h 18"/>
                <a:gd name="T2" fmla="*/ 7 w 18"/>
                <a:gd name="T3" fmla="*/ 7 h 18"/>
                <a:gd name="T4" fmla="*/ 9 w 18"/>
                <a:gd name="T5" fmla="*/ 9 h 18"/>
                <a:gd name="T6" fmla="*/ 11 w 18"/>
                <a:gd name="T7" fmla="*/ 13 h 18"/>
                <a:gd name="T8" fmla="*/ 11 w 18"/>
                <a:gd name="T9" fmla="*/ 15 h 18"/>
                <a:gd name="T10" fmla="*/ 15 w 18"/>
                <a:gd name="T11" fmla="*/ 18 h 18"/>
                <a:gd name="T12" fmla="*/ 15 w 18"/>
                <a:gd name="T13" fmla="*/ 18 h 18"/>
                <a:gd name="T14" fmla="*/ 18 w 18"/>
                <a:gd name="T15" fmla="*/ 18 h 18"/>
                <a:gd name="T16" fmla="*/ 17 w 18"/>
                <a:gd name="T17" fmla="*/ 17 h 18"/>
                <a:gd name="T18" fmla="*/ 18 w 18"/>
                <a:gd name="T19" fmla="*/ 15 h 18"/>
                <a:gd name="T20" fmla="*/ 18 w 18"/>
                <a:gd name="T21" fmla="*/ 15 h 18"/>
                <a:gd name="T22" fmla="*/ 13 w 18"/>
                <a:gd name="T23" fmla="*/ 13 h 18"/>
                <a:gd name="T24" fmla="*/ 13 w 18"/>
                <a:gd name="T25" fmla="*/ 13 h 18"/>
                <a:gd name="T26" fmla="*/ 15 w 18"/>
                <a:gd name="T27" fmla="*/ 6 h 18"/>
                <a:gd name="T28" fmla="*/ 15 w 18"/>
                <a:gd name="T29" fmla="*/ 6 h 18"/>
                <a:gd name="T30" fmla="*/ 9 w 18"/>
                <a:gd name="T31" fmla="*/ 4 h 18"/>
                <a:gd name="T32" fmla="*/ 6 w 18"/>
                <a:gd name="T33" fmla="*/ 0 h 18"/>
                <a:gd name="T34" fmla="*/ 6 w 18"/>
                <a:gd name="T35" fmla="*/ 0 h 18"/>
                <a:gd name="T36" fmla="*/ 0 w 18"/>
                <a:gd name="T37" fmla="*/ 7 h 18"/>
                <a:gd name="T38" fmla="*/ 0 w 18"/>
                <a:gd name="T39" fmla="*/ 7 h 18"/>
                <a:gd name="T40" fmla="*/ 4 w 18"/>
                <a:gd name="T41" fmla="*/ 7 h 18"/>
                <a:gd name="T42" fmla="*/ 7 w 18"/>
                <a:gd name="T43" fmla="*/ 7 h 18"/>
                <a:gd name="T44" fmla="*/ 7 w 18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7" y="7"/>
                  </a:move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A9C8C028-13FA-4FD1-AD41-3FAF07CBB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2 w 7"/>
                <a:gd name="T1" fmla="*/ 11 h 11"/>
                <a:gd name="T2" fmla="*/ 2 w 7"/>
                <a:gd name="T3" fmla="*/ 11 h 11"/>
                <a:gd name="T4" fmla="*/ 7 w 7"/>
                <a:gd name="T5" fmla="*/ 4 h 11"/>
                <a:gd name="T6" fmla="*/ 7 w 7"/>
                <a:gd name="T7" fmla="*/ 0 h 11"/>
                <a:gd name="T8" fmla="*/ 7 w 7"/>
                <a:gd name="T9" fmla="*/ 0 h 11"/>
                <a:gd name="T10" fmla="*/ 5 w 7"/>
                <a:gd name="T11" fmla="*/ 2 h 11"/>
                <a:gd name="T12" fmla="*/ 5 w 7"/>
                <a:gd name="T13" fmla="*/ 2 h 11"/>
                <a:gd name="T14" fmla="*/ 2 w 7"/>
                <a:gd name="T15" fmla="*/ 7 h 11"/>
                <a:gd name="T16" fmla="*/ 0 w 7"/>
                <a:gd name="T17" fmla="*/ 11 h 11"/>
                <a:gd name="T18" fmla="*/ 2 w 7"/>
                <a:gd name="T19" fmla="*/ 11 h 11"/>
                <a:gd name="T20" fmla="*/ 2 w 7"/>
                <a:gd name="T21" fmla="*/ 11 h 11"/>
                <a:gd name="T22" fmla="*/ 2 w 7"/>
                <a:gd name="T2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2B0DCEFB-1F59-43AB-B38E-A20E314C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7 h 7"/>
                <a:gd name="T2" fmla="*/ 1 w 7"/>
                <a:gd name="T3" fmla="*/ 7 h 7"/>
                <a:gd name="T4" fmla="*/ 7 w 7"/>
                <a:gd name="T5" fmla="*/ 2 h 7"/>
                <a:gd name="T6" fmla="*/ 7 w 7"/>
                <a:gd name="T7" fmla="*/ 0 h 7"/>
                <a:gd name="T8" fmla="*/ 1 w 7"/>
                <a:gd name="T9" fmla="*/ 2 h 7"/>
                <a:gd name="T10" fmla="*/ 1 w 7"/>
                <a:gd name="T11" fmla="*/ 2 h 7"/>
                <a:gd name="T12" fmla="*/ 0 w 7"/>
                <a:gd name="T13" fmla="*/ 5 h 7"/>
                <a:gd name="T14" fmla="*/ 0 w 7"/>
                <a:gd name="T15" fmla="*/ 7 h 7"/>
                <a:gd name="T16" fmla="*/ 1 w 7"/>
                <a:gd name="T17" fmla="*/ 7 h 7"/>
                <a:gd name="T18" fmla="*/ 1 w 7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57C16549-8B40-4BC3-9651-02B4D2757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20 w 55"/>
                <a:gd name="T1" fmla="*/ 22 h 22"/>
                <a:gd name="T2" fmla="*/ 20 w 55"/>
                <a:gd name="T3" fmla="*/ 22 h 22"/>
                <a:gd name="T4" fmla="*/ 22 w 55"/>
                <a:gd name="T5" fmla="*/ 20 h 22"/>
                <a:gd name="T6" fmla="*/ 24 w 55"/>
                <a:gd name="T7" fmla="*/ 18 h 22"/>
                <a:gd name="T8" fmla="*/ 27 w 55"/>
                <a:gd name="T9" fmla="*/ 16 h 22"/>
                <a:gd name="T10" fmla="*/ 27 w 55"/>
                <a:gd name="T11" fmla="*/ 16 h 22"/>
                <a:gd name="T12" fmla="*/ 40 w 55"/>
                <a:gd name="T13" fmla="*/ 20 h 22"/>
                <a:gd name="T14" fmla="*/ 51 w 55"/>
                <a:gd name="T15" fmla="*/ 22 h 22"/>
                <a:gd name="T16" fmla="*/ 51 w 55"/>
                <a:gd name="T17" fmla="*/ 22 h 22"/>
                <a:gd name="T18" fmla="*/ 55 w 55"/>
                <a:gd name="T19" fmla="*/ 12 h 22"/>
                <a:gd name="T20" fmla="*/ 55 w 55"/>
                <a:gd name="T21" fmla="*/ 12 h 22"/>
                <a:gd name="T22" fmla="*/ 36 w 55"/>
                <a:gd name="T23" fmla="*/ 3 h 22"/>
                <a:gd name="T24" fmla="*/ 25 w 55"/>
                <a:gd name="T25" fmla="*/ 0 h 22"/>
                <a:gd name="T26" fmla="*/ 18 w 55"/>
                <a:gd name="T27" fmla="*/ 0 h 22"/>
                <a:gd name="T28" fmla="*/ 18 w 55"/>
                <a:gd name="T29" fmla="*/ 0 h 22"/>
                <a:gd name="T30" fmla="*/ 13 w 55"/>
                <a:gd name="T31" fmla="*/ 3 h 22"/>
                <a:gd name="T32" fmla="*/ 7 w 55"/>
                <a:gd name="T33" fmla="*/ 9 h 22"/>
                <a:gd name="T34" fmla="*/ 7 w 55"/>
                <a:gd name="T35" fmla="*/ 9 h 22"/>
                <a:gd name="T36" fmla="*/ 4 w 55"/>
                <a:gd name="T37" fmla="*/ 14 h 22"/>
                <a:gd name="T38" fmla="*/ 0 w 55"/>
                <a:gd name="T39" fmla="*/ 20 h 22"/>
                <a:gd name="T40" fmla="*/ 0 w 55"/>
                <a:gd name="T41" fmla="*/ 20 h 22"/>
                <a:gd name="T42" fmla="*/ 11 w 55"/>
                <a:gd name="T43" fmla="*/ 22 h 22"/>
                <a:gd name="T44" fmla="*/ 20 w 55"/>
                <a:gd name="T45" fmla="*/ 22 h 22"/>
                <a:gd name="T46" fmla="*/ 20 w 55"/>
                <a:gd name="T4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20" y="22"/>
                  </a:move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F76699E9-10CA-42FC-9CAA-FE51AF49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3C786C70-CF5B-45D0-94F7-3E4F957B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444A968D-B830-40CA-AF3D-217BBE8F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18 w 27"/>
                <a:gd name="T1" fmla="*/ 22 h 25"/>
                <a:gd name="T2" fmla="*/ 18 w 27"/>
                <a:gd name="T3" fmla="*/ 22 h 25"/>
                <a:gd name="T4" fmla="*/ 27 w 27"/>
                <a:gd name="T5" fmla="*/ 14 h 25"/>
                <a:gd name="T6" fmla="*/ 27 w 27"/>
                <a:gd name="T7" fmla="*/ 14 h 25"/>
                <a:gd name="T8" fmla="*/ 23 w 27"/>
                <a:gd name="T9" fmla="*/ 11 h 25"/>
                <a:gd name="T10" fmla="*/ 22 w 27"/>
                <a:gd name="T11" fmla="*/ 5 h 25"/>
                <a:gd name="T12" fmla="*/ 22 w 27"/>
                <a:gd name="T13" fmla="*/ 5 h 25"/>
                <a:gd name="T14" fmla="*/ 11 w 27"/>
                <a:gd name="T15" fmla="*/ 7 h 25"/>
                <a:gd name="T16" fmla="*/ 11 w 27"/>
                <a:gd name="T17" fmla="*/ 7 h 25"/>
                <a:gd name="T18" fmla="*/ 0 w 27"/>
                <a:gd name="T19" fmla="*/ 0 h 25"/>
                <a:gd name="T20" fmla="*/ 0 w 27"/>
                <a:gd name="T21" fmla="*/ 0 h 25"/>
                <a:gd name="T22" fmla="*/ 2 w 27"/>
                <a:gd name="T23" fmla="*/ 13 h 25"/>
                <a:gd name="T24" fmla="*/ 3 w 27"/>
                <a:gd name="T25" fmla="*/ 22 h 25"/>
                <a:gd name="T26" fmla="*/ 5 w 27"/>
                <a:gd name="T27" fmla="*/ 24 h 25"/>
                <a:gd name="T28" fmla="*/ 7 w 27"/>
                <a:gd name="T29" fmla="*/ 25 h 25"/>
                <a:gd name="T30" fmla="*/ 11 w 27"/>
                <a:gd name="T31" fmla="*/ 25 h 25"/>
                <a:gd name="T32" fmla="*/ 18 w 27"/>
                <a:gd name="T33" fmla="*/ 22 h 25"/>
                <a:gd name="T34" fmla="*/ 18 w 27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8" y="22"/>
                  </a:move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5560B895-BD00-4E8F-B2B9-598F92F9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45 w 56"/>
                <a:gd name="T1" fmla="*/ 17 h 26"/>
                <a:gd name="T2" fmla="*/ 45 w 56"/>
                <a:gd name="T3" fmla="*/ 17 h 26"/>
                <a:gd name="T4" fmla="*/ 51 w 56"/>
                <a:gd name="T5" fmla="*/ 15 h 26"/>
                <a:gd name="T6" fmla="*/ 56 w 56"/>
                <a:gd name="T7" fmla="*/ 15 h 26"/>
                <a:gd name="T8" fmla="*/ 56 w 56"/>
                <a:gd name="T9" fmla="*/ 15 h 26"/>
                <a:gd name="T10" fmla="*/ 53 w 56"/>
                <a:gd name="T11" fmla="*/ 11 h 26"/>
                <a:gd name="T12" fmla="*/ 51 w 56"/>
                <a:gd name="T13" fmla="*/ 8 h 26"/>
                <a:gd name="T14" fmla="*/ 51 w 56"/>
                <a:gd name="T15" fmla="*/ 8 h 26"/>
                <a:gd name="T16" fmla="*/ 38 w 56"/>
                <a:gd name="T17" fmla="*/ 4 h 26"/>
                <a:gd name="T18" fmla="*/ 25 w 56"/>
                <a:gd name="T19" fmla="*/ 2 h 26"/>
                <a:gd name="T20" fmla="*/ 0 w 56"/>
                <a:gd name="T21" fmla="*/ 0 h 26"/>
                <a:gd name="T22" fmla="*/ 0 w 56"/>
                <a:gd name="T23" fmla="*/ 0 h 26"/>
                <a:gd name="T24" fmla="*/ 7 w 56"/>
                <a:gd name="T25" fmla="*/ 15 h 26"/>
                <a:gd name="T26" fmla="*/ 12 w 56"/>
                <a:gd name="T27" fmla="*/ 20 h 26"/>
                <a:gd name="T28" fmla="*/ 18 w 56"/>
                <a:gd name="T29" fmla="*/ 24 h 26"/>
                <a:gd name="T30" fmla="*/ 23 w 56"/>
                <a:gd name="T31" fmla="*/ 26 h 26"/>
                <a:gd name="T32" fmla="*/ 31 w 56"/>
                <a:gd name="T33" fmla="*/ 24 h 26"/>
                <a:gd name="T34" fmla="*/ 38 w 56"/>
                <a:gd name="T35" fmla="*/ 22 h 26"/>
                <a:gd name="T36" fmla="*/ 45 w 56"/>
                <a:gd name="T37" fmla="*/ 17 h 26"/>
                <a:gd name="T38" fmla="*/ 45 w 56"/>
                <a:gd name="T39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45" y="17"/>
                  </a:move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A70A7CD6-1050-404E-AD41-35A704C8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0 w 56"/>
                <a:gd name="T1" fmla="*/ 22 h 29"/>
                <a:gd name="T2" fmla="*/ 0 w 56"/>
                <a:gd name="T3" fmla="*/ 22 h 29"/>
                <a:gd name="T4" fmla="*/ 14 w 56"/>
                <a:gd name="T5" fmla="*/ 25 h 29"/>
                <a:gd name="T6" fmla="*/ 27 w 56"/>
                <a:gd name="T7" fmla="*/ 27 h 29"/>
                <a:gd name="T8" fmla="*/ 56 w 56"/>
                <a:gd name="T9" fmla="*/ 29 h 29"/>
                <a:gd name="T10" fmla="*/ 56 w 56"/>
                <a:gd name="T11" fmla="*/ 29 h 29"/>
                <a:gd name="T12" fmla="*/ 56 w 56"/>
                <a:gd name="T13" fmla="*/ 22 h 29"/>
                <a:gd name="T14" fmla="*/ 56 w 56"/>
                <a:gd name="T15" fmla="*/ 14 h 29"/>
                <a:gd name="T16" fmla="*/ 56 w 56"/>
                <a:gd name="T17" fmla="*/ 14 h 29"/>
                <a:gd name="T18" fmla="*/ 45 w 56"/>
                <a:gd name="T19" fmla="*/ 7 h 29"/>
                <a:gd name="T20" fmla="*/ 45 w 56"/>
                <a:gd name="T21" fmla="*/ 7 h 29"/>
                <a:gd name="T22" fmla="*/ 38 w 56"/>
                <a:gd name="T23" fmla="*/ 4 h 29"/>
                <a:gd name="T24" fmla="*/ 32 w 56"/>
                <a:gd name="T25" fmla="*/ 0 h 29"/>
                <a:gd name="T26" fmla="*/ 27 w 56"/>
                <a:gd name="T27" fmla="*/ 0 h 29"/>
                <a:gd name="T28" fmla="*/ 27 w 56"/>
                <a:gd name="T29" fmla="*/ 0 h 29"/>
                <a:gd name="T30" fmla="*/ 5 w 56"/>
                <a:gd name="T31" fmla="*/ 18 h 29"/>
                <a:gd name="T32" fmla="*/ 5 w 56"/>
                <a:gd name="T33" fmla="*/ 18 h 29"/>
                <a:gd name="T34" fmla="*/ 5 w 56"/>
                <a:gd name="T35" fmla="*/ 18 h 29"/>
                <a:gd name="T36" fmla="*/ 3 w 56"/>
                <a:gd name="T37" fmla="*/ 20 h 29"/>
                <a:gd name="T38" fmla="*/ 0 w 56"/>
                <a:gd name="T39" fmla="*/ 22 h 29"/>
                <a:gd name="T40" fmla="*/ 0 w 56"/>
                <a:gd name="T41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0" y="22"/>
                  </a:move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7CF0E15-5692-4B38-A2F9-885A2DDC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528F424B-DE70-4AB3-B653-8A8E48CF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20 w 22"/>
                <a:gd name="T1" fmla="*/ 17 h 17"/>
                <a:gd name="T2" fmla="*/ 20 w 22"/>
                <a:gd name="T3" fmla="*/ 17 h 17"/>
                <a:gd name="T4" fmla="*/ 22 w 22"/>
                <a:gd name="T5" fmla="*/ 13 h 17"/>
                <a:gd name="T6" fmla="*/ 22 w 22"/>
                <a:gd name="T7" fmla="*/ 11 h 17"/>
                <a:gd name="T8" fmla="*/ 20 w 22"/>
                <a:gd name="T9" fmla="*/ 11 h 17"/>
                <a:gd name="T10" fmla="*/ 20 w 22"/>
                <a:gd name="T11" fmla="*/ 11 h 17"/>
                <a:gd name="T12" fmla="*/ 20 w 22"/>
                <a:gd name="T13" fmla="*/ 7 h 17"/>
                <a:gd name="T14" fmla="*/ 19 w 22"/>
                <a:gd name="T15" fmla="*/ 7 h 17"/>
                <a:gd name="T16" fmla="*/ 17 w 22"/>
                <a:gd name="T17" fmla="*/ 7 h 17"/>
                <a:gd name="T18" fmla="*/ 17 w 22"/>
                <a:gd name="T19" fmla="*/ 7 h 17"/>
                <a:gd name="T20" fmla="*/ 13 w 22"/>
                <a:gd name="T21" fmla="*/ 0 h 17"/>
                <a:gd name="T22" fmla="*/ 13 w 22"/>
                <a:gd name="T23" fmla="*/ 0 h 17"/>
                <a:gd name="T24" fmla="*/ 9 w 22"/>
                <a:gd name="T25" fmla="*/ 0 h 17"/>
                <a:gd name="T26" fmla="*/ 6 w 22"/>
                <a:gd name="T27" fmla="*/ 0 h 17"/>
                <a:gd name="T28" fmla="*/ 6 w 22"/>
                <a:gd name="T29" fmla="*/ 0 h 17"/>
                <a:gd name="T30" fmla="*/ 0 w 22"/>
                <a:gd name="T31" fmla="*/ 17 h 17"/>
                <a:gd name="T32" fmla="*/ 0 w 22"/>
                <a:gd name="T33" fmla="*/ 17 h 17"/>
                <a:gd name="T34" fmla="*/ 9 w 22"/>
                <a:gd name="T35" fmla="*/ 17 h 17"/>
                <a:gd name="T36" fmla="*/ 15 w 22"/>
                <a:gd name="T37" fmla="*/ 17 h 17"/>
                <a:gd name="T38" fmla="*/ 20 w 22"/>
                <a:gd name="T39" fmla="*/ 17 h 17"/>
                <a:gd name="T40" fmla="*/ 20 w 22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20" y="17"/>
                  </a:move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DB303D7B-71BA-4B4D-B2B8-CA6DC3AF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C52172D3-5C40-4354-90E7-8416CF85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8 w 17"/>
                <a:gd name="T1" fmla="*/ 15 h 15"/>
                <a:gd name="T2" fmla="*/ 8 w 17"/>
                <a:gd name="T3" fmla="*/ 15 h 15"/>
                <a:gd name="T4" fmla="*/ 9 w 17"/>
                <a:gd name="T5" fmla="*/ 13 h 15"/>
                <a:gd name="T6" fmla="*/ 11 w 17"/>
                <a:gd name="T7" fmla="*/ 13 h 15"/>
                <a:gd name="T8" fmla="*/ 11 w 17"/>
                <a:gd name="T9" fmla="*/ 13 h 15"/>
                <a:gd name="T10" fmla="*/ 15 w 17"/>
                <a:gd name="T11" fmla="*/ 13 h 15"/>
                <a:gd name="T12" fmla="*/ 17 w 17"/>
                <a:gd name="T13" fmla="*/ 11 h 15"/>
                <a:gd name="T14" fmla="*/ 17 w 17"/>
                <a:gd name="T15" fmla="*/ 8 h 15"/>
                <a:gd name="T16" fmla="*/ 17 w 17"/>
                <a:gd name="T17" fmla="*/ 8 h 15"/>
                <a:gd name="T18" fmla="*/ 4 w 17"/>
                <a:gd name="T19" fmla="*/ 0 h 15"/>
                <a:gd name="T20" fmla="*/ 0 w 17"/>
                <a:gd name="T21" fmla="*/ 9 h 15"/>
                <a:gd name="T22" fmla="*/ 0 w 17"/>
                <a:gd name="T23" fmla="*/ 9 h 15"/>
                <a:gd name="T24" fmla="*/ 2 w 17"/>
                <a:gd name="T25" fmla="*/ 11 h 15"/>
                <a:gd name="T26" fmla="*/ 4 w 17"/>
                <a:gd name="T27" fmla="*/ 13 h 15"/>
                <a:gd name="T28" fmla="*/ 8 w 17"/>
                <a:gd name="T29" fmla="*/ 15 h 15"/>
                <a:gd name="T30" fmla="*/ 8 w 17"/>
                <a:gd name="T3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8" y="15"/>
                  </a:move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F219A04A-B099-4B48-9329-8E55584B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4 w 44"/>
                <a:gd name="T1" fmla="*/ 62 h 62"/>
                <a:gd name="T2" fmla="*/ 24 w 44"/>
                <a:gd name="T3" fmla="*/ 62 h 62"/>
                <a:gd name="T4" fmla="*/ 28 w 44"/>
                <a:gd name="T5" fmla="*/ 57 h 62"/>
                <a:gd name="T6" fmla="*/ 31 w 44"/>
                <a:gd name="T7" fmla="*/ 55 h 62"/>
                <a:gd name="T8" fmla="*/ 31 w 44"/>
                <a:gd name="T9" fmla="*/ 55 h 62"/>
                <a:gd name="T10" fmla="*/ 31 w 44"/>
                <a:gd name="T11" fmla="*/ 51 h 62"/>
                <a:gd name="T12" fmla="*/ 31 w 44"/>
                <a:gd name="T13" fmla="*/ 50 h 62"/>
                <a:gd name="T14" fmla="*/ 31 w 44"/>
                <a:gd name="T15" fmla="*/ 48 h 62"/>
                <a:gd name="T16" fmla="*/ 31 w 44"/>
                <a:gd name="T17" fmla="*/ 48 h 62"/>
                <a:gd name="T18" fmla="*/ 37 w 44"/>
                <a:gd name="T19" fmla="*/ 44 h 62"/>
                <a:gd name="T20" fmla="*/ 40 w 44"/>
                <a:gd name="T21" fmla="*/ 40 h 62"/>
                <a:gd name="T22" fmla="*/ 44 w 44"/>
                <a:gd name="T23" fmla="*/ 35 h 62"/>
                <a:gd name="T24" fmla="*/ 44 w 44"/>
                <a:gd name="T25" fmla="*/ 28 h 62"/>
                <a:gd name="T26" fmla="*/ 44 w 44"/>
                <a:gd name="T27" fmla="*/ 28 h 62"/>
                <a:gd name="T28" fmla="*/ 40 w 44"/>
                <a:gd name="T29" fmla="*/ 22 h 62"/>
                <a:gd name="T30" fmla="*/ 33 w 44"/>
                <a:gd name="T31" fmla="*/ 13 h 62"/>
                <a:gd name="T32" fmla="*/ 20 w 44"/>
                <a:gd name="T33" fmla="*/ 0 h 62"/>
                <a:gd name="T34" fmla="*/ 20 w 44"/>
                <a:gd name="T35" fmla="*/ 0 h 62"/>
                <a:gd name="T36" fmla="*/ 11 w 44"/>
                <a:gd name="T37" fmla="*/ 11 h 62"/>
                <a:gd name="T38" fmla="*/ 6 w 44"/>
                <a:gd name="T39" fmla="*/ 26 h 62"/>
                <a:gd name="T40" fmla="*/ 0 w 44"/>
                <a:gd name="T41" fmla="*/ 28 h 62"/>
                <a:gd name="T42" fmla="*/ 0 w 44"/>
                <a:gd name="T43" fmla="*/ 28 h 62"/>
                <a:gd name="T44" fmla="*/ 4 w 44"/>
                <a:gd name="T45" fmla="*/ 44 h 62"/>
                <a:gd name="T46" fmla="*/ 8 w 44"/>
                <a:gd name="T47" fmla="*/ 53 h 62"/>
                <a:gd name="T48" fmla="*/ 9 w 44"/>
                <a:gd name="T49" fmla="*/ 59 h 62"/>
                <a:gd name="T50" fmla="*/ 9 w 44"/>
                <a:gd name="T51" fmla="*/ 59 h 62"/>
                <a:gd name="T52" fmla="*/ 13 w 44"/>
                <a:gd name="T53" fmla="*/ 60 h 62"/>
                <a:gd name="T54" fmla="*/ 17 w 44"/>
                <a:gd name="T55" fmla="*/ 60 h 62"/>
                <a:gd name="T56" fmla="*/ 20 w 44"/>
                <a:gd name="T57" fmla="*/ 60 h 62"/>
                <a:gd name="T58" fmla="*/ 24 w 44"/>
                <a:gd name="T59" fmla="*/ 62 h 62"/>
                <a:gd name="T60" fmla="*/ 24 w 44"/>
                <a:gd name="T6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4" y="62"/>
                  </a:move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6AA6B0BB-F743-4AD7-8890-86AFAA931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0 w 7"/>
                <a:gd name="T1" fmla="*/ 11 h 12"/>
                <a:gd name="T2" fmla="*/ 0 w 7"/>
                <a:gd name="T3" fmla="*/ 11 h 12"/>
                <a:gd name="T4" fmla="*/ 7 w 7"/>
                <a:gd name="T5" fmla="*/ 12 h 12"/>
                <a:gd name="T6" fmla="*/ 7 w 7"/>
                <a:gd name="T7" fmla="*/ 12 h 12"/>
                <a:gd name="T8" fmla="*/ 7 w 7"/>
                <a:gd name="T9" fmla="*/ 3 h 12"/>
                <a:gd name="T10" fmla="*/ 6 w 7"/>
                <a:gd name="T11" fmla="*/ 1 h 12"/>
                <a:gd name="T12" fmla="*/ 2 w 7"/>
                <a:gd name="T13" fmla="*/ 0 h 12"/>
                <a:gd name="T14" fmla="*/ 0 w 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2">
                  <a:moveTo>
                    <a:pt x="0" y="11"/>
                  </a:move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91F27E32-2661-456A-9F44-065FC308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16167997-309D-4B13-AE03-5D731490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65D7865E-3F27-4459-AA07-FCCD991E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422BC0DC-7403-4917-A17C-581EA635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5BFA4BEC-5DFF-4330-8881-0DE26344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27 w 44"/>
                <a:gd name="T1" fmla="*/ 100 h 197"/>
                <a:gd name="T2" fmla="*/ 27 w 44"/>
                <a:gd name="T3" fmla="*/ 89 h 197"/>
                <a:gd name="T4" fmla="*/ 27 w 44"/>
                <a:gd name="T5" fmla="*/ 62 h 197"/>
                <a:gd name="T6" fmla="*/ 25 w 44"/>
                <a:gd name="T7" fmla="*/ 53 h 197"/>
                <a:gd name="T8" fmla="*/ 27 w 44"/>
                <a:gd name="T9" fmla="*/ 47 h 197"/>
                <a:gd name="T10" fmla="*/ 29 w 44"/>
                <a:gd name="T11" fmla="*/ 42 h 197"/>
                <a:gd name="T12" fmla="*/ 25 w 44"/>
                <a:gd name="T13" fmla="*/ 33 h 197"/>
                <a:gd name="T14" fmla="*/ 20 w 44"/>
                <a:gd name="T15" fmla="*/ 24 h 197"/>
                <a:gd name="T16" fmla="*/ 20 w 44"/>
                <a:gd name="T17" fmla="*/ 20 h 197"/>
                <a:gd name="T18" fmla="*/ 24 w 44"/>
                <a:gd name="T19" fmla="*/ 13 h 197"/>
                <a:gd name="T20" fmla="*/ 25 w 44"/>
                <a:gd name="T21" fmla="*/ 9 h 197"/>
                <a:gd name="T22" fmla="*/ 18 w 44"/>
                <a:gd name="T23" fmla="*/ 0 h 197"/>
                <a:gd name="T24" fmla="*/ 14 w 44"/>
                <a:gd name="T25" fmla="*/ 4 h 197"/>
                <a:gd name="T26" fmla="*/ 9 w 44"/>
                <a:gd name="T27" fmla="*/ 7 h 197"/>
                <a:gd name="T28" fmla="*/ 14 w 44"/>
                <a:gd name="T29" fmla="*/ 20 h 197"/>
                <a:gd name="T30" fmla="*/ 14 w 44"/>
                <a:gd name="T31" fmla="*/ 27 h 197"/>
                <a:gd name="T32" fmla="*/ 5 w 44"/>
                <a:gd name="T33" fmla="*/ 35 h 197"/>
                <a:gd name="T34" fmla="*/ 2 w 44"/>
                <a:gd name="T35" fmla="*/ 38 h 197"/>
                <a:gd name="T36" fmla="*/ 2 w 44"/>
                <a:gd name="T37" fmla="*/ 58 h 197"/>
                <a:gd name="T38" fmla="*/ 5 w 44"/>
                <a:gd name="T39" fmla="*/ 73 h 197"/>
                <a:gd name="T40" fmla="*/ 5 w 44"/>
                <a:gd name="T41" fmla="*/ 100 h 197"/>
                <a:gd name="T42" fmla="*/ 2 w 44"/>
                <a:gd name="T43" fmla="*/ 124 h 197"/>
                <a:gd name="T44" fmla="*/ 5 w 44"/>
                <a:gd name="T45" fmla="*/ 128 h 197"/>
                <a:gd name="T46" fmla="*/ 5 w 44"/>
                <a:gd name="T47" fmla="*/ 135 h 197"/>
                <a:gd name="T48" fmla="*/ 2 w 44"/>
                <a:gd name="T49" fmla="*/ 138 h 197"/>
                <a:gd name="T50" fmla="*/ 7 w 44"/>
                <a:gd name="T51" fmla="*/ 149 h 197"/>
                <a:gd name="T52" fmla="*/ 5 w 44"/>
                <a:gd name="T53" fmla="*/ 171 h 197"/>
                <a:gd name="T54" fmla="*/ 0 w 44"/>
                <a:gd name="T55" fmla="*/ 195 h 197"/>
                <a:gd name="T56" fmla="*/ 9 w 44"/>
                <a:gd name="T57" fmla="*/ 182 h 197"/>
                <a:gd name="T58" fmla="*/ 20 w 44"/>
                <a:gd name="T59" fmla="*/ 189 h 197"/>
                <a:gd name="T60" fmla="*/ 22 w 44"/>
                <a:gd name="T61" fmla="*/ 195 h 197"/>
                <a:gd name="T62" fmla="*/ 25 w 44"/>
                <a:gd name="T63" fmla="*/ 197 h 197"/>
                <a:gd name="T64" fmla="*/ 25 w 44"/>
                <a:gd name="T65" fmla="*/ 186 h 197"/>
                <a:gd name="T66" fmla="*/ 18 w 44"/>
                <a:gd name="T67" fmla="*/ 175 h 197"/>
                <a:gd name="T68" fmla="*/ 13 w 44"/>
                <a:gd name="T69" fmla="*/ 164 h 197"/>
                <a:gd name="T70" fmla="*/ 13 w 44"/>
                <a:gd name="T71" fmla="*/ 151 h 197"/>
                <a:gd name="T72" fmla="*/ 20 w 44"/>
                <a:gd name="T73" fmla="*/ 120 h 197"/>
                <a:gd name="T74" fmla="*/ 22 w 44"/>
                <a:gd name="T75" fmla="*/ 118 h 197"/>
                <a:gd name="T76" fmla="*/ 22 w 44"/>
                <a:gd name="T77" fmla="*/ 115 h 197"/>
                <a:gd name="T78" fmla="*/ 29 w 44"/>
                <a:gd name="T79" fmla="*/ 115 h 197"/>
                <a:gd name="T80" fmla="*/ 35 w 44"/>
                <a:gd name="T81" fmla="*/ 115 h 197"/>
                <a:gd name="T82" fmla="*/ 44 w 44"/>
                <a:gd name="T83" fmla="*/ 124 h 197"/>
                <a:gd name="T84" fmla="*/ 35 w 44"/>
                <a:gd name="T85" fmla="*/ 104 h 197"/>
                <a:gd name="T86" fmla="*/ 29 w 44"/>
                <a:gd name="T87" fmla="*/ 10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29" y="100"/>
                  </a:move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9" y="1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9E83440B-796A-4497-9DF3-E772D4CD9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6 w 18"/>
                <a:gd name="T1" fmla="*/ 4 h 19"/>
                <a:gd name="T2" fmla="*/ 16 w 18"/>
                <a:gd name="T3" fmla="*/ 4 h 19"/>
                <a:gd name="T4" fmla="*/ 14 w 18"/>
                <a:gd name="T5" fmla="*/ 2 h 19"/>
                <a:gd name="T6" fmla="*/ 16 w 18"/>
                <a:gd name="T7" fmla="*/ 0 h 19"/>
                <a:gd name="T8" fmla="*/ 16 w 18"/>
                <a:gd name="T9" fmla="*/ 0 h 19"/>
                <a:gd name="T10" fmla="*/ 13 w 18"/>
                <a:gd name="T11" fmla="*/ 2 h 19"/>
                <a:gd name="T12" fmla="*/ 5 w 18"/>
                <a:gd name="T13" fmla="*/ 11 h 19"/>
                <a:gd name="T14" fmla="*/ 5 w 18"/>
                <a:gd name="T15" fmla="*/ 11 h 19"/>
                <a:gd name="T16" fmla="*/ 2 w 18"/>
                <a:gd name="T17" fmla="*/ 13 h 19"/>
                <a:gd name="T18" fmla="*/ 2 w 18"/>
                <a:gd name="T19" fmla="*/ 13 h 19"/>
                <a:gd name="T20" fmla="*/ 0 w 18"/>
                <a:gd name="T21" fmla="*/ 17 h 19"/>
                <a:gd name="T22" fmla="*/ 0 w 18"/>
                <a:gd name="T23" fmla="*/ 19 h 19"/>
                <a:gd name="T24" fmla="*/ 4 w 18"/>
                <a:gd name="T25" fmla="*/ 19 h 19"/>
                <a:gd name="T26" fmla="*/ 4 w 18"/>
                <a:gd name="T27" fmla="*/ 19 h 19"/>
                <a:gd name="T28" fmla="*/ 18 w 18"/>
                <a:gd name="T29" fmla="*/ 9 h 19"/>
                <a:gd name="T30" fmla="*/ 18 w 18"/>
                <a:gd name="T31" fmla="*/ 9 h 19"/>
                <a:gd name="T32" fmla="*/ 18 w 18"/>
                <a:gd name="T33" fmla="*/ 4 h 19"/>
                <a:gd name="T34" fmla="*/ 18 w 18"/>
                <a:gd name="T35" fmla="*/ 4 h 19"/>
                <a:gd name="T36" fmla="*/ 16 w 18"/>
                <a:gd name="T37" fmla="*/ 4 h 19"/>
                <a:gd name="T38" fmla="*/ 16 w 18"/>
                <a:gd name="T3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6" y="4"/>
                  </a:move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85DD4A6A-3DB3-4300-AE3B-56F38B9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F725871-CD9F-4E4B-93B3-2CB193C2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8D3F901-CF9A-49C7-A0D0-6F19F3A7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11 w 14"/>
                <a:gd name="T1" fmla="*/ 13 h 13"/>
                <a:gd name="T2" fmla="*/ 11 w 14"/>
                <a:gd name="T3" fmla="*/ 13 h 13"/>
                <a:gd name="T4" fmla="*/ 13 w 14"/>
                <a:gd name="T5" fmla="*/ 9 h 13"/>
                <a:gd name="T6" fmla="*/ 14 w 14"/>
                <a:gd name="T7" fmla="*/ 5 h 13"/>
                <a:gd name="T8" fmla="*/ 14 w 14"/>
                <a:gd name="T9" fmla="*/ 5 h 13"/>
                <a:gd name="T10" fmla="*/ 5 w 14"/>
                <a:gd name="T11" fmla="*/ 0 h 13"/>
                <a:gd name="T12" fmla="*/ 5 w 14"/>
                <a:gd name="T13" fmla="*/ 0 h 13"/>
                <a:gd name="T14" fmla="*/ 5 w 14"/>
                <a:gd name="T15" fmla="*/ 0 h 13"/>
                <a:gd name="T16" fmla="*/ 3 w 14"/>
                <a:gd name="T17" fmla="*/ 2 h 13"/>
                <a:gd name="T18" fmla="*/ 0 w 14"/>
                <a:gd name="T19" fmla="*/ 5 h 13"/>
                <a:gd name="T20" fmla="*/ 0 w 14"/>
                <a:gd name="T21" fmla="*/ 5 h 13"/>
                <a:gd name="T22" fmla="*/ 0 w 14"/>
                <a:gd name="T23" fmla="*/ 9 h 13"/>
                <a:gd name="T24" fmla="*/ 2 w 14"/>
                <a:gd name="T25" fmla="*/ 11 h 13"/>
                <a:gd name="T26" fmla="*/ 3 w 14"/>
                <a:gd name="T27" fmla="*/ 9 h 13"/>
                <a:gd name="T28" fmla="*/ 3 w 14"/>
                <a:gd name="T29" fmla="*/ 13 h 13"/>
                <a:gd name="T30" fmla="*/ 3 w 14"/>
                <a:gd name="T31" fmla="*/ 13 h 13"/>
                <a:gd name="T32" fmla="*/ 5 w 14"/>
                <a:gd name="T33" fmla="*/ 13 h 13"/>
                <a:gd name="T34" fmla="*/ 11 w 14"/>
                <a:gd name="T35" fmla="*/ 13 h 13"/>
                <a:gd name="T36" fmla="*/ 11 w 14"/>
                <a:gd name="T3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11" y="13"/>
                  </a:move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5F2B4197-EC5E-4BF4-A9C0-AF744BB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5 w 11"/>
                <a:gd name="T1" fmla="*/ 12 h 14"/>
                <a:gd name="T2" fmla="*/ 5 w 11"/>
                <a:gd name="T3" fmla="*/ 12 h 14"/>
                <a:gd name="T4" fmla="*/ 9 w 11"/>
                <a:gd name="T5" fmla="*/ 5 h 14"/>
                <a:gd name="T6" fmla="*/ 11 w 11"/>
                <a:gd name="T7" fmla="*/ 1 h 14"/>
                <a:gd name="T8" fmla="*/ 11 w 11"/>
                <a:gd name="T9" fmla="*/ 0 h 14"/>
                <a:gd name="T10" fmla="*/ 9 w 11"/>
                <a:gd name="T11" fmla="*/ 0 h 14"/>
                <a:gd name="T12" fmla="*/ 9 w 11"/>
                <a:gd name="T13" fmla="*/ 0 h 14"/>
                <a:gd name="T14" fmla="*/ 3 w 11"/>
                <a:gd name="T15" fmla="*/ 3 h 14"/>
                <a:gd name="T16" fmla="*/ 0 w 11"/>
                <a:gd name="T17" fmla="*/ 11 h 14"/>
                <a:gd name="T18" fmla="*/ 0 w 11"/>
                <a:gd name="T19" fmla="*/ 12 h 14"/>
                <a:gd name="T20" fmla="*/ 0 w 11"/>
                <a:gd name="T21" fmla="*/ 14 h 14"/>
                <a:gd name="T22" fmla="*/ 1 w 11"/>
                <a:gd name="T23" fmla="*/ 14 h 14"/>
                <a:gd name="T24" fmla="*/ 5 w 11"/>
                <a:gd name="T25" fmla="*/ 12 h 14"/>
                <a:gd name="T26" fmla="*/ 5 w 11"/>
                <a:gd name="T2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0E02004B-409D-4FAC-B9AC-8800B44C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5653D134-9452-45F1-B3EA-28AB44D8D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CEA04C03-54EB-41D6-9939-D234875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326548E6-1D9F-40B8-B000-E559573CA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8774" y="1530756"/>
              <a:ext cx="0" cy="2966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2 h 2"/>
                <a:gd name="T4" fmla="*/ 0 h 2"/>
                <a:gd name="T5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AD74EFFB-F75D-4942-8FA5-C3CC62469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827" y="1349829"/>
              <a:ext cx="3823187" cy="1456310"/>
            </a:xfrm>
            <a:custGeom>
              <a:avLst/>
              <a:gdLst>
                <a:gd name="T0" fmla="*/ 2444 w 2578"/>
                <a:gd name="T1" fmla="*/ 288 h 982"/>
                <a:gd name="T2" fmla="*/ 2285 w 2578"/>
                <a:gd name="T3" fmla="*/ 268 h 982"/>
                <a:gd name="T4" fmla="*/ 2108 w 2578"/>
                <a:gd name="T5" fmla="*/ 253 h 982"/>
                <a:gd name="T6" fmla="*/ 1950 w 2578"/>
                <a:gd name="T7" fmla="*/ 206 h 982"/>
                <a:gd name="T8" fmla="*/ 1890 w 2578"/>
                <a:gd name="T9" fmla="*/ 190 h 982"/>
                <a:gd name="T10" fmla="*/ 1777 w 2578"/>
                <a:gd name="T11" fmla="*/ 204 h 982"/>
                <a:gd name="T12" fmla="*/ 1651 w 2578"/>
                <a:gd name="T13" fmla="*/ 219 h 982"/>
                <a:gd name="T14" fmla="*/ 1567 w 2578"/>
                <a:gd name="T15" fmla="*/ 175 h 982"/>
                <a:gd name="T16" fmla="*/ 1538 w 2578"/>
                <a:gd name="T17" fmla="*/ 151 h 982"/>
                <a:gd name="T18" fmla="*/ 1363 w 2578"/>
                <a:gd name="T19" fmla="*/ 150 h 982"/>
                <a:gd name="T20" fmla="*/ 1263 w 2578"/>
                <a:gd name="T21" fmla="*/ 151 h 982"/>
                <a:gd name="T22" fmla="*/ 1297 w 2578"/>
                <a:gd name="T23" fmla="*/ 29 h 982"/>
                <a:gd name="T24" fmla="*/ 1115 w 2578"/>
                <a:gd name="T25" fmla="*/ 62 h 982"/>
                <a:gd name="T26" fmla="*/ 968 w 2578"/>
                <a:gd name="T27" fmla="*/ 75 h 982"/>
                <a:gd name="T28" fmla="*/ 880 w 2578"/>
                <a:gd name="T29" fmla="*/ 179 h 982"/>
                <a:gd name="T30" fmla="*/ 878 w 2578"/>
                <a:gd name="T31" fmla="*/ 217 h 982"/>
                <a:gd name="T32" fmla="*/ 791 w 2578"/>
                <a:gd name="T33" fmla="*/ 221 h 982"/>
                <a:gd name="T34" fmla="*/ 776 w 2578"/>
                <a:gd name="T35" fmla="*/ 262 h 982"/>
                <a:gd name="T36" fmla="*/ 758 w 2578"/>
                <a:gd name="T37" fmla="*/ 303 h 982"/>
                <a:gd name="T38" fmla="*/ 736 w 2578"/>
                <a:gd name="T39" fmla="*/ 292 h 982"/>
                <a:gd name="T40" fmla="*/ 636 w 2578"/>
                <a:gd name="T41" fmla="*/ 201 h 982"/>
                <a:gd name="T42" fmla="*/ 558 w 2578"/>
                <a:gd name="T43" fmla="*/ 261 h 982"/>
                <a:gd name="T44" fmla="*/ 435 w 2578"/>
                <a:gd name="T45" fmla="*/ 295 h 982"/>
                <a:gd name="T46" fmla="*/ 326 w 2578"/>
                <a:gd name="T47" fmla="*/ 341 h 982"/>
                <a:gd name="T48" fmla="*/ 257 w 2578"/>
                <a:gd name="T49" fmla="*/ 355 h 982"/>
                <a:gd name="T50" fmla="*/ 157 w 2578"/>
                <a:gd name="T51" fmla="*/ 419 h 982"/>
                <a:gd name="T52" fmla="*/ 220 w 2578"/>
                <a:gd name="T53" fmla="*/ 324 h 982"/>
                <a:gd name="T54" fmla="*/ 51 w 2578"/>
                <a:gd name="T55" fmla="*/ 255 h 982"/>
                <a:gd name="T56" fmla="*/ 62 w 2578"/>
                <a:gd name="T57" fmla="*/ 416 h 982"/>
                <a:gd name="T58" fmla="*/ 20 w 2578"/>
                <a:gd name="T59" fmla="*/ 541 h 982"/>
                <a:gd name="T60" fmla="*/ 58 w 2578"/>
                <a:gd name="T61" fmla="*/ 638 h 982"/>
                <a:gd name="T62" fmla="*/ 104 w 2578"/>
                <a:gd name="T63" fmla="*/ 743 h 982"/>
                <a:gd name="T64" fmla="*/ 191 w 2578"/>
                <a:gd name="T65" fmla="*/ 802 h 982"/>
                <a:gd name="T66" fmla="*/ 171 w 2578"/>
                <a:gd name="T67" fmla="*/ 907 h 982"/>
                <a:gd name="T68" fmla="*/ 302 w 2578"/>
                <a:gd name="T69" fmla="*/ 951 h 982"/>
                <a:gd name="T70" fmla="*/ 330 w 2578"/>
                <a:gd name="T71" fmla="*/ 865 h 982"/>
                <a:gd name="T72" fmla="*/ 337 w 2578"/>
                <a:gd name="T73" fmla="*/ 760 h 982"/>
                <a:gd name="T74" fmla="*/ 446 w 2578"/>
                <a:gd name="T75" fmla="*/ 747 h 982"/>
                <a:gd name="T76" fmla="*/ 530 w 2578"/>
                <a:gd name="T77" fmla="*/ 683 h 982"/>
                <a:gd name="T78" fmla="*/ 866 w 2578"/>
                <a:gd name="T79" fmla="*/ 753 h 982"/>
                <a:gd name="T80" fmla="*/ 1239 w 2578"/>
                <a:gd name="T81" fmla="*/ 774 h 982"/>
                <a:gd name="T82" fmla="*/ 1560 w 2578"/>
                <a:gd name="T83" fmla="*/ 711 h 982"/>
                <a:gd name="T84" fmla="*/ 1660 w 2578"/>
                <a:gd name="T85" fmla="*/ 889 h 982"/>
                <a:gd name="T86" fmla="*/ 1762 w 2578"/>
                <a:gd name="T87" fmla="*/ 845 h 982"/>
                <a:gd name="T88" fmla="*/ 1791 w 2578"/>
                <a:gd name="T89" fmla="*/ 696 h 982"/>
                <a:gd name="T90" fmla="*/ 1762 w 2578"/>
                <a:gd name="T91" fmla="*/ 616 h 982"/>
                <a:gd name="T92" fmla="*/ 1911 w 2578"/>
                <a:gd name="T93" fmla="*/ 547 h 982"/>
                <a:gd name="T94" fmla="*/ 2028 w 2578"/>
                <a:gd name="T95" fmla="*/ 543 h 982"/>
                <a:gd name="T96" fmla="*/ 2105 w 2578"/>
                <a:gd name="T97" fmla="*/ 494 h 982"/>
                <a:gd name="T98" fmla="*/ 2161 w 2578"/>
                <a:gd name="T99" fmla="*/ 501 h 982"/>
                <a:gd name="T100" fmla="*/ 2057 w 2578"/>
                <a:gd name="T101" fmla="*/ 754 h 982"/>
                <a:gd name="T102" fmla="*/ 2157 w 2578"/>
                <a:gd name="T103" fmla="*/ 581 h 982"/>
                <a:gd name="T104" fmla="*/ 2272 w 2578"/>
                <a:gd name="T105" fmla="*/ 525 h 982"/>
                <a:gd name="T106" fmla="*/ 2394 w 2578"/>
                <a:gd name="T107" fmla="*/ 414 h 982"/>
                <a:gd name="T108" fmla="*/ 2451 w 2578"/>
                <a:gd name="T109" fmla="*/ 381 h 982"/>
                <a:gd name="T110" fmla="*/ 2567 w 2578"/>
                <a:gd name="T111" fmla="*/ 383 h 982"/>
                <a:gd name="T112" fmla="*/ 78 w 2578"/>
                <a:gd name="T113" fmla="*/ 487 h 982"/>
                <a:gd name="T114" fmla="*/ 133 w 2578"/>
                <a:gd name="T115" fmla="*/ 457 h 982"/>
                <a:gd name="T116" fmla="*/ 157 w 2578"/>
                <a:gd name="T117" fmla="*/ 510 h 982"/>
                <a:gd name="T118" fmla="*/ 1184 w 2578"/>
                <a:gd name="T119" fmla="*/ 71 h 982"/>
                <a:gd name="T120" fmla="*/ 1286 w 2578"/>
                <a:gd name="T121" fmla="*/ 707 h 982"/>
                <a:gd name="T122" fmla="*/ 1308 w 2578"/>
                <a:gd name="T123" fmla="*/ 676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78" h="982">
                  <a:moveTo>
                    <a:pt x="2558" y="357"/>
                  </a:moveTo>
                  <a:lnTo>
                    <a:pt x="2558" y="357"/>
                  </a:lnTo>
                  <a:lnTo>
                    <a:pt x="2553" y="352"/>
                  </a:lnTo>
                  <a:lnTo>
                    <a:pt x="2549" y="346"/>
                  </a:lnTo>
                  <a:lnTo>
                    <a:pt x="2544" y="339"/>
                  </a:lnTo>
                  <a:lnTo>
                    <a:pt x="2536" y="335"/>
                  </a:lnTo>
                  <a:lnTo>
                    <a:pt x="2536" y="335"/>
                  </a:lnTo>
                  <a:lnTo>
                    <a:pt x="2531" y="335"/>
                  </a:lnTo>
                  <a:lnTo>
                    <a:pt x="2524" y="335"/>
                  </a:lnTo>
                  <a:lnTo>
                    <a:pt x="2509" y="335"/>
                  </a:lnTo>
                  <a:lnTo>
                    <a:pt x="2509" y="335"/>
                  </a:lnTo>
                  <a:lnTo>
                    <a:pt x="2509" y="337"/>
                  </a:lnTo>
                  <a:lnTo>
                    <a:pt x="2507" y="339"/>
                  </a:lnTo>
                  <a:lnTo>
                    <a:pt x="2506" y="341"/>
                  </a:lnTo>
                  <a:lnTo>
                    <a:pt x="2506" y="341"/>
                  </a:lnTo>
                  <a:lnTo>
                    <a:pt x="2507" y="341"/>
                  </a:lnTo>
                  <a:lnTo>
                    <a:pt x="2507" y="343"/>
                  </a:lnTo>
                  <a:lnTo>
                    <a:pt x="2507" y="348"/>
                  </a:lnTo>
                  <a:lnTo>
                    <a:pt x="2507" y="348"/>
                  </a:lnTo>
                  <a:lnTo>
                    <a:pt x="2509" y="348"/>
                  </a:lnTo>
                  <a:lnTo>
                    <a:pt x="2507" y="348"/>
                  </a:lnTo>
                  <a:lnTo>
                    <a:pt x="2500" y="348"/>
                  </a:lnTo>
                  <a:lnTo>
                    <a:pt x="2500" y="348"/>
                  </a:lnTo>
                  <a:lnTo>
                    <a:pt x="2504" y="346"/>
                  </a:lnTo>
                  <a:lnTo>
                    <a:pt x="2504" y="343"/>
                  </a:lnTo>
                  <a:lnTo>
                    <a:pt x="2500" y="334"/>
                  </a:lnTo>
                  <a:lnTo>
                    <a:pt x="2493" y="319"/>
                  </a:lnTo>
                  <a:lnTo>
                    <a:pt x="2493" y="319"/>
                  </a:lnTo>
                  <a:lnTo>
                    <a:pt x="2491" y="321"/>
                  </a:lnTo>
                  <a:lnTo>
                    <a:pt x="2487" y="321"/>
                  </a:lnTo>
                  <a:lnTo>
                    <a:pt x="2487" y="321"/>
                  </a:lnTo>
                  <a:lnTo>
                    <a:pt x="2482" y="313"/>
                  </a:lnTo>
                  <a:lnTo>
                    <a:pt x="2482" y="313"/>
                  </a:lnTo>
                  <a:lnTo>
                    <a:pt x="2480" y="313"/>
                  </a:lnTo>
                  <a:lnTo>
                    <a:pt x="2475" y="313"/>
                  </a:lnTo>
                  <a:lnTo>
                    <a:pt x="2471" y="313"/>
                  </a:lnTo>
                  <a:lnTo>
                    <a:pt x="2467" y="313"/>
                  </a:lnTo>
                  <a:lnTo>
                    <a:pt x="2467" y="313"/>
                  </a:lnTo>
                  <a:lnTo>
                    <a:pt x="2467" y="310"/>
                  </a:lnTo>
                  <a:lnTo>
                    <a:pt x="2467" y="306"/>
                  </a:lnTo>
                  <a:lnTo>
                    <a:pt x="2467" y="306"/>
                  </a:lnTo>
                  <a:lnTo>
                    <a:pt x="2467" y="304"/>
                  </a:lnTo>
                  <a:lnTo>
                    <a:pt x="2465" y="304"/>
                  </a:lnTo>
                  <a:lnTo>
                    <a:pt x="2460" y="304"/>
                  </a:lnTo>
                  <a:lnTo>
                    <a:pt x="2460" y="299"/>
                  </a:lnTo>
                  <a:lnTo>
                    <a:pt x="2460" y="299"/>
                  </a:lnTo>
                  <a:lnTo>
                    <a:pt x="2458" y="297"/>
                  </a:lnTo>
                  <a:lnTo>
                    <a:pt x="2454" y="297"/>
                  </a:lnTo>
                  <a:lnTo>
                    <a:pt x="2451" y="297"/>
                  </a:lnTo>
                  <a:lnTo>
                    <a:pt x="2449" y="297"/>
                  </a:lnTo>
                  <a:lnTo>
                    <a:pt x="2449" y="297"/>
                  </a:lnTo>
                  <a:lnTo>
                    <a:pt x="2445" y="293"/>
                  </a:lnTo>
                  <a:lnTo>
                    <a:pt x="2444" y="288"/>
                  </a:lnTo>
                  <a:lnTo>
                    <a:pt x="2440" y="284"/>
                  </a:lnTo>
                  <a:lnTo>
                    <a:pt x="2436" y="283"/>
                  </a:lnTo>
                  <a:lnTo>
                    <a:pt x="2436" y="283"/>
                  </a:lnTo>
                  <a:lnTo>
                    <a:pt x="2431" y="283"/>
                  </a:lnTo>
                  <a:lnTo>
                    <a:pt x="2427" y="283"/>
                  </a:lnTo>
                  <a:lnTo>
                    <a:pt x="2427" y="283"/>
                  </a:lnTo>
                  <a:lnTo>
                    <a:pt x="2409" y="268"/>
                  </a:lnTo>
                  <a:lnTo>
                    <a:pt x="2409" y="268"/>
                  </a:lnTo>
                  <a:lnTo>
                    <a:pt x="2409" y="262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2" y="257"/>
                  </a:lnTo>
                  <a:lnTo>
                    <a:pt x="2398" y="257"/>
                  </a:lnTo>
                  <a:lnTo>
                    <a:pt x="2391" y="257"/>
                  </a:lnTo>
                  <a:lnTo>
                    <a:pt x="2385" y="259"/>
                  </a:lnTo>
                  <a:lnTo>
                    <a:pt x="2382" y="261"/>
                  </a:lnTo>
                  <a:lnTo>
                    <a:pt x="2382" y="261"/>
                  </a:lnTo>
                  <a:lnTo>
                    <a:pt x="2378" y="257"/>
                  </a:lnTo>
                  <a:lnTo>
                    <a:pt x="2376" y="253"/>
                  </a:lnTo>
                  <a:lnTo>
                    <a:pt x="2372" y="250"/>
                  </a:lnTo>
                  <a:lnTo>
                    <a:pt x="2371" y="248"/>
                  </a:lnTo>
                  <a:lnTo>
                    <a:pt x="2371" y="248"/>
                  </a:lnTo>
                  <a:lnTo>
                    <a:pt x="2367" y="246"/>
                  </a:lnTo>
                  <a:lnTo>
                    <a:pt x="2363" y="246"/>
                  </a:lnTo>
                  <a:lnTo>
                    <a:pt x="2360" y="246"/>
                  </a:lnTo>
                  <a:lnTo>
                    <a:pt x="2356" y="246"/>
                  </a:lnTo>
                  <a:lnTo>
                    <a:pt x="2356" y="246"/>
                  </a:lnTo>
                  <a:lnTo>
                    <a:pt x="2352" y="241"/>
                  </a:lnTo>
                  <a:lnTo>
                    <a:pt x="2351" y="237"/>
                  </a:lnTo>
                  <a:lnTo>
                    <a:pt x="2351" y="237"/>
                  </a:lnTo>
                  <a:lnTo>
                    <a:pt x="2342" y="237"/>
                  </a:lnTo>
                  <a:lnTo>
                    <a:pt x="2329" y="239"/>
                  </a:lnTo>
                  <a:lnTo>
                    <a:pt x="2318" y="241"/>
                  </a:lnTo>
                  <a:lnTo>
                    <a:pt x="2309" y="241"/>
                  </a:lnTo>
                  <a:lnTo>
                    <a:pt x="2307" y="235"/>
                  </a:lnTo>
                  <a:lnTo>
                    <a:pt x="2307" y="235"/>
                  </a:lnTo>
                  <a:lnTo>
                    <a:pt x="2298" y="237"/>
                  </a:lnTo>
                  <a:lnTo>
                    <a:pt x="2290" y="239"/>
                  </a:lnTo>
                  <a:lnTo>
                    <a:pt x="2285" y="237"/>
                  </a:lnTo>
                  <a:lnTo>
                    <a:pt x="2285" y="237"/>
                  </a:lnTo>
                  <a:lnTo>
                    <a:pt x="2281" y="235"/>
                  </a:lnTo>
                  <a:lnTo>
                    <a:pt x="2280" y="233"/>
                  </a:lnTo>
                  <a:lnTo>
                    <a:pt x="2278" y="233"/>
                  </a:lnTo>
                  <a:lnTo>
                    <a:pt x="2274" y="248"/>
                  </a:lnTo>
                  <a:lnTo>
                    <a:pt x="2274" y="248"/>
                  </a:lnTo>
                  <a:lnTo>
                    <a:pt x="2276" y="250"/>
                  </a:lnTo>
                  <a:lnTo>
                    <a:pt x="2280" y="252"/>
                  </a:lnTo>
                  <a:lnTo>
                    <a:pt x="2285" y="255"/>
                  </a:lnTo>
                  <a:lnTo>
                    <a:pt x="2285" y="255"/>
                  </a:lnTo>
                  <a:lnTo>
                    <a:pt x="2283" y="257"/>
                  </a:lnTo>
                  <a:lnTo>
                    <a:pt x="2281" y="261"/>
                  </a:lnTo>
                  <a:lnTo>
                    <a:pt x="2285" y="268"/>
                  </a:lnTo>
                  <a:lnTo>
                    <a:pt x="2285" y="268"/>
                  </a:lnTo>
                  <a:lnTo>
                    <a:pt x="2281" y="268"/>
                  </a:lnTo>
                  <a:lnTo>
                    <a:pt x="2280" y="270"/>
                  </a:lnTo>
                  <a:lnTo>
                    <a:pt x="2280" y="270"/>
                  </a:lnTo>
                  <a:lnTo>
                    <a:pt x="2272" y="279"/>
                  </a:lnTo>
                  <a:lnTo>
                    <a:pt x="2272" y="279"/>
                  </a:lnTo>
                  <a:lnTo>
                    <a:pt x="2265" y="277"/>
                  </a:lnTo>
                  <a:lnTo>
                    <a:pt x="2265" y="277"/>
                  </a:lnTo>
                  <a:lnTo>
                    <a:pt x="2263" y="283"/>
                  </a:lnTo>
                  <a:lnTo>
                    <a:pt x="2263" y="283"/>
                  </a:lnTo>
                  <a:lnTo>
                    <a:pt x="2256" y="281"/>
                  </a:lnTo>
                  <a:lnTo>
                    <a:pt x="2250" y="283"/>
                  </a:lnTo>
                  <a:lnTo>
                    <a:pt x="2250" y="283"/>
                  </a:lnTo>
                  <a:lnTo>
                    <a:pt x="2249" y="273"/>
                  </a:lnTo>
                  <a:lnTo>
                    <a:pt x="2249" y="264"/>
                  </a:lnTo>
                  <a:lnTo>
                    <a:pt x="2241" y="262"/>
                  </a:lnTo>
                  <a:lnTo>
                    <a:pt x="2241" y="262"/>
                  </a:lnTo>
                  <a:lnTo>
                    <a:pt x="2241" y="261"/>
                  </a:lnTo>
                  <a:lnTo>
                    <a:pt x="2241" y="257"/>
                  </a:lnTo>
                  <a:lnTo>
                    <a:pt x="2241" y="250"/>
                  </a:lnTo>
                  <a:lnTo>
                    <a:pt x="2241" y="250"/>
                  </a:lnTo>
                  <a:lnTo>
                    <a:pt x="2230" y="255"/>
                  </a:lnTo>
                  <a:lnTo>
                    <a:pt x="2227" y="259"/>
                  </a:lnTo>
                  <a:lnTo>
                    <a:pt x="2221" y="261"/>
                  </a:lnTo>
                  <a:lnTo>
                    <a:pt x="2221" y="261"/>
                  </a:lnTo>
                  <a:lnTo>
                    <a:pt x="2216" y="259"/>
                  </a:lnTo>
                  <a:lnTo>
                    <a:pt x="2214" y="257"/>
                  </a:lnTo>
                  <a:lnTo>
                    <a:pt x="2214" y="255"/>
                  </a:lnTo>
                  <a:lnTo>
                    <a:pt x="2216" y="255"/>
                  </a:lnTo>
                  <a:lnTo>
                    <a:pt x="2216" y="255"/>
                  </a:lnTo>
                  <a:lnTo>
                    <a:pt x="2205" y="252"/>
                  </a:lnTo>
                  <a:lnTo>
                    <a:pt x="2198" y="252"/>
                  </a:lnTo>
                  <a:lnTo>
                    <a:pt x="2192" y="253"/>
                  </a:lnTo>
                  <a:lnTo>
                    <a:pt x="2192" y="253"/>
                  </a:lnTo>
                  <a:lnTo>
                    <a:pt x="2188" y="255"/>
                  </a:lnTo>
                  <a:lnTo>
                    <a:pt x="2185" y="257"/>
                  </a:lnTo>
                  <a:lnTo>
                    <a:pt x="2185" y="257"/>
                  </a:lnTo>
                  <a:lnTo>
                    <a:pt x="2183" y="257"/>
                  </a:lnTo>
                  <a:lnTo>
                    <a:pt x="2183" y="255"/>
                  </a:lnTo>
                  <a:lnTo>
                    <a:pt x="2181" y="250"/>
                  </a:lnTo>
                  <a:lnTo>
                    <a:pt x="2181" y="250"/>
                  </a:lnTo>
                  <a:lnTo>
                    <a:pt x="2159" y="250"/>
                  </a:lnTo>
                  <a:lnTo>
                    <a:pt x="2150" y="252"/>
                  </a:lnTo>
                  <a:lnTo>
                    <a:pt x="2143" y="252"/>
                  </a:lnTo>
                  <a:lnTo>
                    <a:pt x="2137" y="255"/>
                  </a:lnTo>
                  <a:lnTo>
                    <a:pt x="2132" y="261"/>
                  </a:lnTo>
                  <a:lnTo>
                    <a:pt x="2128" y="268"/>
                  </a:lnTo>
                  <a:lnTo>
                    <a:pt x="2126" y="277"/>
                  </a:lnTo>
                  <a:lnTo>
                    <a:pt x="2126" y="277"/>
                  </a:lnTo>
                  <a:lnTo>
                    <a:pt x="2119" y="255"/>
                  </a:lnTo>
                  <a:lnTo>
                    <a:pt x="2119" y="255"/>
                  </a:lnTo>
                  <a:lnTo>
                    <a:pt x="2112" y="255"/>
                  </a:lnTo>
                  <a:lnTo>
                    <a:pt x="2108" y="253"/>
                  </a:lnTo>
                  <a:lnTo>
                    <a:pt x="2108" y="253"/>
                  </a:lnTo>
                  <a:lnTo>
                    <a:pt x="2110" y="246"/>
                  </a:lnTo>
                  <a:lnTo>
                    <a:pt x="2110" y="242"/>
                  </a:lnTo>
                  <a:lnTo>
                    <a:pt x="2108" y="241"/>
                  </a:lnTo>
                  <a:lnTo>
                    <a:pt x="2108" y="241"/>
                  </a:lnTo>
                  <a:lnTo>
                    <a:pt x="2112" y="241"/>
                  </a:lnTo>
                  <a:lnTo>
                    <a:pt x="2114" y="237"/>
                  </a:lnTo>
                  <a:lnTo>
                    <a:pt x="2114" y="237"/>
                  </a:lnTo>
                  <a:lnTo>
                    <a:pt x="2099" y="228"/>
                  </a:lnTo>
                  <a:lnTo>
                    <a:pt x="2099" y="228"/>
                  </a:lnTo>
                  <a:lnTo>
                    <a:pt x="2097" y="224"/>
                  </a:lnTo>
                  <a:lnTo>
                    <a:pt x="2096" y="221"/>
                  </a:lnTo>
                  <a:lnTo>
                    <a:pt x="2096" y="221"/>
                  </a:lnTo>
                  <a:lnTo>
                    <a:pt x="2092" y="219"/>
                  </a:lnTo>
                  <a:lnTo>
                    <a:pt x="2090" y="219"/>
                  </a:lnTo>
                  <a:lnTo>
                    <a:pt x="2081" y="219"/>
                  </a:lnTo>
                  <a:lnTo>
                    <a:pt x="2077" y="213"/>
                  </a:lnTo>
                  <a:lnTo>
                    <a:pt x="2077" y="213"/>
                  </a:lnTo>
                  <a:lnTo>
                    <a:pt x="2066" y="217"/>
                  </a:lnTo>
                  <a:lnTo>
                    <a:pt x="2052" y="221"/>
                  </a:lnTo>
                  <a:lnTo>
                    <a:pt x="2052" y="221"/>
                  </a:lnTo>
                  <a:lnTo>
                    <a:pt x="2050" y="221"/>
                  </a:lnTo>
                  <a:lnTo>
                    <a:pt x="2050" y="219"/>
                  </a:lnTo>
                  <a:lnTo>
                    <a:pt x="2048" y="215"/>
                  </a:lnTo>
                  <a:lnTo>
                    <a:pt x="2048" y="215"/>
                  </a:lnTo>
                  <a:lnTo>
                    <a:pt x="2026" y="215"/>
                  </a:lnTo>
                  <a:lnTo>
                    <a:pt x="2019" y="221"/>
                  </a:lnTo>
                  <a:lnTo>
                    <a:pt x="2019" y="221"/>
                  </a:lnTo>
                  <a:lnTo>
                    <a:pt x="2012" y="221"/>
                  </a:lnTo>
                  <a:lnTo>
                    <a:pt x="2006" y="221"/>
                  </a:lnTo>
                  <a:lnTo>
                    <a:pt x="2003" y="219"/>
                  </a:lnTo>
                  <a:lnTo>
                    <a:pt x="1995" y="219"/>
                  </a:lnTo>
                  <a:lnTo>
                    <a:pt x="1992" y="222"/>
                  </a:lnTo>
                  <a:lnTo>
                    <a:pt x="1992" y="222"/>
                  </a:lnTo>
                  <a:lnTo>
                    <a:pt x="1973" y="226"/>
                  </a:lnTo>
                  <a:lnTo>
                    <a:pt x="1955" y="226"/>
                  </a:lnTo>
                  <a:lnTo>
                    <a:pt x="1928" y="222"/>
                  </a:lnTo>
                  <a:lnTo>
                    <a:pt x="1928" y="222"/>
                  </a:lnTo>
                  <a:lnTo>
                    <a:pt x="1932" y="221"/>
                  </a:lnTo>
                  <a:lnTo>
                    <a:pt x="1933" y="219"/>
                  </a:lnTo>
                  <a:lnTo>
                    <a:pt x="1933" y="219"/>
                  </a:lnTo>
                  <a:lnTo>
                    <a:pt x="1937" y="221"/>
                  </a:lnTo>
                  <a:lnTo>
                    <a:pt x="1939" y="221"/>
                  </a:lnTo>
                  <a:lnTo>
                    <a:pt x="1942" y="221"/>
                  </a:lnTo>
                  <a:lnTo>
                    <a:pt x="1942" y="221"/>
                  </a:lnTo>
                  <a:lnTo>
                    <a:pt x="1952" y="213"/>
                  </a:lnTo>
                  <a:lnTo>
                    <a:pt x="1959" y="204"/>
                  </a:lnTo>
                  <a:lnTo>
                    <a:pt x="1959" y="204"/>
                  </a:lnTo>
                  <a:lnTo>
                    <a:pt x="1962" y="199"/>
                  </a:lnTo>
                  <a:lnTo>
                    <a:pt x="1962" y="195"/>
                  </a:lnTo>
                  <a:lnTo>
                    <a:pt x="1961" y="195"/>
                  </a:lnTo>
                  <a:lnTo>
                    <a:pt x="1959" y="197"/>
                  </a:lnTo>
                  <a:lnTo>
                    <a:pt x="1950" y="206"/>
                  </a:lnTo>
                  <a:lnTo>
                    <a:pt x="1950" y="208"/>
                  </a:lnTo>
                  <a:lnTo>
                    <a:pt x="1950" y="208"/>
                  </a:lnTo>
                  <a:lnTo>
                    <a:pt x="1946" y="208"/>
                  </a:lnTo>
                  <a:lnTo>
                    <a:pt x="1942" y="208"/>
                  </a:lnTo>
                  <a:lnTo>
                    <a:pt x="1942" y="208"/>
                  </a:lnTo>
                  <a:lnTo>
                    <a:pt x="1933" y="204"/>
                  </a:lnTo>
                  <a:lnTo>
                    <a:pt x="1933" y="204"/>
                  </a:lnTo>
                  <a:lnTo>
                    <a:pt x="1932" y="201"/>
                  </a:lnTo>
                  <a:lnTo>
                    <a:pt x="1933" y="199"/>
                  </a:lnTo>
                  <a:lnTo>
                    <a:pt x="1935" y="199"/>
                  </a:lnTo>
                  <a:lnTo>
                    <a:pt x="1935" y="199"/>
                  </a:lnTo>
                  <a:lnTo>
                    <a:pt x="1937" y="199"/>
                  </a:lnTo>
                  <a:lnTo>
                    <a:pt x="1944" y="201"/>
                  </a:lnTo>
                  <a:lnTo>
                    <a:pt x="1944" y="201"/>
                  </a:lnTo>
                  <a:lnTo>
                    <a:pt x="1950" y="190"/>
                  </a:lnTo>
                  <a:lnTo>
                    <a:pt x="1950" y="190"/>
                  </a:lnTo>
                  <a:lnTo>
                    <a:pt x="1935" y="182"/>
                  </a:lnTo>
                  <a:lnTo>
                    <a:pt x="1928" y="179"/>
                  </a:lnTo>
                  <a:lnTo>
                    <a:pt x="1921" y="177"/>
                  </a:lnTo>
                  <a:lnTo>
                    <a:pt x="1921" y="177"/>
                  </a:lnTo>
                  <a:lnTo>
                    <a:pt x="1917" y="177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0" y="179"/>
                  </a:lnTo>
                  <a:lnTo>
                    <a:pt x="1906" y="179"/>
                  </a:lnTo>
                  <a:lnTo>
                    <a:pt x="1901" y="179"/>
                  </a:lnTo>
                  <a:lnTo>
                    <a:pt x="1895" y="182"/>
                  </a:lnTo>
                  <a:lnTo>
                    <a:pt x="1895" y="182"/>
                  </a:lnTo>
                  <a:lnTo>
                    <a:pt x="1895" y="190"/>
                  </a:lnTo>
                  <a:lnTo>
                    <a:pt x="1895" y="190"/>
                  </a:lnTo>
                  <a:lnTo>
                    <a:pt x="1893" y="195"/>
                  </a:lnTo>
                  <a:lnTo>
                    <a:pt x="1890" y="201"/>
                  </a:lnTo>
                  <a:lnTo>
                    <a:pt x="1884" y="206"/>
                  </a:lnTo>
                  <a:lnTo>
                    <a:pt x="1879" y="208"/>
                  </a:lnTo>
                  <a:lnTo>
                    <a:pt x="1879" y="208"/>
                  </a:lnTo>
                  <a:lnTo>
                    <a:pt x="1870" y="210"/>
                  </a:lnTo>
                  <a:lnTo>
                    <a:pt x="1870" y="208"/>
                  </a:lnTo>
                  <a:lnTo>
                    <a:pt x="1870" y="208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5" y="199"/>
                  </a:lnTo>
                  <a:lnTo>
                    <a:pt x="1871" y="197"/>
                  </a:lnTo>
                  <a:lnTo>
                    <a:pt x="1871" y="197"/>
                  </a:lnTo>
                  <a:lnTo>
                    <a:pt x="1877" y="191"/>
                  </a:lnTo>
                  <a:lnTo>
                    <a:pt x="1884" y="186"/>
                  </a:lnTo>
                  <a:lnTo>
                    <a:pt x="1884" y="184"/>
                  </a:lnTo>
                  <a:lnTo>
                    <a:pt x="1884" y="184"/>
                  </a:lnTo>
                  <a:lnTo>
                    <a:pt x="1886" y="188"/>
                  </a:lnTo>
                  <a:lnTo>
                    <a:pt x="1891" y="191"/>
                  </a:lnTo>
                  <a:lnTo>
                    <a:pt x="1891" y="191"/>
                  </a:lnTo>
                  <a:lnTo>
                    <a:pt x="1890" y="190"/>
                  </a:lnTo>
                  <a:lnTo>
                    <a:pt x="1891" y="186"/>
                  </a:lnTo>
                  <a:lnTo>
                    <a:pt x="1893" y="182"/>
                  </a:lnTo>
                  <a:lnTo>
                    <a:pt x="1893" y="182"/>
                  </a:lnTo>
                  <a:lnTo>
                    <a:pt x="1875" y="182"/>
                  </a:lnTo>
                  <a:lnTo>
                    <a:pt x="1859" y="184"/>
                  </a:lnTo>
                  <a:lnTo>
                    <a:pt x="1859" y="184"/>
                  </a:lnTo>
                  <a:lnTo>
                    <a:pt x="1857" y="175"/>
                  </a:lnTo>
                  <a:lnTo>
                    <a:pt x="1857" y="175"/>
                  </a:lnTo>
                  <a:lnTo>
                    <a:pt x="1873" y="175"/>
                  </a:lnTo>
                  <a:lnTo>
                    <a:pt x="1875" y="173"/>
                  </a:lnTo>
                  <a:lnTo>
                    <a:pt x="1875" y="173"/>
                  </a:lnTo>
                  <a:lnTo>
                    <a:pt x="1866" y="170"/>
                  </a:lnTo>
                  <a:lnTo>
                    <a:pt x="1866" y="170"/>
                  </a:lnTo>
                  <a:lnTo>
                    <a:pt x="1853" y="168"/>
                  </a:lnTo>
                  <a:lnTo>
                    <a:pt x="1839" y="166"/>
                  </a:lnTo>
                  <a:lnTo>
                    <a:pt x="1824" y="166"/>
                  </a:lnTo>
                  <a:lnTo>
                    <a:pt x="1809" y="162"/>
                  </a:lnTo>
                  <a:lnTo>
                    <a:pt x="1809" y="162"/>
                  </a:lnTo>
                  <a:lnTo>
                    <a:pt x="1806" y="155"/>
                  </a:lnTo>
                  <a:lnTo>
                    <a:pt x="1806" y="155"/>
                  </a:lnTo>
                  <a:lnTo>
                    <a:pt x="1800" y="155"/>
                  </a:lnTo>
                  <a:lnTo>
                    <a:pt x="1795" y="155"/>
                  </a:lnTo>
                  <a:lnTo>
                    <a:pt x="1795" y="160"/>
                  </a:lnTo>
                  <a:lnTo>
                    <a:pt x="1795" y="160"/>
                  </a:lnTo>
                  <a:lnTo>
                    <a:pt x="1800" y="160"/>
                  </a:lnTo>
                  <a:lnTo>
                    <a:pt x="1800" y="162"/>
                  </a:lnTo>
                  <a:lnTo>
                    <a:pt x="1802" y="164"/>
                  </a:lnTo>
                  <a:lnTo>
                    <a:pt x="1802" y="168"/>
                  </a:lnTo>
                  <a:lnTo>
                    <a:pt x="1802" y="168"/>
                  </a:lnTo>
                  <a:lnTo>
                    <a:pt x="1793" y="166"/>
                  </a:lnTo>
                  <a:lnTo>
                    <a:pt x="1786" y="168"/>
                  </a:lnTo>
                  <a:lnTo>
                    <a:pt x="1784" y="175"/>
                  </a:lnTo>
                  <a:lnTo>
                    <a:pt x="1784" y="175"/>
                  </a:lnTo>
                  <a:lnTo>
                    <a:pt x="1788" y="175"/>
                  </a:lnTo>
                  <a:lnTo>
                    <a:pt x="1789" y="177"/>
                  </a:lnTo>
                  <a:lnTo>
                    <a:pt x="1789" y="179"/>
                  </a:lnTo>
                  <a:lnTo>
                    <a:pt x="1789" y="179"/>
                  </a:lnTo>
                  <a:lnTo>
                    <a:pt x="1784" y="179"/>
                  </a:lnTo>
                  <a:lnTo>
                    <a:pt x="1784" y="179"/>
                  </a:lnTo>
                  <a:lnTo>
                    <a:pt x="1782" y="186"/>
                  </a:lnTo>
                  <a:lnTo>
                    <a:pt x="1782" y="190"/>
                  </a:lnTo>
                  <a:lnTo>
                    <a:pt x="1782" y="190"/>
                  </a:lnTo>
                  <a:lnTo>
                    <a:pt x="1784" y="190"/>
                  </a:lnTo>
                  <a:lnTo>
                    <a:pt x="1784" y="190"/>
                  </a:lnTo>
                  <a:lnTo>
                    <a:pt x="1786" y="195"/>
                  </a:lnTo>
                  <a:lnTo>
                    <a:pt x="1788" y="199"/>
                  </a:lnTo>
                  <a:lnTo>
                    <a:pt x="1788" y="199"/>
                  </a:lnTo>
                  <a:lnTo>
                    <a:pt x="1788" y="201"/>
                  </a:lnTo>
                  <a:lnTo>
                    <a:pt x="1788" y="202"/>
                  </a:lnTo>
                  <a:lnTo>
                    <a:pt x="1786" y="204"/>
                  </a:lnTo>
                  <a:lnTo>
                    <a:pt x="1778" y="206"/>
                  </a:lnTo>
                  <a:lnTo>
                    <a:pt x="1777" y="204"/>
                  </a:lnTo>
                  <a:lnTo>
                    <a:pt x="1777" y="204"/>
                  </a:lnTo>
                  <a:lnTo>
                    <a:pt x="1777" y="206"/>
                  </a:lnTo>
                  <a:lnTo>
                    <a:pt x="1775" y="206"/>
                  </a:lnTo>
                  <a:lnTo>
                    <a:pt x="1771" y="206"/>
                  </a:lnTo>
                  <a:lnTo>
                    <a:pt x="1771" y="206"/>
                  </a:lnTo>
                  <a:lnTo>
                    <a:pt x="1771" y="197"/>
                  </a:lnTo>
                  <a:lnTo>
                    <a:pt x="1771" y="197"/>
                  </a:lnTo>
                  <a:lnTo>
                    <a:pt x="1766" y="197"/>
                  </a:lnTo>
                  <a:lnTo>
                    <a:pt x="1762" y="197"/>
                  </a:lnTo>
                  <a:lnTo>
                    <a:pt x="1762" y="201"/>
                  </a:lnTo>
                  <a:lnTo>
                    <a:pt x="1762" y="204"/>
                  </a:lnTo>
                  <a:lnTo>
                    <a:pt x="1762" y="208"/>
                  </a:lnTo>
                  <a:lnTo>
                    <a:pt x="1760" y="211"/>
                  </a:lnTo>
                  <a:lnTo>
                    <a:pt x="1757" y="213"/>
                  </a:lnTo>
                  <a:lnTo>
                    <a:pt x="1749" y="213"/>
                  </a:lnTo>
                  <a:lnTo>
                    <a:pt x="1749" y="213"/>
                  </a:lnTo>
                  <a:lnTo>
                    <a:pt x="1744" y="211"/>
                  </a:lnTo>
                  <a:lnTo>
                    <a:pt x="1740" y="208"/>
                  </a:lnTo>
                  <a:lnTo>
                    <a:pt x="1733" y="201"/>
                  </a:lnTo>
                  <a:lnTo>
                    <a:pt x="1733" y="201"/>
                  </a:lnTo>
                  <a:lnTo>
                    <a:pt x="1724" y="199"/>
                  </a:lnTo>
                  <a:lnTo>
                    <a:pt x="1715" y="197"/>
                  </a:lnTo>
                  <a:lnTo>
                    <a:pt x="1715" y="197"/>
                  </a:lnTo>
                  <a:lnTo>
                    <a:pt x="1713" y="193"/>
                  </a:lnTo>
                  <a:lnTo>
                    <a:pt x="1713" y="191"/>
                  </a:lnTo>
                  <a:lnTo>
                    <a:pt x="1713" y="191"/>
                  </a:lnTo>
                  <a:lnTo>
                    <a:pt x="1706" y="191"/>
                  </a:lnTo>
                  <a:lnTo>
                    <a:pt x="1706" y="191"/>
                  </a:lnTo>
                  <a:lnTo>
                    <a:pt x="1700" y="197"/>
                  </a:lnTo>
                  <a:lnTo>
                    <a:pt x="1695" y="201"/>
                  </a:lnTo>
                  <a:lnTo>
                    <a:pt x="1695" y="201"/>
                  </a:lnTo>
                  <a:lnTo>
                    <a:pt x="1687" y="204"/>
                  </a:lnTo>
                  <a:lnTo>
                    <a:pt x="1678" y="206"/>
                  </a:lnTo>
                  <a:lnTo>
                    <a:pt x="1678" y="206"/>
                  </a:lnTo>
                  <a:lnTo>
                    <a:pt x="1678" y="202"/>
                  </a:lnTo>
                  <a:lnTo>
                    <a:pt x="1680" y="201"/>
                  </a:lnTo>
                  <a:lnTo>
                    <a:pt x="1682" y="199"/>
                  </a:lnTo>
                  <a:lnTo>
                    <a:pt x="1680" y="193"/>
                  </a:lnTo>
                  <a:lnTo>
                    <a:pt x="1676" y="193"/>
                  </a:lnTo>
                  <a:lnTo>
                    <a:pt x="1676" y="193"/>
                  </a:lnTo>
                  <a:lnTo>
                    <a:pt x="1671" y="184"/>
                  </a:lnTo>
                  <a:lnTo>
                    <a:pt x="1671" y="184"/>
                  </a:lnTo>
                  <a:lnTo>
                    <a:pt x="1665" y="210"/>
                  </a:lnTo>
                  <a:lnTo>
                    <a:pt x="1660" y="222"/>
                  </a:lnTo>
                  <a:lnTo>
                    <a:pt x="1658" y="228"/>
                  </a:lnTo>
                  <a:lnTo>
                    <a:pt x="1655" y="230"/>
                  </a:lnTo>
                  <a:lnTo>
                    <a:pt x="1655" y="230"/>
                  </a:lnTo>
                  <a:lnTo>
                    <a:pt x="1651" y="232"/>
                  </a:lnTo>
                  <a:lnTo>
                    <a:pt x="1649" y="232"/>
                  </a:lnTo>
                  <a:lnTo>
                    <a:pt x="1647" y="228"/>
                  </a:lnTo>
                  <a:lnTo>
                    <a:pt x="1649" y="221"/>
                  </a:lnTo>
                  <a:lnTo>
                    <a:pt x="1649" y="221"/>
                  </a:lnTo>
                  <a:lnTo>
                    <a:pt x="1651" y="221"/>
                  </a:lnTo>
                  <a:lnTo>
                    <a:pt x="1651" y="219"/>
                  </a:lnTo>
                  <a:lnTo>
                    <a:pt x="1651" y="215"/>
                  </a:lnTo>
                  <a:lnTo>
                    <a:pt x="1651" y="215"/>
                  </a:lnTo>
                  <a:lnTo>
                    <a:pt x="1649" y="215"/>
                  </a:lnTo>
                  <a:lnTo>
                    <a:pt x="1649" y="217"/>
                  </a:lnTo>
                  <a:lnTo>
                    <a:pt x="1647" y="219"/>
                  </a:lnTo>
                  <a:lnTo>
                    <a:pt x="1644" y="219"/>
                  </a:lnTo>
                  <a:lnTo>
                    <a:pt x="1644" y="219"/>
                  </a:lnTo>
                  <a:lnTo>
                    <a:pt x="1640" y="215"/>
                  </a:lnTo>
                  <a:lnTo>
                    <a:pt x="1636" y="211"/>
                  </a:lnTo>
                  <a:lnTo>
                    <a:pt x="1636" y="211"/>
                  </a:lnTo>
                  <a:lnTo>
                    <a:pt x="1631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4" y="208"/>
                  </a:lnTo>
                  <a:lnTo>
                    <a:pt x="1616" y="201"/>
                  </a:lnTo>
                  <a:lnTo>
                    <a:pt x="1616" y="201"/>
                  </a:lnTo>
                  <a:lnTo>
                    <a:pt x="1614" y="204"/>
                  </a:lnTo>
                  <a:lnTo>
                    <a:pt x="1613" y="204"/>
                  </a:lnTo>
                  <a:lnTo>
                    <a:pt x="1609" y="204"/>
                  </a:lnTo>
                  <a:lnTo>
                    <a:pt x="1609" y="204"/>
                  </a:lnTo>
                  <a:lnTo>
                    <a:pt x="1609" y="197"/>
                  </a:lnTo>
                  <a:lnTo>
                    <a:pt x="1609" y="197"/>
                  </a:lnTo>
                  <a:lnTo>
                    <a:pt x="1616" y="197"/>
                  </a:lnTo>
                  <a:lnTo>
                    <a:pt x="1616" y="197"/>
                  </a:lnTo>
                  <a:lnTo>
                    <a:pt x="1618" y="195"/>
                  </a:lnTo>
                  <a:lnTo>
                    <a:pt x="1616" y="193"/>
                  </a:lnTo>
                  <a:lnTo>
                    <a:pt x="1614" y="191"/>
                  </a:lnTo>
                  <a:lnTo>
                    <a:pt x="1614" y="191"/>
                  </a:lnTo>
                  <a:lnTo>
                    <a:pt x="1613" y="191"/>
                  </a:lnTo>
                  <a:lnTo>
                    <a:pt x="1605" y="193"/>
                  </a:lnTo>
                  <a:lnTo>
                    <a:pt x="1605" y="193"/>
                  </a:lnTo>
                  <a:lnTo>
                    <a:pt x="1604" y="190"/>
                  </a:lnTo>
                  <a:lnTo>
                    <a:pt x="1602" y="184"/>
                  </a:lnTo>
                  <a:lnTo>
                    <a:pt x="1602" y="184"/>
                  </a:lnTo>
                  <a:lnTo>
                    <a:pt x="1598" y="181"/>
                  </a:lnTo>
                  <a:lnTo>
                    <a:pt x="1593" y="179"/>
                  </a:lnTo>
                  <a:lnTo>
                    <a:pt x="1583" y="175"/>
                  </a:lnTo>
                  <a:lnTo>
                    <a:pt x="1580" y="186"/>
                  </a:lnTo>
                  <a:lnTo>
                    <a:pt x="1580" y="186"/>
                  </a:lnTo>
                  <a:lnTo>
                    <a:pt x="1578" y="184"/>
                  </a:lnTo>
                  <a:lnTo>
                    <a:pt x="1576" y="181"/>
                  </a:lnTo>
                  <a:lnTo>
                    <a:pt x="1578" y="175"/>
                  </a:lnTo>
                  <a:lnTo>
                    <a:pt x="1578" y="170"/>
                  </a:lnTo>
                  <a:lnTo>
                    <a:pt x="1578" y="170"/>
                  </a:lnTo>
                  <a:lnTo>
                    <a:pt x="1576" y="170"/>
                  </a:lnTo>
                  <a:lnTo>
                    <a:pt x="1574" y="171"/>
                  </a:lnTo>
                  <a:lnTo>
                    <a:pt x="1573" y="177"/>
                  </a:lnTo>
                  <a:lnTo>
                    <a:pt x="1573" y="177"/>
                  </a:lnTo>
                  <a:lnTo>
                    <a:pt x="1569" y="177"/>
                  </a:lnTo>
                  <a:lnTo>
                    <a:pt x="1563" y="177"/>
                  </a:lnTo>
                  <a:lnTo>
                    <a:pt x="1563" y="177"/>
                  </a:lnTo>
                  <a:lnTo>
                    <a:pt x="1567" y="175"/>
                  </a:lnTo>
                  <a:lnTo>
                    <a:pt x="1569" y="171"/>
                  </a:lnTo>
                  <a:lnTo>
                    <a:pt x="1567" y="168"/>
                  </a:lnTo>
                  <a:lnTo>
                    <a:pt x="1565" y="168"/>
                  </a:lnTo>
                  <a:lnTo>
                    <a:pt x="1563" y="168"/>
                  </a:lnTo>
                  <a:lnTo>
                    <a:pt x="1563" y="168"/>
                  </a:lnTo>
                  <a:lnTo>
                    <a:pt x="1556" y="168"/>
                  </a:lnTo>
                  <a:lnTo>
                    <a:pt x="1551" y="171"/>
                  </a:lnTo>
                  <a:lnTo>
                    <a:pt x="1551" y="171"/>
                  </a:lnTo>
                  <a:lnTo>
                    <a:pt x="1547" y="168"/>
                  </a:lnTo>
                  <a:lnTo>
                    <a:pt x="1547" y="164"/>
                  </a:lnTo>
                  <a:lnTo>
                    <a:pt x="1549" y="164"/>
                  </a:lnTo>
                  <a:lnTo>
                    <a:pt x="1549" y="164"/>
                  </a:lnTo>
                  <a:lnTo>
                    <a:pt x="1547" y="162"/>
                  </a:lnTo>
                  <a:lnTo>
                    <a:pt x="1547" y="162"/>
                  </a:lnTo>
                  <a:lnTo>
                    <a:pt x="1551" y="162"/>
                  </a:lnTo>
                  <a:lnTo>
                    <a:pt x="1551" y="162"/>
                  </a:lnTo>
                  <a:lnTo>
                    <a:pt x="1543" y="160"/>
                  </a:lnTo>
                  <a:lnTo>
                    <a:pt x="1543" y="159"/>
                  </a:lnTo>
                  <a:lnTo>
                    <a:pt x="1547" y="157"/>
                  </a:lnTo>
                  <a:lnTo>
                    <a:pt x="1547" y="153"/>
                  </a:lnTo>
                  <a:lnTo>
                    <a:pt x="1547" y="153"/>
                  </a:lnTo>
                  <a:lnTo>
                    <a:pt x="1554" y="150"/>
                  </a:lnTo>
                  <a:lnTo>
                    <a:pt x="1563" y="148"/>
                  </a:lnTo>
                  <a:lnTo>
                    <a:pt x="1563" y="148"/>
                  </a:lnTo>
                  <a:lnTo>
                    <a:pt x="1567" y="144"/>
                  </a:lnTo>
                  <a:lnTo>
                    <a:pt x="1569" y="140"/>
                  </a:lnTo>
                  <a:lnTo>
                    <a:pt x="1573" y="133"/>
                  </a:lnTo>
                  <a:lnTo>
                    <a:pt x="1573" y="133"/>
                  </a:lnTo>
                  <a:lnTo>
                    <a:pt x="1563" y="131"/>
                  </a:lnTo>
                  <a:lnTo>
                    <a:pt x="1556" y="128"/>
                  </a:lnTo>
                  <a:lnTo>
                    <a:pt x="1556" y="128"/>
                  </a:lnTo>
                  <a:lnTo>
                    <a:pt x="1551" y="122"/>
                  </a:lnTo>
                  <a:lnTo>
                    <a:pt x="1547" y="120"/>
                  </a:lnTo>
                  <a:lnTo>
                    <a:pt x="1543" y="119"/>
                  </a:lnTo>
                  <a:lnTo>
                    <a:pt x="1543" y="119"/>
                  </a:lnTo>
                  <a:lnTo>
                    <a:pt x="1538" y="119"/>
                  </a:lnTo>
                  <a:lnTo>
                    <a:pt x="1532" y="119"/>
                  </a:lnTo>
                  <a:lnTo>
                    <a:pt x="1523" y="122"/>
                  </a:lnTo>
                  <a:lnTo>
                    <a:pt x="1523" y="122"/>
                  </a:lnTo>
                  <a:lnTo>
                    <a:pt x="1520" y="122"/>
                  </a:lnTo>
                  <a:lnTo>
                    <a:pt x="1516" y="122"/>
                  </a:lnTo>
                  <a:lnTo>
                    <a:pt x="1516" y="122"/>
                  </a:lnTo>
                  <a:lnTo>
                    <a:pt x="1514" y="133"/>
                  </a:lnTo>
                  <a:lnTo>
                    <a:pt x="1514" y="133"/>
                  </a:lnTo>
                  <a:lnTo>
                    <a:pt x="1516" y="135"/>
                  </a:lnTo>
                  <a:lnTo>
                    <a:pt x="1522" y="140"/>
                  </a:lnTo>
                  <a:lnTo>
                    <a:pt x="1522" y="144"/>
                  </a:lnTo>
                  <a:lnTo>
                    <a:pt x="1522" y="144"/>
                  </a:lnTo>
                  <a:lnTo>
                    <a:pt x="1531" y="146"/>
                  </a:lnTo>
                  <a:lnTo>
                    <a:pt x="1538" y="148"/>
                  </a:lnTo>
                  <a:lnTo>
                    <a:pt x="1538" y="148"/>
                  </a:lnTo>
                  <a:lnTo>
                    <a:pt x="1538" y="150"/>
                  </a:lnTo>
                  <a:lnTo>
                    <a:pt x="1538" y="151"/>
                  </a:lnTo>
                  <a:lnTo>
                    <a:pt x="1538" y="153"/>
                  </a:lnTo>
                  <a:lnTo>
                    <a:pt x="1534" y="153"/>
                  </a:lnTo>
                  <a:lnTo>
                    <a:pt x="1536" y="157"/>
                  </a:lnTo>
                  <a:lnTo>
                    <a:pt x="1536" y="157"/>
                  </a:lnTo>
                  <a:lnTo>
                    <a:pt x="1536" y="159"/>
                  </a:lnTo>
                  <a:lnTo>
                    <a:pt x="1534" y="159"/>
                  </a:lnTo>
                  <a:lnTo>
                    <a:pt x="1527" y="157"/>
                  </a:lnTo>
                  <a:lnTo>
                    <a:pt x="1529" y="164"/>
                  </a:lnTo>
                  <a:lnTo>
                    <a:pt x="1529" y="164"/>
                  </a:lnTo>
                  <a:lnTo>
                    <a:pt x="1520" y="164"/>
                  </a:lnTo>
                  <a:lnTo>
                    <a:pt x="1511" y="160"/>
                  </a:lnTo>
                  <a:lnTo>
                    <a:pt x="1503" y="157"/>
                  </a:lnTo>
                  <a:lnTo>
                    <a:pt x="1494" y="155"/>
                  </a:lnTo>
                  <a:lnTo>
                    <a:pt x="1494" y="155"/>
                  </a:lnTo>
                  <a:lnTo>
                    <a:pt x="1487" y="155"/>
                  </a:lnTo>
                  <a:lnTo>
                    <a:pt x="1480" y="155"/>
                  </a:lnTo>
                  <a:lnTo>
                    <a:pt x="1474" y="157"/>
                  </a:lnTo>
                  <a:lnTo>
                    <a:pt x="1465" y="157"/>
                  </a:lnTo>
                  <a:lnTo>
                    <a:pt x="1463" y="153"/>
                  </a:lnTo>
                  <a:lnTo>
                    <a:pt x="1463" y="153"/>
                  </a:lnTo>
                  <a:lnTo>
                    <a:pt x="1456" y="151"/>
                  </a:lnTo>
                  <a:lnTo>
                    <a:pt x="1445" y="150"/>
                  </a:lnTo>
                  <a:lnTo>
                    <a:pt x="1445" y="150"/>
                  </a:lnTo>
                  <a:lnTo>
                    <a:pt x="1447" y="150"/>
                  </a:lnTo>
                  <a:lnTo>
                    <a:pt x="1445" y="148"/>
                  </a:lnTo>
                  <a:lnTo>
                    <a:pt x="1441" y="144"/>
                  </a:lnTo>
                  <a:lnTo>
                    <a:pt x="1441" y="144"/>
                  </a:lnTo>
                  <a:lnTo>
                    <a:pt x="1443" y="142"/>
                  </a:lnTo>
                  <a:lnTo>
                    <a:pt x="1443" y="140"/>
                  </a:lnTo>
                  <a:lnTo>
                    <a:pt x="1443" y="137"/>
                  </a:lnTo>
                  <a:lnTo>
                    <a:pt x="1443" y="137"/>
                  </a:lnTo>
                  <a:lnTo>
                    <a:pt x="1445" y="139"/>
                  </a:lnTo>
                  <a:lnTo>
                    <a:pt x="1445" y="137"/>
                  </a:lnTo>
                  <a:lnTo>
                    <a:pt x="1445" y="135"/>
                  </a:lnTo>
                  <a:lnTo>
                    <a:pt x="1441" y="128"/>
                  </a:lnTo>
                  <a:lnTo>
                    <a:pt x="1441" y="128"/>
                  </a:lnTo>
                  <a:lnTo>
                    <a:pt x="1430" y="129"/>
                  </a:lnTo>
                  <a:lnTo>
                    <a:pt x="1416" y="129"/>
                  </a:lnTo>
                  <a:lnTo>
                    <a:pt x="1414" y="126"/>
                  </a:lnTo>
                  <a:lnTo>
                    <a:pt x="1414" y="126"/>
                  </a:lnTo>
                  <a:lnTo>
                    <a:pt x="1410" y="126"/>
                  </a:lnTo>
                  <a:lnTo>
                    <a:pt x="1409" y="128"/>
                  </a:lnTo>
                  <a:lnTo>
                    <a:pt x="1405" y="128"/>
                  </a:lnTo>
                  <a:lnTo>
                    <a:pt x="1398" y="122"/>
                  </a:lnTo>
                  <a:lnTo>
                    <a:pt x="1398" y="122"/>
                  </a:lnTo>
                  <a:lnTo>
                    <a:pt x="1388" y="126"/>
                  </a:lnTo>
                  <a:lnTo>
                    <a:pt x="1378" y="131"/>
                  </a:lnTo>
                  <a:lnTo>
                    <a:pt x="1368" y="137"/>
                  </a:lnTo>
                  <a:lnTo>
                    <a:pt x="1363" y="142"/>
                  </a:lnTo>
                  <a:lnTo>
                    <a:pt x="1363" y="142"/>
                  </a:lnTo>
                  <a:lnTo>
                    <a:pt x="1363" y="146"/>
                  </a:lnTo>
                  <a:lnTo>
                    <a:pt x="1363" y="150"/>
                  </a:lnTo>
                  <a:lnTo>
                    <a:pt x="1363" y="150"/>
                  </a:lnTo>
                  <a:lnTo>
                    <a:pt x="1361" y="150"/>
                  </a:lnTo>
                  <a:lnTo>
                    <a:pt x="1361" y="148"/>
                  </a:lnTo>
                  <a:lnTo>
                    <a:pt x="1359" y="142"/>
                  </a:lnTo>
                  <a:lnTo>
                    <a:pt x="1361" y="129"/>
                  </a:lnTo>
                  <a:lnTo>
                    <a:pt x="1361" y="129"/>
                  </a:lnTo>
                  <a:lnTo>
                    <a:pt x="1358" y="131"/>
                  </a:lnTo>
                  <a:lnTo>
                    <a:pt x="1356" y="129"/>
                  </a:lnTo>
                  <a:lnTo>
                    <a:pt x="1356" y="128"/>
                  </a:lnTo>
                  <a:lnTo>
                    <a:pt x="1352" y="128"/>
                  </a:lnTo>
                  <a:lnTo>
                    <a:pt x="1352" y="128"/>
                  </a:lnTo>
                  <a:lnTo>
                    <a:pt x="1352" y="137"/>
                  </a:lnTo>
                  <a:lnTo>
                    <a:pt x="1352" y="137"/>
                  </a:lnTo>
                  <a:lnTo>
                    <a:pt x="1341" y="137"/>
                  </a:lnTo>
                  <a:lnTo>
                    <a:pt x="1334" y="135"/>
                  </a:lnTo>
                  <a:lnTo>
                    <a:pt x="1330" y="131"/>
                  </a:lnTo>
                  <a:lnTo>
                    <a:pt x="1327" y="124"/>
                  </a:lnTo>
                  <a:lnTo>
                    <a:pt x="1327" y="124"/>
                  </a:lnTo>
                  <a:lnTo>
                    <a:pt x="1323" y="129"/>
                  </a:lnTo>
                  <a:lnTo>
                    <a:pt x="1323" y="129"/>
                  </a:lnTo>
                  <a:lnTo>
                    <a:pt x="1314" y="126"/>
                  </a:lnTo>
                  <a:lnTo>
                    <a:pt x="1314" y="126"/>
                  </a:lnTo>
                  <a:lnTo>
                    <a:pt x="1310" y="131"/>
                  </a:lnTo>
                  <a:lnTo>
                    <a:pt x="1306" y="137"/>
                  </a:lnTo>
                  <a:lnTo>
                    <a:pt x="1306" y="139"/>
                  </a:lnTo>
                  <a:lnTo>
                    <a:pt x="1306" y="142"/>
                  </a:lnTo>
                  <a:lnTo>
                    <a:pt x="1310" y="144"/>
                  </a:lnTo>
                  <a:lnTo>
                    <a:pt x="1314" y="144"/>
                  </a:lnTo>
                  <a:lnTo>
                    <a:pt x="1314" y="144"/>
                  </a:lnTo>
                  <a:lnTo>
                    <a:pt x="1312" y="148"/>
                  </a:lnTo>
                  <a:lnTo>
                    <a:pt x="1312" y="150"/>
                  </a:lnTo>
                  <a:lnTo>
                    <a:pt x="1312" y="150"/>
                  </a:lnTo>
                  <a:lnTo>
                    <a:pt x="1299" y="144"/>
                  </a:lnTo>
                  <a:lnTo>
                    <a:pt x="1299" y="144"/>
                  </a:lnTo>
                  <a:lnTo>
                    <a:pt x="1301" y="150"/>
                  </a:lnTo>
                  <a:lnTo>
                    <a:pt x="1301" y="151"/>
                  </a:lnTo>
                  <a:lnTo>
                    <a:pt x="1299" y="155"/>
                  </a:lnTo>
                  <a:lnTo>
                    <a:pt x="1299" y="155"/>
                  </a:lnTo>
                  <a:lnTo>
                    <a:pt x="1292" y="159"/>
                  </a:lnTo>
                  <a:lnTo>
                    <a:pt x="1283" y="159"/>
                  </a:lnTo>
                  <a:lnTo>
                    <a:pt x="1272" y="159"/>
                  </a:lnTo>
                  <a:lnTo>
                    <a:pt x="1263" y="160"/>
                  </a:lnTo>
                  <a:lnTo>
                    <a:pt x="1261" y="168"/>
                  </a:ln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6"/>
                  </a:lnTo>
                  <a:lnTo>
                    <a:pt x="137" y="756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137" y="727"/>
                  </a:lnTo>
                  <a:lnTo>
                    <a:pt x="1143" y="729"/>
                  </a:lnTo>
                  <a:lnTo>
                    <a:pt x="1155" y="729"/>
                  </a:lnTo>
                  <a:lnTo>
                    <a:pt x="1161" y="734"/>
                  </a:lnTo>
                  <a:lnTo>
                    <a:pt x="1172" y="736"/>
                  </a:lnTo>
                  <a:lnTo>
                    <a:pt x="1186" y="747"/>
                  </a:lnTo>
                  <a:lnTo>
                    <a:pt x="1195" y="756"/>
                  </a:lnTo>
                  <a:lnTo>
                    <a:pt x="1201" y="765"/>
                  </a:lnTo>
                  <a:lnTo>
                    <a:pt x="1206" y="769"/>
                  </a:lnTo>
                  <a:lnTo>
                    <a:pt x="1217" y="778"/>
                  </a:lnTo>
                  <a:lnTo>
                    <a:pt x="1224" y="776"/>
                  </a:lnTo>
                  <a:lnTo>
                    <a:pt x="1232" y="776"/>
                  </a:lnTo>
                  <a:lnTo>
                    <a:pt x="1239" y="774"/>
                  </a:lnTo>
                  <a:lnTo>
                    <a:pt x="1246" y="769"/>
                  </a:lnTo>
                  <a:lnTo>
                    <a:pt x="1255" y="773"/>
                  </a:lnTo>
                  <a:lnTo>
                    <a:pt x="1270" y="776"/>
                  </a:lnTo>
                  <a:lnTo>
                    <a:pt x="1277" y="778"/>
                  </a:lnTo>
                  <a:lnTo>
                    <a:pt x="1276" y="784"/>
                  </a:lnTo>
                  <a:lnTo>
                    <a:pt x="1283" y="789"/>
                  </a:lnTo>
                  <a:lnTo>
                    <a:pt x="1290" y="789"/>
                  </a:lnTo>
                  <a:lnTo>
                    <a:pt x="1297" y="793"/>
                  </a:lnTo>
                  <a:lnTo>
                    <a:pt x="1305" y="793"/>
                  </a:lnTo>
                  <a:lnTo>
                    <a:pt x="1312" y="791"/>
                  </a:lnTo>
                  <a:lnTo>
                    <a:pt x="1321" y="793"/>
                  </a:lnTo>
                  <a:lnTo>
                    <a:pt x="1330" y="796"/>
                  </a:lnTo>
                  <a:lnTo>
                    <a:pt x="1343" y="793"/>
                  </a:lnTo>
                  <a:lnTo>
                    <a:pt x="1348" y="787"/>
                  </a:lnTo>
                  <a:lnTo>
                    <a:pt x="1365" y="785"/>
                  </a:lnTo>
                  <a:lnTo>
                    <a:pt x="1379" y="776"/>
                  </a:lnTo>
                  <a:lnTo>
                    <a:pt x="1383" y="774"/>
                  </a:lnTo>
                  <a:lnTo>
                    <a:pt x="1394" y="782"/>
                  </a:lnTo>
                  <a:lnTo>
                    <a:pt x="1403" y="780"/>
                  </a:lnTo>
                  <a:lnTo>
                    <a:pt x="1414" y="784"/>
                  </a:lnTo>
                  <a:lnTo>
                    <a:pt x="1423" y="780"/>
                  </a:lnTo>
                  <a:lnTo>
                    <a:pt x="1432" y="787"/>
                  </a:lnTo>
                  <a:lnTo>
                    <a:pt x="1440" y="791"/>
                  </a:lnTo>
                  <a:lnTo>
                    <a:pt x="1449" y="782"/>
                  </a:lnTo>
                  <a:lnTo>
                    <a:pt x="1449" y="782"/>
                  </a:lnTo>
                  <a:lnTo>
                    <a:pt x="1454" y="780"/>
                  </a:lnTo>
                  <a:lnTo>
                    <a:pt x="1460" y="778"/>
                  </a:lnTo>
                  <a:lnTo>
                    <a:pt x="1460" y="776"/>
                  </a:lnTo>
                  <a:lnTo>
                    <a:pt x="1460" y="776"/>
                  </a:lnTo>
                  <a:lnTo>
                    <a:pt x="1460" y="774"/>
                  </a:lnTo>
                  <a:lnTo>
                    <a:pt x="1460" y="773"/>
                  </a:lnTo>
                  <a:lnTo>
                    <a:pt x="1461" y="769"/>
                  </a:lnTo>
                  <a:lnTo>
                    <a:pt x="1467" y="765"/>
                  </a:lnTo>
                  <a:lnTo>
                    <a:pt x="1472" y="758"/>
                  </a:lnTo>
                  <a:lnTo>
                    <a:pt x="1478" y="749"/>
                  </a:lnTo>
                  <a:lnTo>
                    <a:pt x="1476" y="740"/>
                  </a:lnTo>
                  <a:lnTo>
                    <a:pt x="1480" y="736"/>
                  </a:lnTo>
                  <a:lnTo>
                    <a:pt x="1481" y="729"/>
                  </a:lnTo>
                  <a:lnTo>
                    <a:pt x="1480" y="722"/>
                  </a:lnTo>
                  <a:lnTo>
                    <a:pt x="1474" y="722"/>
                  </a:lnTo>
                  <a:lnTo>
                    <a:pt x="1476" y="716"/>
                  </a:lnTo>
                  <a:lnTo>
                    <a:pt x="1478" y="714"/>
                  </a:lnTo>
                  <a:lnTo>
                    <a:pt x="1483" y="707"/>
                  </a:lnTo>
                  <a:lnTo>
                    <a:pt x="1491" y="702"/>
                  </a:lnTo>
                  <a:lnTo>
                    <a:pt x="1498" y="696"/>
                  </a:lnTo>
                  <a:lnTo>
                    <a:pt x="1507" y="696"/>
                  </a:lnTo>
                  <a:lnTo>
                    <a:pt x="1514" y="694"/>
                  </a:lnTo>
                  <a:lnTo>
                    <a:pt x="1520" y="691"/>
                  </a:lnTo>
                  <a:lnTo>
                    <a:pt x="1529" y="692"/>
                  </a:lnTo>
                  <a:lnTo>
                    <a:pt x="1536" y="698"/>
                  </a:lnTo>
                  <a:lnTo>
                    <a:pt x="1542" y="703"/>
                  </a:lnTo>
                  <a:lnTo>
                    <a:pt x="1547" y="709"/>
                  </a:lnTo>
                  <a:lnTo>
                    <a:pt x="1560" y="711"/>
                  </a:lnTo>
                  <a:lnTo>
                    <a:pt x="1567" y="718"/>
                  </a:lnTo>
                  <a:lnTo>
                    <a:pt x="1573" y="723"/>
                  </a:lnTo>
                  <a:lnTo>
                    <a:pt x="1578" y="732"/>
                  </a:lnTo>
                  <a:lnTo>
                    <a:pt x="1578" y="738"/>
                  </a:lnTo>
                  <a:lnTo>
                    <a:pt x="1580" y="749"/>
                  </a:lnTo>
                  <a:lnTo>
                    <a:pt x="1587" y="760"/>
                  </a:lnTo>
                  <a:lnTo>
                    <a:pt x="1593" y="771"/>
                  </a:lnTo>
                  <a:lnTo>
                    <a:pt x="1598" y="774"/>
                  </a:lnTo>
                  <a:lnTo>
                    <a:pt x="1605" y="774"/>
                  </a:lnTo>
                  <a:lnTo>
                    <a:pt x="1611" y="776"/>
                  </a:lnTo>
                  <a:lnTo>
                    <a:pt x="1620" y="780"/>
                  </a:lnTo>
                  <a:lnTo>
                    <a:pt x="1625" y="784"/>
                  </a:lnTo>
                  <a:lnTo>
                    <a:pt x="1627" y="791"/>
                  </a:lnTo>
                  <a:lnTo>
                    <a:pt x="1631" y="800"/>
                  </a:lnTo>
                  <a:lnTo>
                    <a:pt x="1638" y="805"/>
                  </a:lnTo>
                  <a:lnTo>
                    <a:pt x="1640" y="813"/>
                  </a:lnTo>
                  <a:lnTo>
                    <a:pt x="1638" y="820"/>
                  </a:lnTo>
                  <a:lnTo>
                    <a:pt x="1642" y="825"/>
                  </a:lnTo>
                  <a:lnTo>
                    <a:pt x="1649" y="829"/>
                  </a:lnTo>
                  <a:lnTo>
                    <a:pt x="1656" y="835"/>
                  </a:lnTo>
                  <a:lnTo>
                    <a:pt x="1662" y="833"/>
                  </a:lnTo>
                  <a:lnTo>
                    <a:pt x="1667" y="829"/>
                  </a:lnTo>
                  <a:lnTo>
                    <a:pt x="1673" y="824"/>
                  </a:lnTo>
                  <a:lnTo>
                    <a:pt x="1680" y="820"/>
                  </a:lnTo>
                  <a:lnTo>
                    <a:pt x="1686" y="820"/>
                  </a:lnTo>
                  <a:lnTo>
                    <a:pt x="1691" y="818"/>
                  </a:lnTo>
                  <a:lnTo>
                    <a:pt x="1695" y="813"/>
                  </a:lnTo>
                  <a:lnTo>
                    <a:pt x="1704" y="809"/>
                  </a:lnTo>
                  <a:lnTo>
                    <a:pt x="1700" y="818"/>
                  </a:lnTo>
                  <a:lnTo>
                    <a:pt x="1700" y="825"/>
                  </a:lnTo>
                  <a:lnTo>
                    <a:pt x="1704" y="829"/>
                  </a:lnTo>
                  <a:lnTo>
                    <a:pt x="1702" y="838"/>
                  </a:lnTo>
                  <a:lnTo>
                    <a:pt x="1698" y="842"/>
                  </a:lnTo>
                  <a:lnTo>
                    <a:pt x="1698" y="847"/>
                  </a:lnTo>
                  <a:lnTo>
                    <a:pt x="1696" y="858"/>
                  </a:lnTo>
                  <a:lnTo>
                    <a:pt x="1693" y="867"/>
                  </a:lnTo>
                  <a:lnTo>
                    <a:pt x="1687" y="873"/>
                  </a:lnTo>
                  <a:lnTo>
                    <a:pt x="1682" y="876"/>
                  </a:lnTo>
                  <a:lnTo>
                    <a:pt x="1680" y="882"/>
                  </a:lnTo>
                  <a:lnTo>
                    <a:pt x="1673" y="886"/>
                  </a:lnTo>
                  <a:lnTo>
                    <a:pt x="1669" y="891"/>
                  </a:lnTo>
                  <a:lnTo>
                    <a:pt x="1664" y="889"/>
                  </a:lnTo>
                  <a:lnTo>
                    <a:pt x="1664" y="889"/>
                  </a:lnTo>
                  <a:lnTo>
                    <a:pt x="1665" y="893"/>
                  </a:lnTo>
                  <a:lnTo>
                    <a:pt x="1665" y="904"/>
                  </a:lnTo>
                  <a:lnTo>
                    <a:pt x="1665" y="904"/>
                  </a:lnTo>
                  <a:lnTo>
                    <a:pt x="1658" y="904"/>
                  </a:lnTo>
                  <a:lnTo>
                    <a:pt x="1658" y="904"/>
                  </a:lnTo>
                  <a:lnTo>
                    <a:pt x="1658" y="900"/>
                  </a:lnTo>
                  <a:lnTo>
                    <a:pt x="1658" y="896"/>
                  </a:lnTo>
                  <a:lnTo>
                    <a:pt x="1662" y="891"/>
                  </a:lnTo>
                  <a:lnTo>
                    <a:pt x="1662" y="891"/>
                  </a:lnTo>
                  <a:lnTo>
                    <a:pt x="1660" y="889"/>
                  </a:lnTo>
                  <a:lnTo>
                    <a:pt x="1655" y="891"/>
                  </a:lnTo>
                  <a:lnTo>
                    <a:pt x="1649" y="895"/>
                  </a:lnTo>
                  <a:lnTo>
                    <a:pt x="1649" y="902"/>
                  </a:lnTo>
                  <a:lnTo>
                    <a:pt x="1647" y="909"/>
                  </a:lnTo>
                  <a:lnTo>
                    <a:pt x="1649" y="922"/>
                  </a:lnTo>
                  <a:lnTo>
                    <a:pt x="1647" y="929"/>
                  </a:lnTo>
                  <a:lnTo>
                    <a:pt x="1644" y="931"/>
                  </a:lnTo>
                  <a:lnTo>
                    <a:pt x="1645" y="938"/>
                  </a:lnTo>
                  <a:lnTo>
                    <a:pt x="1640" y="940"/>
                  </a:lnTo>
                  <a:lnTo>
                    <a:pt x="1644" y="944"/>
                  </a:lnTo>
                  <a:lnTo>
                    <a:pt x="1655" y="935"/>
                  </a:lnTo>
                  <a:lnTo>
                    <a:pt x="1655" y="935"/>
                  </a:lnTo>
                  <a:lnTo>
                    <a:pt x="1656" y="927"/>
                  </a:lnTo>
                  <a:lnTo>
                    <a:pt x="1656" y="927"/>
                  </a:lnTo>
                  <a:lnTo>
                    <a:pt x="1664" y="927"/>
                  </a:lnTo>
                  <a:lnTo>
                    <a:pt x="1671" y="927"/>
                  </a:lnTo>
                  <a:lnTo>
                    <a:pt x="1671" y="927"/>
                  </a:lnTo>
                  <a:lnTo>
                    <a:pt x="1669" y="940"/>
                  </a:lnTo>
                  <a:lnTo>
                    <a:pt x="1669" y="940"/>
                  </a:lnTo>
                  <a:lnTo>
                    <a:pt x="1675" y="944"/>
                  </a:lnTo>
                  <a:lnTo>
                    <a:pt x="1682" y="947"/>
                  </a:lnTo>
                  <a:lnTo>
                    <a:pt x="1687" y="947"/>
                  </a:lnTo>
                  <a:lnTo>
                    <a:pt x="1695" y="944"/>
                  </a:lnTo>
                  <a:lnTo>
                    <a:pt x="1695" y="940"/>
                  </a:lnTo>
                  <a:lnTo>
                    <a:pt x="1695" y="940"/>
                  </a:lnTo>
                  <a:lnTo>
                    <a:pt x="1702" y="935"/>
                  </a:lnTo>
                  <a:lnTo>
                    <a:pt x="1706" y="929"/>
                  </a:lnTo>
                  <a:lnTo>
                    <a:pt x="1707" y="926"/>
                  </a:lnTo>
                  <a:lnTo>
                    <a:pt x="1709" y="922"/>
                  </a:lnTo>
                  <a:lnTo>
                    <a:pt x="1715" y="922"/>
                  </a:lnTo>
                  <a:lnTo>
                    <a:pt x="1715" y="922"/>
                  </a:lnTo>
                  <a:lnTo>
                    <a:pt x="1716" y="918"/>
                  </a:lnTo>
                  <a:lnTo>
                    <a:pt x="1716" y="915"/>
                  </a:lnTo>
                  <a:lnTo>
                    <a:pt x="1718" y="911"/>
                  </a:lnTo>
                  <a:lnTo>
                    <a:pt x="1720" y="907"/>
                  </a:lnTo>
                  <a:lnTo>
                    <a:pt x="1720" y="907"/>
                  </a:lnTo>
                  <a:lnTo>
                    <a:pt x="1722" y="906"/>
                  </a:lnTo>
                  <a:lnTo>
                    <a:pt x="1726" y="904"/>
                  </a:lnTo>
                  <a:lnTo>
                    <a:pt x="1729" y="902"/>
                  </a:lnTo>
                  <a:lnTo>
                    <a:pt x="1733" y="900"/>
                  </a:lnTo>
                  <a:lnTo>
                    <a:pt x="1733" y="900"/>
                  </a:lnTo>
                  <a:lnTo>
                    <a:pt x="1733" y="896"/>
                  </a:lnTo>
                  <a:lnTo>
                    <a:pt x="1735" y="893"/>
                  </a:lnTo>
                  <a:lnTo>
                    <a:pt x="1735" y="889"/>
                  </a:lnTo>
                  <a:lnTo>
                    <a:pt x="1737" y="886"/>
                  </a:lnTo>
                  <a:lnTo>
                    <a:pt x="1737" y="886"/>
                  </a:lnTo>
                  <a:lnTo>
                    <a:pt x="1747" y="878"/>
                  </a:lnTo>
                  <a:lnTo>
                    <a:pt x="1753" y="873"/>
                  </a:lnTo>
                  <a:lnTo>
                    <a:pt x="1757" y="869"/>
                  </a:lnTo>
                  <a:lnTo>
                    <a:pt x="1757" y="869"/>
                  </a:lnTo>
                  <a:lnTo>
                    <a:pt x="1758" y="862"/>
                  </a:lnTo>
                  <a:lnTo>
                    <a:pt x="1760" y="853"/>
                  </a:lnTo>
                  <a:lnTo>
                    <a:pt x="1762" y="845"/>
                  </a:lnTo>
                  <a:lnTo>
                    <a:pt x="1766" y="840"/>
                  </a:lnTo>
                  <a:lnTo>
                    <a:pt x="1766" y="840"/>
                  </a:lnTo>
                  <a:lnTo>
                    <a:pt x="1773" y="836"/>
                  </a:lnTo>
                  <a:lnTo>
                    <a:pt x="1773" y="836"/>
                  </a:lnTo>
                  <a:lnTo>
                    <a:pt x="1775" y="835"/>
                  </a:lnTo>
                  <a:lnTo>
                    <a:pt x="1775" y="831"/>
                  </a:lnTo>
                  <a:lnTo>
                    <a:pt x="1775" y="827"/>
                  </a:lnTo>
                  <a:lnTo>
                    <a:pt x="1777" y="825"/>
                  </a:lnTo>
                  <a:lnTo>
                    <a:pt x="1777" y="825"/>
                  </a:lnTo>
                  <a:lnTo>
                    <a:pt x="1784" y="818"/>
                  </a:lnTo>
                  <a:lnTo>
                    <a:pt x="1788" y="816"/>
                  </a:lnTo>
                  <a:lnTo>
                    <a:pt x="1791" y="813"/>
                  </a:lnTo>
                  <a:lnTo>
                    <a:pt x="1791" y="813"/>
                  </a:lnTo>
                  <a:lnTo>
                    <a:pt x="1791" y="807"/>
                  </a:lnTo>
                  <a:lnTo>
                    <a:pt x="1791" y="804"/>
                  </a:lnTo>
                  <a:lnTo>
                    <a:pt x="1795" y="804"/>
                  </a:lnTo>
                  <a:lnTo>
                    <a:pt x="1791" y="796"/>
                  </a:lnTo>
                  <a:lnTo>
                    <a:pt x="1791" y="796"/>
                  </a:lnTo>
                  <a:lnTo>
                    <a:pt x="1795" y="789"/>
                  </a:lnTo>
                  <a:lnTo>
                    <a:pt x="1798" y="784"/>
                  </a:lnTo>
                  <a:lnTo>
                    <a:pt x="1798" y="784"/>
                  </a:lnTo>
                  <a:lnTo>
                    <a:pt x="1795" y="774"/>
                  </a:lnTo>
                  <a:lnTo>
                    <a:pt x="1793" y="769"/>
                  </a:lnTo>
                  <a:lnTo>
                    <a:pt x="1793" y="763"/>
                  </a:lnTo>
                  <a:lnTo>
                    <a:pt x="1793" y="763"/>
                  </a:lnTo>
                  <a:lnTo>
                    <a:pt x="1795" y="760"/>
                  </a:lnTo>
                  <a:lnTo>
                    <a:pt x="1798" y="756"/>
                  </a:lnTo>
                  <a:lnTo>
                    <a:pt x="1798" y="756"/>
                  </a:lnTo>
                  <a:lnTo>
                    <a:pt x="1797" y="753"/>
                  </a:lnTo>
                  <a:lnTo>
                    <a:pt x="1795" y="749"/>
                  </a:lnTo>
                  <a:lnTo>
                    <a:pt x="1795" y="749"/>
                  </a:lnTo>
                  <a:lnTo>
                    <a:pt x="1798" y="747"/>
                  </a:lnTo>
                  <a:lnTo>
                    <a:pt x="1802" y="743"/>
                  </a:lnTo>
                  <a:lnTo>
                    <a:pt x="1802" y="743"/>
                  </a:lnTo>
                  <a:lnTo>
                    <a:pt x="1806" y="736"/>
                  </a:lnTo>
                  <a:lnTo>
                    <a:pt x="1806" y="731"/>
                  </a:lnTo>
                  <a:lnTo>
                    <a:pt x="1802" y="714"/>
                  </a:lnTo>
                  <a:lnTo>
                    <a:pt x="1802" y="714"/>
                  </a:lnTo>
                  <a:lnTo>
                    <a:pt x="1809" y="714"/>
                  </a:lnTo>
                  <a:lnTo>
                    <a:pt x="1815" y="714"/>
                  </a:lnTo>
                  <a:lnTo>
                    <a:pt x="1815" y="712"/>
                  </a:lnTo>
                  <a:lnTo>
                    <a:pt x="1815" y="712"/>
                  </a:lnTo>
                  <a:lnTo>
                    <a:pt x="1811" y="711"/>
                  </a:lnTo>
                  <a:lnTo>
                    <a:pt x="1806" y="711"/>
                  </a:lnTo>
                  <a:lnTo>
                    <a:pt x="1806" y="705"/>
                  </a:lnTo>
                  <a:lnTo>
                    <a:pt x="1806" y="705"/>
                  </a:lnTo>
                  <a:lnTo>
                    <a:pt x="1804" y="705"/>
                  </a:lnTo>
                  <a:lnTo>
                    <a:pt x="1802" y="707"/>
                  </a:lnTo>
                  <a:lnTo>
                    <a:pt x="1802" y="707"/>
                  </a:lnTo>
                  <a:lnTo>
                    <a:pt x="1800" y="707"/>
                  </a:lnTo>
                  <a:lnTo>
                    <a:pt x="1800" y="707"/>
                  </a:lnTo>
                  <a:lnTo>
                    <a:pt x="1795" y="702"/>
                  </a:lnTo>
                  <a:lnTo>
                    <a:pt x="1791" y="696"/>
                  </a:lnTo>
                  <a:lnTo>
                    <a:pt x="1786" y="689"/>
                  </a:lnTo>
                  <a:lnTo>
                    <a:pt x="1780" y="685"/>
                  </a:lnTo>
                  <a:lnTo>
                    <a:pt x="1780" y="685"/>
                  </a:lnTo>
                  <a:lnTo>
                    <a:pt x="1773" y="683"/>
                  </a:lnTo>
                  <a:lnTo>
                    <a:pt x="1768" y="683"/>
                  </a:lnTo>
                  <a:lnTo>
                    <a:pt x="1766" y="683"/>
                  </a:lnTo>
                  <a:lnTo>
                    <a:pt x="1764" y="687"/>
                  </a:lnTo>
                  <a:lnTo>
                    <a:pt x="1766" y="692"/>
                  </a:lnTo>
                  <a:lnTo>
                    <a:pt x="1766" y="694"/>
                  </a:lnTo>
                  <a:lnTo>
                    <a:pt x="1762" y="694"/>
                  </a:lnTo>
                  <a:lnTo>
                    <a:pt x="1762" y="694"/>
                  </a:lnTo>
                  <a:lnTo>
                    <a:pt x="1762" y="692"/>
                  </a:lnTo>
                  <a:lnTo>
                    <a:pt x="1762" y="692"/>
                  </a:lnTo>
                  <a:lnTo>
                    <a:pt x="1758" y="692"/>
                  </a:lnTo>
                  <a:lnTo>
                    <a:pt x="1758" y="692"/>
                  </a:lnTo>
                  <a:lnTo>
                    <a:pt x="1757" y="698"/>
                  </a:lnTo>
                  <a:lnTo>
                    <a:pt x="1755" y="702"/>
                  </a:lnTo>
                  <a:lnTo>
                    <a:pt x="1751" y="703"/>
                  </a:lnTo>
                  <a:lnTo>
                    <a:pt x="1751" y="703"/>
                  </a:lnTo>
                  <a:lnTo>
                    <a:pt x="1747" y="702"/>
                  </a:lnTo>
                  <a:lnTo>
                    <a:pt x="1746" y="702"/>
                  </a:lnTo>
                  <a:lnTo>
                    <a:pt x="1746" y="700"/>
                  </a:lnTo>
                  <a:lnTo>
                    <a:pt x="1749" y="698"/>
                  </a:lnTo>
                  <a:lnTo>
                    <a:pt x="1749" y="698"/>
                  </a:lnTo>
                  <a:lnTo>
                    <a:pt x="1751" y="691"/>
                  </a:lnTo>
                  <a:lnTo>
                    <a:pt x="1751" y="691"/>
                  </a:lnTo>
                  <a:lnTo>
                    <a:pt x="1749" y="691"/>
                  </a:lnTo>
                  <a:lnTo>
                    <a:pt x="1747" y="687"/>
                  </a:lnTo>
                  <a:lnTo>
                    <a:pt x="1747" y="685"/>
                  </a:lnTo>
                  <a:lnTo>
                    <a:pt x="1744" y="685"/>
                  </a:lnTo>
                  <a:lnTo>
                    <a:pt x="1744" y="691"/>
                  </a:lnTo>
                  <a:lnTo>
                    <a:pt x="1744" y="691"/>
                  </a:lnTo>
                  <a:lnTo>
                    <a:pt x="1742" y="691"/>
                  </a:lnTo>
                  <a:lnTo>
                    <a:pt x="1742" y="691"/>
                  </a:lnTo>
                  <a:lnTo>
                    <a:pt x="1742" y="694"/>
                  </a:lnTo>
                  <a:lnTo>
                    <a:pt x="1737" y="694"/>
                  </a:lnTo>
                  <a:lnTo>
                    <a:pt x="1737" y="671"/>
                  </a:lnTo>
                  <a:lnTo>
                    <a:pt x="1737" y="671"/>
                  </a:lnTo>
                  <a:lnTo>
                    <a:pt x="1726" y="671"/>
                  </a:lnTo>
                  <a:lnTo>
                    <a:pt x="1713" y="671"/>
                  </a:lnTo>
                  <a:lnTo>
                    <a:pt x="1713" y="671"/>
                  </a:lnTo>
                  <a:lnTo>
                    <a:pt x="1715" y="665"/>
                  </a:lnTo>
                  <a:lnTo>
                    <a:pt x="1716" y="658"/>
                  </a:lnTo>
                  <a:lnTo>
                    <a:pt x="1747" y="632"/>
                  </a:lnTo>
                  <a:lnTo>
                    <a:pt x="1751" y="632"/>
                  </a:lnTo>
                  <a:lnTo>
                    <a:pt x="1751" y="632"/>
                  </a:lnTo>
                  <a:lnTo>
                    <a:pt x="1751" y="629"/>
                  </a:lnTo>
                  <a:lnTo>
                    <a:pt x="1751" y="625"/>
                  </a:lnTo>
                  <a:lnTo>
                    <a:pt x="1751" y="625"/>
                  </a:lnTo>
                  <a:lnTo>
                    <a:pt x="1755" y="623"/>
                  </a:lnTo>
                  <a:lnTo>
                    <a:pt x="1758" y="621"/>
                  </a:lnTo>
                  <a:lnTo>
                    <a:pt x="1758" y="621"/>
                  </a:lnTo>
                  <a:lnTo>
                    <a:pt x="1762" y="616"/>
                  </a:lnTo>
                  <a:lnTo>
                    <a:pt x="1762" y="610"/>
                  </a:lnTo>
                  <a:lnTo>
                    <a:pt x="1764" y="601"/>
                  </a:lnTo>
                  <a:lnTo>
                    <a:pt x="1764" y="601"/>
                  </a:lnTo>
                  <a:lnTo>
                    <a:pt x="1766" y="603"/>
                  </a:lnTo>
                  <a:lnTo>
                    <a:pt x="1769" y="605"/>
                  </a:lnTo>
                  <a:lnTo>
                    <a:pt x="1769" y="605"/>
                  </a:lnTo>
                  <a:lnTo>
                    <a:pt x="1773" y="600"/>
                  </a:lnTo>
                  <a:lnTo>
                    <a:pt x="1777" y="594"/>
                  </a:lnTo>
                  <a:lnTo>
                    <a:pt x="1777" y="594"/>
                  </a:lnTo>
                  <a:lnTo>
                    <a:pt x="1791" y="587"/>
                  </a:lnTo>
                  <a:lnTo>
                    <a:pt x="1791" y="587"/>
                  </a:lnTo>
                  <a:lnTo>
                    <a:pt x="1791" y="579"/>
                  </a:lnTo>
                  <a:lnTo>
                    <a:pt x="1791" y="579"/>
                  </a:lnTo>
                  <a:lnTo>
                    <a:pt x="1795" y="579"/>
                  </a:lnTo>
                  <a:lnTo>
                    <a:pt x="1800" y="579"/>
                  </a:lnTo>
                  <a:lnTo>
                    <a:pt x="1800" y="579"/>
                  </a:lnTo>
                  <a:lnTo>
                    <a:pt x="1802" y="578"/>
                  </a:lnTo>
                  <a:lnTo>
                    <a:pt x="1802" y="574"/>
                  </a:lnTo>
                  <a:lnTo>
                    <a:pt x="1802" y="569"/>
                  </a:lnTo>
                  <a:lnTo>
                    <a:pt x="1802" y="565"/>
                  </a:lnTo>
                  <a:lnTo>
                    <a:pt x="1802" y="565"/>
                  </a:lnTo>
                  <a:lnTo>
                    <a:pt x="1808" y="559"/>
                  </a:lnTo>
                  <a:lnTo>
                    <a:pt x="1813" y="552"/>
                  </a:lnTo>
                  <a:lnTo>
                    <a:pt x="1822" y="545"/>
                  </a:lnTo>
                  <a:lnTo>
                    <a:pt x="1828" y="541"/>
                  </a:lnTo>
                  <a:lnTo>
                    <a:pt x="1828" y="539"/>
                  </a:lnTo>
                  <a:lnTo>
                    <a:pt x="1828" y="539"/>
                  </a:lnTo>
                  <a:lnTo>
                    <a:pt x="1835" y="539"/>
                  </a:lnTo>
                  <a:lnTo>
                    <a:pt x="1835" y="539"/>
                  </a:lnTo>
                  <a:lnTo>
                    <a:pt x="1835" y="534"/>
                  </a:lnTo>
                  <a:lnTo>
                    <a:pt x="1835" y="532"/>
                  </a:lnTo>
                  <a:lnTo>
                    <a:pt x="1835" y="532"/>
                  </a:lnTo>
                  <a:lnTo>
                    <a:pt x="1839" y="532"/>
                  </a:lnTo>
                  <a:lnTo>
                    <a:pt x="1842" y="534"/>
                  </a:lnTo>
                  <a:lnTo>
                    <a:pt x="1844" y="539"/>
                  </a:lnTo>
                  <a:lnTo>
                    <a:pt x="1844" y="539"/>
                  </a:lnTo>
                  <a:lnTo>
                    <a:pt x="1864" y="539"/>
                  </a:lnTo>
                  <a:lnTo>
                    <a:pt x="1886" y="539"/>
                  </a:lnTo>
                  <a:lnTo>
                    <a:pt x="1886" y="539"/>
                  </a:lnTo>
                  <a:lnTo>
                    <a:pt x="1884" y="541"/>
                  </a:lnTo>
                  <a:lnTo>
                    <a:pt x="1884" y="543"/>
                  </a:lnTo>
                  <a:lnTo>
                    <a:pt x="1886" y="549"/>
                  </a:lnTo>
                  <a:lnTo>
                    <a:pt x="1886" y="549"/>
                  </a:lnTo>
                  <a:lnTo>
                    <a:pt x="1890" y="547"/>
                  </a:lnTo>
                  <a:lnTo>
                    <a:pt x="1893" y="547"/>
                  </a:lnTo>
                  <a:lnTo>
                    <a:pt x="1893" y="547"/>
                  </a:lnTo>
                  <a:lnTo>
                    <a:pt x="1895" y="543"/>
                  </a:lnTo>
                  <a:lnTo>
                    <a:pt x="1895" y="539"/>
                  </a:lnTo>
                  <a:lnTo>
                    <a:pt x="1895" y="539"/>
                  </a:lnTo>
                  <a:lnTo>
                    <a:pt x="1901" y="543"/>
                  </a:lnTo>
                  <a:lnTo>
                    <a:pt x="1906" y="547"/>
                  </a:lnTo>
                  <a:lnTo>
                    <a:pt x="1906" y="547"/>
                  </a:lnTo>
                  <a:lnTo>
                    <a:pt x="1911" y="547"/>
                  </a:lnTo>
                  <a:lnTo>
                    <a:pt x="1917" y="545"/>
                  </a:lnTo>
                  <a:lnTo>
                    <a:pt x="1926" y="543"/>
                  </a:lnTo>
                  <a:lnTo>
                    <a:pt x="1926" y="543"/>
                  </a:lnTo>
                  <a:lnTo>
                    <a:pt x="1926" y="545"/>
                  </a:lnTo>
                  <a:lnTo>
                    <a:pt x="1928" y="547"/>
                  </a:lnTo>
                  <a:lnTo>
                    <a:pt x="1932" y="549"/>
                  </a:lnTo>
                  <a:lnTo>
                    <a:pt x="1935" y="549"/>
                  </a:lnTo>
                  <a:lnTo>
                    <a:pt x="1935" y="532"/>
                  </a:lnTo>
                  <a:lnTo>
                    <a:pt x="1935" y="532"/>
                  </a:lnTo>
                  <a:lnTo>
                    <a:pt x="1942" y="532"/>
                  </a:lnTo>
                  <a:lnTo>
                    <a:pt x="1950" y="534"/>
                  </a:lnTo>
                  <a:lnTo>
                    <a:pt x="1962" y="534"/>
                  </a:lnTo>
                  <a:lnTo>
                    <a:pt x="1962" y="534"/>
                  </a:lnTo>
                  <a:lnTo>
                    <a:pt x="1962" y="536"/>
                  </a:lnTo>
                  <a:lnTo>
                    <a:pt x="1962" y="538"/>
                  </a:lnTo>
                  <a:lnTo>
                    <a:pt x="1962" y="539"/>
                  </a:lnTo>
                  <a:lnTo>
                    <a:pt x="1966" y="539"/>
                  </a:lnTo>
                  <a:lnTo>
                    <a:pt x="1966" y="534"/>
                  </a:lnTo>
                  <a:lnTo>
                    <a:pt x="1966" y="534"/>
                  </a:lnTo>
                  <a:lnTo>
                    <a:pt x="1977" y="532"/>
                  </a:lnTo>
                  <a:lnTo>
                    <a:pt x="1977" y="532"/>
                  </a:lnTo>
                  <a:lnTo>
                    <a:pt x="1979" y="538"/>
                  </a:lnTo>
                  <a:lnTo>
                    <a:pt x="1981" y="543"/>
                  </a:lnTo>
                  <a:lnTo>
                    <a:pt x="1981" y="543"/>
                  </a:lnTo>
                  <a:lnTo>
                    <a:pt x="1984" y="543"/>
                  </a:lnTo>
                  <a:lnTo>
                    <a:pt x="1986" y="545"/>
                  </a:lnTo>
                  <a:lnTo>
                    <a:pt x="1986" y="547"/>
                  </a:lnTo>
                  <a:lnTo>
                    <a:pt x="1986" y="549"/>
                  </a:lnTo>
                  <a:lnTo>
                    <a:pt x="1986" y="549"/>
                  </a:lnTo>
                  <a:lnTo>
                    <a:pt x="1977" y="549"/>
                  </a:lnTo>
                  <a:lnTo>
                    <a:pt x="1970" y="549"/>
                  </a:lnTo>
                  <a:lnTo>
                    <a:pt x="1970" y="549"/>
                  </a:lnTo>
                  <a:lnTo>
                    <a:pt x="1972" y="561"/>
                  </a:lnTo>
                  <a:lnTo>
                    <a:pt x="1972" y="561"/>
                  </a:lnTo>
                  <a:lnTo>
                    <a:pt x="1981" y="559"/>
                  </a:lnTo>
                  <a:lnTo>
                    <a:pt x="1988" y="561"/>
                  </a:lnTo>
                  <a:lnTo>
                    <a:pt x="1988" y="561"/>
                  </a:lnTo>
                  <a:lnTo>
                    <a:pt x="1988" y="559"/>
                  </a:lnTo>
                  <a:lnTo>
                    <a:pt x="1988" y="558"/>
                  </a:lnTo>
                  <a:lnTo>
                    <a:pt x="1992" y="554"/>
                  </a:lnTo>
                  <a:lnTo>
                    <a:pt x="1992" y="554"/>
                  </a:lnTo>
                  <a:lnTo>
                    <a:pt x="1995" y="556"/>
                  </a:lnTo>
                  <a:lnTo>
                    <a:pt x="1999" y="558"/>
                  </a:lnTo>
                  <a:lnTo>
                    <a:pt x="1999" y="558"/>
                  </a:lnTo>
                  <a:lnTo>
                    <a:pt x="1999" y="556"/>
                  </a:lnTo>
                  <a:lnTo>
                    <a:pt x="1999" y="554"/>
                  </a:lnTo>
                  <a:lnTo>
                    <a:pt x="1999" y="550"/>
                  </a:lnTo>
                  <a:lnTo>
                    <a:pt x="2003" y="550"/>
                  </a:lnTo>
                  <a:lnTo>
                    <a:pt x="2006" y="543"/>
                  </a:lnTo>
                  <a:lnTo>
                    <a:pt x="2006" y="543"/>
                  </a:lnTo>
                  <a:lnTo>
                    <a:pt x="2015" y="543"/>
                  </a:lnTo>
                  <a:lnTo>
                    <a:pt x="2028" y="543"/>
                  </a:lnTo>
                  <a:lnTo>
                    <a:pt x="2028" y="543"/>
                  </a:lnTo>
                  <a:lnTo>
                    <a:pt x="2026" y="541"/>
                  </a:lnTo>
                  <a:lnTo>
                    <a:pt x="2028" y="541"/>
                  </a:lnTo>
                  <a:lnTo>
                    <a:pt x="2034" y="541"/>
                  </a:lnTo>
                  <a:lnTo>
                    <a:pt x="2030" y="534"/>
                  </a:lnTo>
                  <a:lnTo>
                    <a:pt x="2030" y="534"/>
                  </a:lnTo>
                  <a:lnTo>
                    <a:pt x="2021" y="534"/>
                  </a:lnTo>
                  <a:lnTo>
                    <a:pt x="2021" y="534"/>
                  </a:lnTo>
                  <a:lnTo>
                    <a:pt x="2021" y="536"/>
                  </a:lnTo>
                  <a:lnTo>
                    <a:pt x="2019" y="536"/>
                  </a:lnTo>
                  <a:lnTo>
                    <a:pt x="2015" y="536"/>
                  </a:lnTo>
                  <a:lnTo>
                    <a:pt x="2015" y="536"/>
                  </a:lnTo>
                  <a:lnTo>
                    <a:pt x="2015" y="528"/>
                  </a:lnTo>
                  <a:lnTo>
                    <a:pt x="2015" y="519"/>
                  </a:lnTo>
                  <a:lnTo>
                    <a:pt x="2015" y="519"/>
                  </a:lnTo>
                  <a:lnTo>
                    <a:pt x="2017" y="521"/>
                  </a:lnTo>
                  <a:lnTo>
                    <a:pt x="2021" y="521"/>
                  </a:lnTo>
                  <a:lnTo>
                    <a:pt x="2021" y="521"/>
                  </a:lnTo>
                  <a:lnTo>
                    <a:pt x="2021" y="516"/>
                  </a:lnTo>
                  <a:lnTo>
                    <a:pt x="2021" y="512"/>
                  </a:lnTo>
                  <a:lnTo>
                    <a:pt x="2023" y="508"/>
                  </a:lnTo>
                  <a:lnTo>
                    <a:pt x="2023" y="508"/>
                  </a:lnTo>
                  <a:lnTo>
                    <a:pt x="2028" y="505"/>
                  </a:lnTo>
                  <a:lnTo>
                    <a:pt x="2035" y="503"/>
                  </a:lnTo>
                  <a:lnTo>
                    <a:pt x="2043" y="501"/>
                  </a:lnTo>
                  <a:lnTo>
                    <a:pt x="2048" y="497"/>
                  </a:lnTo>
                  <a:lnTo>
                    <a:pt x="2048" y="497"/>
                  </a:lnTo>
                  <a:lnTo>
                    <a:pt x="2048" y="494"/>
                  </a:lnTo>
                  <a:lnTo>
                    <a:pt x="2048" y="490"/>
                  </a:lnTo>
                  <a:lnTo>
                    <a:pt x="2050" y="490"/>
                  </a:lnTo>
                  <a:lnTo>
                    <a:pt x="2050" y="490"/>
                  </a:lnTo>
                  <a:lnTo>
                    <a:pt x="2055" y="485"/>
                  </a:lnTo>
                  <a:lnTo>
                    <a:pt x="2057" y="479"/>
                  </a:lnTo>
                  <a:lnTo>
                    <a:pt x="2057" y="479"/>
                  </a:lnTo>
                  <a:lnTo>
                    <a:pt x="2063" y="477"/>
                  </a:lnTo>
                  <a:lnTo>
                    <a:pt x="2068" y="476"/>
                  </a:lnTo>
                  <a:lnTo>
                    <a:pt x="2081" y="476"/>
                  </a:lnTo>
                  <a:lnTo>
                    <a:pt x="2081" y="476"/>
                  </a:lnTo>
                  <a:lnTo>
                    <a:pt x="2088" y="472"/>
                  </a:lnTo>
                  <a:lnTo>
                    <a:pt x="2092" y="470"/>
                  </a:lnTo>
                  <a:lnTo>
                    <a:pt x="2096" y="470"/>
                  </a:lnTo>
                  <a:lnTo>
                    <a:pt x="2099" y="477"/>
                  </a:lnTo>
                  <a:lnTo>
                    <a:pt x="2099" y="477"/>
                  </a:lnTo>
                  <a:lnTo>
                    <a:pt x="2103" y="479"/>
                  </a:lnTo>
                  <a:lnTo>
                    <a:pt x="2106" y="479"/>
                  </a:lnTo>
                  <a:lnTo>
                    <a:pt x="2106" y="477"/>
                  </a:lnTo>
                  <a:lnTo>
                    <a:pt x="2106" y="477"/>
                  </a:lnTo>
                  <a:lnTo>
                    <a:pt x="2116" y="472"/>
                  </a:lnTo>
                  <a:lnTo>
                    <a:pt x="2116" y="472"/>
                  </a:lnTo>
                  <a:lnTo>
                    <a:pt x="2112" y="485"/>
                  </a:lnTo>
                  <a:lnTo>
                    <a:pt x="2110" y="488"/>
                  </a:lnTo>
                  <a:lnTo>
                    <a:pt x="2106" y="492"/>
                  </a:lnTo>
                  <a:lnTo>
                    <a:pt x="2106" y="492"/>
                  </a:lnTo>
                  <a:lnTo>
                    <a:pt x="2105" y="494"/>
                  </a:lnTo>
                  <a:lnTo>
                    <a:pt x="2106" y="494"/>
                  </a:lnTo>
                  <a:lnTo>
                    <a:pt x="2108" y="496"/>
                  </a:lnTo>
                  <a:lnTo>
                    <a:pt x="2108" y="497"/>
                  </a:lnTo>
                  <a:lnTo>
                    <a:pt x="2108" y="497"/>
                  </a:lnTo>
                  <a:lnTo>
                    <a:pt x="2116" y="494"/>
                  </a:lnTo>
                  <a:lnTo>
                    <a:pt x="2116" y="494"/>
                  </a:lnTo>
                  <a:lnTo>
                    <a:pt x="2114" y="499"/>
                  </a:lnTo>
                  <a:lnTo>
                    <a:pt x="2114" y="507"/>
                  </a:lnTo>
                  <a:lnTo>
                    <a:pt x="2114" y="507"/>
                  </a:lnTo>
                  <a:lnTo>
                    <a:pt x="2121" y="499"/>
                  </a:lnTo>
                  <a:lnTo>
                    <a:pt x="2121" y="499"/>
                  </a:lnTo>
                  <a:lnTo>
                    <a:pt x="2126" y="494"/>
                  </a:lnTo>
                  <a:lnTo>
                    <a:pt x="2132" y="487"/>
                  </a:lnTo>
                  <a:lnTo>
                    <a:pt x="2137" y="481"/>
                  </a:lnTo>
                  <a:lnTo>
                    <a:pt x="2143" y="477"/>
                  </a:lnTo>
                  <a:lnTo>
                    <a:pt x="2143" y="477"/>
                  </a:lnTo>
                  <a:lnTo>
                    <a:pt x="2150" y="476"/>
                  </a:lnTo>
                  <a:lnTo>
                    <a:pt x="2156" y="477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61" y="477"/>
                  </a:lnTo>
                  <a:lnTo>
                    <a:pt x="2163" y="477"/>
                  </a:lnTo>
                  <a:lnTo>
                    <a:pt x="2165" y="477"/>
                  </a:lnTo>
                  <a:lnTo>
                    <a:pt x="2165" y="477"/>
                  </a:lnTo>
                  <a:lnTo>
                    <a:pt x="2163" y="472"/>
                  </a:lnTo>
                  <a:lnTo>
                    <a:pt x="2161" y="468"/>
                  </a:lnTo>
                  <a:lnTo>
                    <a:pt x="2163" y="465"/>
                  </a:lnTo>
                  <a:lnTo>
                    <a:pt x="2163" y="465"/>
                  </a:lnTo>
                  <a:lnTo>
                    <a:pt x="2161" y="467"/>
                  </a:lnTo>
                  <a:lnTo>
                    <a:pt x="2159" y="465"/>
                  </a:lnTo>
                  <a:lnTo>
                    <a:pt x="2159" y="461"/>
                  </a:lnTo>
                  <a:lnTo>
                    <a:pt x="2159" y="461"/>
                  </a:lnTo>
                  <a:lnTo>
                    <a:pt x="2170" y="452"/>
                  </a:lnTo>
                  <a:lnTo>
                    <a:pt x="2176" y="450"/>
                  </a:lnTo>
                  <a:lnTo>
                    <a:pt x="2181" y="452"/>
                  </a:lnTo>
                  <a:lnTo>
                    <a:pt x="2194" y="456"/>
                  </a:lnTo>
                  <a:lnTo>
                    <a:pt x="2194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5" y="456"/>
                  </a:lnTo>
                  <a:lnTo>
                    <a:pt x="2179" y="456"/>
                  </a:lnTo>
                  <a:lnTo>
                    <a:pt x="2179" y="456"/>
                  </a:lnTo>
                  <a:lnTo>
                    <a:pt x="2178" y="461"/>
                  </a:lnTo>
                  <a:lnTo>
                    <a:pt x="2174" y="461"/>
                  </a:lnTo>
                  <a:lnTo>
                    <a:pt x="2174" y="461"/>
                  </a:lnTo>
                  <a:lnTo>
                    <a:pt x="2172" y="485"/>
                  </a:lnTo>
                  <a:lnTo>
                    <a:pt x="2172" y="485"/>
                  </a:lnTo>
                  <a:lnTo>
                    <a:pt x="2170" y="492"/>
                  </a:lnTo>
                  <a:lnTo>
                    <a:pt x="2168" y="497"/>
                  </a:lnTo>
                  <a:lnTo>
                    <a:pt x="2165" y="499"/>
                  </a:lnTo>
                  <a:lnTo>
                    <a:pt x="2161" y="501"/>
                  </a:lnTo>
                  <a:lnTo>
                    <a:pt x="2152" y="501"/>
                  </a:lnTo>
                  <a:lnTo>
                    <a:pt x="2137" y="505"/>
                  </a:lnTo>
                  <a:lnTo>
                    <a:pt x="2137" y="505"/>
                  </a:lnTo>
                  <a:lnTo>
                    <a:pt x="2139" y="510"/>
                  </a:lnTo>
                  <a:lnTo>
                    <a:pt x="2139" y="512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4" y="518"/>
                  </a:lnTo>
                  <a:lnTo>
                    <a:pt x="2130" y="519"/>
                  </a:lnTo>
                  <a:lnTo>
                    <a:pt x="2130" y="519"/>
                  </a:lnTo>
                  <a:lnTo>
                    <a:pt x="2130" y="523"/>
                  </a:lnTo>
                  <a:lnTo>
                    <a:pt x="2130" y="527"/>
                  </a:lnTo>
                  <a:lnTo>
                    <a:pt x="2130" y="527"/>
                  </a:lnTo>
                  <a:lnTo>
                    <a:pt x="2126" y="530"/>
                  </a:lnTo>
                  <a:lnTo>
                    <a:pt x="2121" y="534"/>
                  </a:lnTo>
                  <a:lnTo>
                    <a:pt x="2108" y="543"/>
                  </a:lnTo>
                  <a:lnTo>
                    <a:pt x="2108" y="543"/>
                  </a:lnTo>
                  <a:lnTo>
                    <a:pt x="2103" y="552"/>
                  </a:lnTo>
                  <a:lnTo>
                    <a:pt x="2097" y="559"/>
                  </a:lnTo>
                  <a:lnTo>
                    <a:pt x="2092" y="567"/>
                  </a:lnTo>
                  <a:lnTo>
                    <a:pt x="2085" y="572"/>
                  </a:lnTo>
                  <a:lnTo>
                    <a:pt x="2085" y="576"/>
                  </a:lnTo>
                  <a:lnTo>
                    <a:pt x="2085" y="576"/>
                  </a:lnTo>
                  <a:lnTo>
                    <a:pt x="2081" y="576"/>
                  </a:lnTo>
                  <a:lnTo>
                    <a:pt x="2079" y="574"/>
                  </a:lnTo>
                  <a:lnTo>
                    <a:pt x="2079" y="574"/>
                  </a:lnTo>
                  <a:lnTo>
                    <a:pt x="2077" y="572"/>
                  </a:lnTo>
                  <a:lnTo>
                    <a:pt x="2077" y="572"/>
                  </a:lnTo>
                  <a:lnTo>
                    <a:pt x="2074" y="576"/>
                  </a:lnTo>
                  <a:lnTo>
                    <a:pt x="2072" y="579"/>
                  </a:lnTo>
                  <a:lnTo>
                    <a:pt x="2072" y="579"/>
                  </a:lnTo>
                  <a:lnTo>
                    <a:pt x="2065" y="579"/>
                  </a:lnTo>
                  <a:lnTo>
                    <a:pt x="2057" y="579"/>
                  </a:lnTo>
                  <a:lnTo>
                    <a:pt x="2057" y="579"/>
                  </a:lnTo>
                  <a:lnTo>
                    <a:pt x="2059" y="585"/>
                  </a:lnTo>
                  <a:lnTo>
                    <a:pt x="2063" y="585"/>
                  </a:lnTo>
                  <a:lnTo>
                    <a:pt x="2063" y="585"/>
                  </a:lnTo>
                  <a:lnTo>
                    <a:pt x="2059" y="598"/>
                  </a:lnTo>
                  <a:lnTo>
                    <a:pt x="2057" y="601"/>
                  </a:lnTo>
                  <a:lnTo>
                    <a:pt x="2052" y="605"/>
                  </a:lnTo>
                  <a:lnTo>
                    <a:pt x="2052" y="605"/>
                  </a:lnTo>
                  <a:lnTo>
                    <a:pt x="2048" y="605"/>
                  </a:lnTo>
                  <a:lnTo>
                    <a:pt x="2046" y="605"/>
                  </a:lnTo>
                  <a:lnTo>
                    <a:pt x="2044" y="607"/>
                  </a:lnTo>
                  <a:lnTo>
                    <a:pt x="2044" y="607"/>
                  </a:lnTo>
                  <a:lnTo>
                    <a:pt x="2043" y="612"/>
                  </a:lnTo>
                  <a:lnTo>
                    <a:pt x="2041" y="620"/>
                  </a:lnTo>
                  <a:lnTo>
                    <a:pt x="2039" y="636"/>
                  </a:lnTo>
                  <a:lnTo>
                    <a:pt x="2041" y="656"/>
                  </a:lnTo>
                  <a:lnTo>
                    <a:pt x="2043" y="678"/>
                  </a:lnTo>
                  <a:lnTo>
                    <a:pt x="2052" y="720"/>
                  </a:lnTo>
                  <a:lnTo>
                    <a:pt x="2057" y="754"/>
                  </a:lnTo>
                  <a:lnTo>
                    <a:pt x="2057" y="754"/>
                  </a:lnTo>
                  <a:lnTo>
                    <a:pt x="2072" y="743"/>
                  </a:lnTo>
                  <a:lnTo>
                    <a:pt x="2079" y="736"/>
                  </a:lnTo>
                  <a:lnTo>
                    <a:pt x="2085" y="732"/>
                  </a:lnTo>
                  <a:lnTo>
                    <a:pt x="2085" y="732"/>
                  </a:lnTo>
                  <a:lnTo>
                    <a:pt x="2086" y="723"/>
                  </a:lnTo>
                  <a:lnTo>
                    <a:pt x="2086" y="718"/>
                  </a:lnTo>
                  <a:lnTo>
                    <a:pt x="2086" y="712"/>
                  </a:lnTo>
                  <a:lnTo>
                    <a:pt x="2086" y="711"/>
                  </a:lnTo>
                  <a:lnTo>
                    <a:pt x="2088" y="709"/>
                  </a:lnTo>
                  <a:lnTo>
                    <a:pt x="2103" y="705"/>
                  </a:lnTo>
                  <a:lnTo>
                    <a:pt x="2103" y="705"/>
                  </a:lnTo>
                  <a:lnTo>
                    <a:pt x="2103" y="689"/>
                  </a:lnTo>
                  <a:lnTo>
                    <a:pt x="2105" y="683"/>
                  </a:lnTo>
                  <a:lnTo>
                    <a:pt x="2108" y="678"/>
                  </a:lnTo>
                  <a:lnTo>
                    <a:pt x="2114" y="676"/>
                  </a:lnTo>
                  <a:lnTo>
                    <a:pt x="2114" y="671"/>
                  </a:lnTo>
                  <a:lnTo>
                    <a:pt x="2114" y="671"/>
                  </a:lnTo>
                  <a:lnTo>
                    <a:pt x="2121" y="667"/>
                  </a:lnTo>
                  <a:lnTo>
                    <a:pt x="2126" y="669"/>
                  </a:lnTo>
                  <a:lnTo>
                    <a:pt x="2130" y="671"/>
                  </a:lnTo>
                  <a:lnTo>
                    <a:pt x="2134" y="671"/>
                  </a:lnTo>
                  <a:lnTo>
                    <a:pt x="2134" y="671"/>
                  </a:lnTo>
                  <a:lnTo>
                    <a:pt x="2143" y="661"/>
                  </a:lnTo>
                  <a:lnTo>
                    <a:pt x="2143" y="661"/>
                  </a:lnTo>
                  <a:lnTo>
                    <a:pt x="2137" y="652"/>
                  </a:lnTo>
                  <a:lnTo>
                    <a:pt x="2134" y="645"/>
                  </a:lnTo>
                  <a:lnTo>
                    <a:pt x="2134" y="640"/>
                  </a:lnTo>
                  <a:lnTo>
                    <a:pt x="2134" y="634"/>
                  </a:lnTo>
                  <a:lnTo>
                    <a:pt x="2137" y="629"/>
                  </a:lnTo>
                  <a:lnTo>
                    <a:pt x="2143" y="625"/>
                  </a:lnTo>
                  <a:lnTo>
                    <a:pt x="2150" y="623"/>
                  </a:lnTo>
                  <a:lnTo>
                    <a:pt x="2159" y="621"/>
                  </a:lnTo>
                  <a:lnTo>
                    <a:pt x="2159" y="621"/>
                  </a:lnTo>
                  <a:lnTo>
                    <a:pt x="2159" y="612"/>
                  </a:lnTo>
                  <a:lnTo>
                    <a:pt x="2159" y="612"/>
                  </a:lnTo>
                  <a:lnTo>
                    <a:pt x="2157" y="612"/>
                  </a:lnTo>
                  <a:lnTo>
                    <a:pt x="2156" y="612"/>
                  </a:lnTo>
                  <a:lnTo>
                    <a:pt x="2150" y="614"/>
                  </a:lnTo>
                  <a:lnTo>
                    <a:pt x="2150" y="614"/>
                  </a:lnTo>
                  <a:lnTo>
                    <a:pt x="2147" y="607"/>
                  </a:lnTo>
                  <a:lnTo>
                    <a:pt x="2145" y="601"/>
                  </a:lnTo>
                  <a:lnTo>
                    <a:pt x="2145" y="598"/>
                  </a:lnTo>
                  <a:lnTo>
                    <a:pt x="2148" y="598"/>
                  </a:lnTo>
                  <a:lnTo>
                    <a:pt x="2150" y="590"/>
                  </a:lnTo>
                  <a:lnTo>
                    <a:pt x="2156" y="590"/>
                  </a:lnTo>
                  <a:lnTo>
                    <a:pt x="2156" y="590"/>
                  </a:lnTo>
                  <a:lnTo>
                    <a:pt x="2156" y="587"/>
                  </a:lnTo>
                  <a:lnTo>
                    <a:pt x="2154" y="585"/>
                  </a:lnTo>
                  <a:lnTo>
                    <a:pt x="2156" y="583"/>
                  </a:lnTo>
                  <a:lnTo>
                    <a:pt x="2156" y="583"/>
                  </a:lnTo>
                  <a:lnTo>
                    <a:pt x="2157" y="583"/>
                  </a:lnTo>
                  <a:lnTo>
                    <a:pt x="2157" y="581"/>
                  </a:lnTo>
                  <a:lnTo>
                    <a:pt x="2157" y="578"/>
                  </a:lnTo>
                  <a:lnTo>
                    <a:pt x="2157" y="578"/>
                  </a:lnTo>
                  <a:lnTo>
                    <a:pt x="2150" y="578"/>
                  </a:lnTo>
                  <a:lnTo>
                    <a:pt x="2150" y="578"/>
                  </a:lnTo>
                  <a:lnTo>
                    <a:pt x="2141" y="576"/>
                  </a:lnTo>
                  <a:lnTo>
                    <a:pt x="2141" y="576"/>
                  </a:lnTo>
                  <a:lnTo>
                    <a:pt x="2139" y="567"/>
                  </a:lnTo>
                  <a:lnTo>
                    <a:pt x="2141" y="558"/>
                  </a:lnTo>
                  <a:lnTo>
                    <a:pt x="2141" y="558"/>
                  </a:lnTo>
                  <a:lnTo>
                    <a:pt x="2157" y="543"/>
                  </a:lnTo>
                  <a:lnTo>
                    <a:pt x="2157" y="543"/>
                  </a:lnTo>
                  <a:lnTo>
                    <a:pt x="2157" y="541"/>
                  </a:lnTo>
                  <a:lnTo>
                    <a:pt x="2157" y="539"/>
                  </a:lnTo>
                  <a:lnTo>
                    <a:pt x="2157" y="536"/>
                  </a:lnTo>
                  <a:lnTo>
                    <a:pt x="2163" y="536"/>
                  </a:lnTo>
                  <a:lnTo>
                    <a:pt x="2163" y="536"/>
                  </a:lnTo>
                  <a:lnTo>
                    <a:pt x="2163" y="534"/>
                  </a:lnTo>
                  <a:lnTo>
                    <a:pt x="2161" y="532"/>
                  </a:lnTo>
                  <a:lnTo>
                    <a:pt x="2159" y="530"/>
                  </a:lnTo>
                  <a:lnTo>
                    <a:pt x="2159" y="528"/>
                  </a:lnTo>
                  <a:lnTo>
                    <a:pt x="2159" y="528"/>
                  </a:lnTo>
                  <a:lnTo>
                    <a:pt x="2161" y="527"/>
                  </a:lnTo>
                  <a:lnTo>
                    <a:pt x="2165" y="521"/>
                  </a:lnTo>
                  <a:lnTo>
                    <a:pt x="2188" y="525"/>
                  </a:lnTo>
                  <a:lnTo>
                    <a:pt x="2188" y="525"/>
                  </a:lnTo>
                  <a:lnTo>
                    <a:pt x="2190" y="521"/>
                  </a:lnTo>
                  <a:lnTo>
                    <a:pt x="2188" y="518"/>
                  </a:lnTo>
                  <a:lnTo>
                    <a:pt x="2188" y="518"/>
                  </a:lnTo>
                  <a:lnTo>
                    <a:pt x="2207" y="507"/>
                  </a:lnTo>
                  <a:lnTo>
                    <a:pt x="2207" y="507"/>
                  </a:lnTo>
                  <a:lnTo>
                    <a:pt x="2203" y="519"/>
                  </a:lnTo>
                  <a:lnTo>
                    <a:pt x="2205" y="525"/>
                  </a:lnTo>
                  <a:lnTo>
                    <a:pt x="2207" y="527"/>
                  </a:lnTo>
                  <a:lnTo>
                    <a:pt x="2208" y="527"/>
                  </a:lnTo>
                  <a:lnTo>
                    <a:pt x="2208" y="527"/>
                  </a:lnTo>
                  <a:lnTo>
                    <a:pt x="2210" y="525"/>
                  </a:lnTo>
                  <a:lnTo>
                    <a:pt x="2212" y="523"/>
                  </a:lnTo>
                  <a:lnTo>
                    <a:pt x="2214" y="525"/>
                  </a:lnTo>
                  <a:lnTo>
                    <a:pt x="2214" y="525"/>
                  </a:lnTo>
                  <a:lnTo>
                    <a:pt x="2218" y="516"/>
                  </a:lnTo>
                  <a:lnTo>
                    <a:pt x="2221" y="510"/>
                  </a:lnTo>
                  <a:lnTo>
                    <a:pt x="2223" y="507"/>
                  </a:lnTo>
                  <a:lnTo>
                    <a:pt x="2223" y="507"/>
                  </a:lnTo>
                  <a:lnTo>
                    <a:pt x="2229" y="503"/>
                  </a:lnTo>
                  <a:lnTo>
                    <a:pt x="2232" y="501"/>
                  </a:lnTo>
                  <a:lnTo>
                    <a:pt x="2241" y="501"/>
                  </a:lnTo>
                  <a:lnTo>
                    <a:pt x="2249" y="505"/>
                  </a:lnTo>
                  <a:lnTo>
                    <a:pt x="2258" y="508"/>
                  </a:lnTo>
                  <a:lnTo>
                    <a:pt x="2258" y="508"/>
                  </a:lnTo>
                  <a:lnTo>
                    <a:pt x="2258" y="518"/>
                  </a:lnTo>
                  <a:lnTo>
                    <a:pt x="2258" y="518"/>
                  </a:lnTo>
                  <a:lnTo>
                    <a:pt x="2265" y="521"/>
                  </a:lnTo>
                  <a:lnTo>
                    <a:pt x="2272" y="525"/>
                  </a:lnTo>
                  <a:lnTo>
                    <a:pt x="2272" y="525"/>
                  </a:lnTo>
                  <a:lnTo>
                    <a:pt x="2278" y="512"/>
                  </a:lnTo>
                  <a:lnTo>
                    <a:pt x="2285" y="503"/>
                  </a:lnTo>
                  <a:lnTo>
                    <a:pt x="2294" y="496"/>
                  </a:lnTo>
                  <a:lnTo>
                    <a:pt x="2307" y="490"/>
                  </a:lnTo>
                  <a:lnTo>
                    <a:pt x="2307" y="490"/>
                  </a:lnTo>
                  <a:lnTo>
                    <a:pt x="2307" y="487"/>
                  </a:lnTo>
                  <a:lnTo>
                    <a:pt x="2307" y="485"/>
                  </a:lnTo>
                  <a:lnTo>
                    <a:pt x="2305" y="485"/>
                  </a:lnTo>
                  <a:lnTo>
                    <a:pt x="2305" y="483"/>
                  </a:lnTo>
                  <a:lnTo>
                    <a:pt x="2305" y="483"/>
                  </a:lnTo>
                  <a:lnTo>
                    <a:pt x="2309" y="483"/>
                  </a:lnTo>
                  <a:lnTo>
                    <a:pt x="2311" y="483"/>
                  </a:lnTo>
                  <a:lnTo>
                    <a:pt x="2314" y="485"/>
                  </a:lnTo>
                  <a:lnTo>
                    <a:pt x="2316" y="485"/>
                  </a:lnTo>
                  <a:lnTo>
                    <a:pt x="2316" y="485"/>
                  </a:lnTo>
                  <a:lnTo>
                    <a:pt x="2318" y="483"/>
                  </a:lnTo>
                  <a:lnTo>
                    <a:pt x="2318" y="479"/>
                  </a:lnTo>
                  <a:lnTo>
                    <a:pt x="2318" y="476"/>
                  </a:lnTo>
                  <a:lnTo>
                    <a:pt x="2316" y="476"/>
                  </a:lnTo>
                  <a:lnTo>
                    <a:pt x="2316" y="476"/>
                  </a:lnTo>
                  <a:lnTo>
                    <a:pt x="2320" y="476"/>
                  </a:lnTo>
                  <a:lnTo>
                    <a:pt x="2321" y="476"/>
                  </a:lnTo>
                  <a:lnTo>
                    <a:pt x="2323" y="477"/>
                  </a:lnTo>
                  <a:lnTo>
                    <a:pt x="2327" y="477"/>
                  </a:lnTo>
                  <a:lnTo>
                    <a:pt x="2327" y="477"/>
                  </a:lnTo>
                  <a:lnTo>
                    <a:pt x="2331" y="470"/>
                  </a:lnTo>
                  <a:lnTo>
                    <a:pt x="2331" y="470"/>
                  </a:lnTo>
                  <a:lnTo>
                    <a:pt x="2334" y="468"/>
                  </a:lnTo>
                  <a:lnTo>
                    <a:pt x="2338" y="468"/>
                  </a:lnTo>
                  <a:lnTo>
                    <a:pt x="2345" y="468"/>
                  </a:lnTo>
                  <a:lnTo>
                    <a:pt x="2345" y="468"/>
                  </a:lnTo>
                  <a:lnTo>
                    <a:pt x="2356" y="461"/>
                  </a:lnTo>
                  <a:lnTo>
                    <a:pt x="2362" y="457"/>
                  </a:lnTo>
                  <a:lnTo>
                    <a:pt x="2367" y="456"/>
                  </a:lnTo>
                  <a:lnTo>
                    <a:pt x="2367" y="456"/>
                  </a:lnTo>
                  <a:lnTo>
                    <a:pt x="2378" y="456"/>
                  </a:lnTo>
                  <a:lnTo>
                    <a:pt x="2389" y="457"/>
                  </a:lnTo>
                  <a:lnTo>
                    <a:pt x="2398" y="459"/>
                  </a:lnTo>
                  <a:lnTo>
                    <a:pt x="2405" y="461"/>
                  </a:lnTo>
                  <a:lnTo>
                    <a:pt x="2405" y="461"/>
                  </a:lnTo>
                  <a:lnTo>
                    <a:pt x="2413" y="454"/>
                  </a:lnTo>
                  <a:lnTo>
                    <a:pt x="2413" y="454"/>
                  </a:lnTo>
                  <a:lnTo>
                    <a:pt x="2411" y="448"/>
                  </a:lnTo>
                  <a:lnTo>
                    <a:pt x="2411" y="445"/>
                  </a:lnTo>
                  <a:lnTo>
                    <a:pt x="2413" y="443"/>
                  </a:lnTo>
                  <a:lnTo>
                    <a:pt x="2413" y="443"/>
                  </a:lnTo>
                  <a:lnTo>
                    <a:pt x="2411" y="443"/>
                  </a:lnTo>
                  <a:lnTo>
                    <a:pt x="2409" y="441"/>
                  </a:lnTo>
                  <a:lnTo>
                    <a:pt x="2405" y="441"/>
                  </a:lnTo>
                  <a:lnTo>
                    <a:pt x="2405" y="441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393" y="414"/>
                  </a:lnTo>
                  <a:lnTo>
                    <a:pt x="2393" y="412"/>
                  </a:lnTo>
                  <a:lnTo>
                    <a:pt x="2393" y="408"/>
                  </a:lnTo>
                  <a:lnTo>
                    <a:pt x="2393" y="408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3" y="414"/>
                  </a:lnTo>
                  <a:lnTo>
                    <a:pt x="2380" y="414"/>
                  </a:lnTo>
                  <a:lnTo>
                    <a:pt x="2380" y="408"/>
                  </a:lnTo>
                  <a:lnTo>
                    <a:pt x="2382" y="406"/>
                  </a:lnTo>
                  <a:lnTo>
                    <a:pt x="2385" y="401"/>
                  </a:lnTo>
                  <a:lnTo>
                    <a:pt x="2385" y="401"/>
                  </a:lnTo>
                  <a:lnTo>
                    <a:pt x="2374" y="401"/>
                  </a:lnTo>
                  <a:lnTo>
                    <a:pt x="2363" y="401"/>
                  </a:lnTo>
                  <a:lnTo>
                    <a:pt x="2363" y="397"/>
                  </a:lnTo>
                  <a:lnTo>
                    <a:pt x="2363" y="397"/>
                  </a:lnTo>
                  <a:lnTo>
                    <a:pt x="2382" y="394"/>
                  </a:lnTo>
                  <a:lnTo>
                    <a:pt x="2387" y="399"/>
                  </a:lnTo>
                  <a:lnTo>
                    <a:pt x="2387" y="399"/>
                  </a:lnTo>
                  <a:lnTo>
                    <a:pt x="2403" y="401"/>
                  </a:lnTo>
                  <a:lnTo>
                    <a:pt x="2416" y="401"/>
                  </a:lnTo>
                  <a:lnTo>
                    <a:pt x="2427" y="394"/>
                  </a:lnTo>
                  <a:lnTo>
                    <a:pt x="2427" y="394"/>
                  </a:lnTo>
                  <a:lnTo>
                    <a:pt x="2429" y="390"/>
                  </a:lnTo>
                  <a:lnTo>
                    <a:pt x="2431" y="385"/>
                  </a:lnTo>
                  <a:lnTo>
                    <a:pt x="2431" y="375"/>
                  </a:lnTo>
                  <a:lnTo>
                    <a:pt x="2431" y="375"/>
                  </a:lnTo>
                  <a:lnTo>
                    <a:pt x="2424" y="372"/>
                  </a:lnTo>
                  <a:lnTo>
                    <a:pt x="2424" y="372"/>
                  </a:lnTo>
                  <a:lnTo>
                    <a:pt x="2424" y="370"/>
                  </a:lnTo>
                  <a:lnTo>
                    <a:pt x="2424" y="366"/>
                  </a:lnTo>
                  <a:lnTo>
                    <a:pt x="2425" y="365"/>
                  </a:lnTo>
                  <a:lnTo>
                    <a:pt x="2427" y="365"/>
                  </a:lnTo>
                  <a:lnTo>
                    <a:pt x="2427" y="365"/>
                  </a:lnTo>
                  <a:lnTo>
                    <a:pt x="2427" y="355"/>
                  </a:lnTo>
                  <a:lnTo>
                    <a:pt x="2427" y="355"/>
                  </a:lnTo>
                  <a:lnTo>
                    <a:pt x="2436" y="354"/>
                  </a:lnTo>
                  <a:lnTo>
                    <a:pt x="2434" y="361"/>
                  </a:lnTo>
                  <a:lnTo>
                    <a:pt x="2434" y="361"/>
                  </a:lnTo>
                  <a:lnTo>
                    <a:pt x="2434" y="359"/>
                  </a:lnTo>
                  <a:lnTo>
                    <a:pt x="2436" y="361"/>
                  </a:lnTo>
                  <a:lnTo>
                    <a:pt x="2438" y="363"/>
                  </a:lnTo>
                  <a:lnTo>
                    <a:pt x="2438" y="363"/>
                  </a:lnTo>
                  <a:lnTo>
                    <a:pt x="2434" y="365"/>
                  </a:lnTo>
                  <a:lnTo>
                    <a:pt x="2433" y="368"/>
                  </a:lnTo>
                  <a:lnTo>
                    <a:pt x="2434" y="372"/>
                  </a:lnTo>
                  <a:lnTo>
                    <a:pt x="2436" y="375"/>
                  </a:lnTo>
                  <a:lnTo>
                    <a:pt x="2444" y="381"/>
                  </a:lnTo>
                  <a:lnTo>
                    <a:pt x="2449" y="385"/>
                  </a:lnTo>
                  <a:lnTo>
                    <a:pt x="2449" y="385"/>
                  </a:lnTo>
                  <a:lnTo>
                    <a:pt x="2451" y="383"/>
                  </a:lnTo>
                  <a:lnTo>
                    <a:pt x="2451" y="381"/>
                  </a:lnTo>
                  <a:lnTo>
                    <a:pt x="2449" y="379"/>
                  </a:lnTo>
                  <a:lnTo>
                    <a:pt x="2449" y="379"/>
                  </a:lnTo>
                  <a:lnTo>
                    <a:pt x="2458" y="375"/>
                  </a:lnTo>
                  <a:lnTo>
                    <a:pt x="2467" y="374"/>
                  </a:lnTo>
                  <a:lnTo>
                    <a:pt x="2469" y="374"/>
                  </a:lnTo>
                  <a:lnTo>
                    <a:pt x="2473" y="375"/>
                  </a:lnTo>
                  <a:lnTo>
                    <a:pt x="2480" y="383"/>
                  </a:lnTo>
                  <a:lnTo>
                    <a:pt x="2480" y="383"/>
                  </a:lnTo>
                  <a:lnTo>
                    <a:pt x="2484" y="385"/>
                  </a:lnTo>
                  <a:lnTo>
                    <a:pt x="2487" y="386"/>
                  </a:lnTo>
                  <a:lnTo>
                    <a:pt x="2487" y="386"/>
                  </a:lnTo>
                  <a:lnTo>
                    <a:pt x="2487" y="390"/>
                  </a:lnTo>
                  <a:lnTo>
                    <a:pt x="2487" y="394"/>
                  </a:lnTo>
                  <a:lnTo>
                    <a:pt x="2485" y="397"/>
                  </a:lnTo>
                  <a:lnTo>
                    <a:pt x="2485" y="397"/>
                  </a:lnTo>
                  <a:lnTo>
                    <a:pt x="2491" y="399"/>
                  </a:lnTo>
                  <a:lnTo>
                    <a:pt x="2500" y="403"/>
                  </a:lnTo>
                  <a:lnTo>
                    <a:pt x="2520" y="408"/>
                  </a:lnTo>
                  <a:lnTo>
                    <a:pt x="2520" y="414"/>
                  </a:lnTo>
                  <a:lnTo>
                    <a:pt x="2520" y="414"/>
                  </a:lnTo>
                  <a:lnTo>
                    <a:pt x="2526" y="412"/>
                  </a:lnTo>
                  <a:lnTo>
                    <a:pt x="2531" y="408"/>
                  </a:lnTo>
                  <a:lnTo>
                    <a:pt x="2531" y="414"/>
                  </a:lnTo>
                  <a:lnTo>
                    <a:pt x="2531" y="414"/>
                  </a:lnTo>
                  <a:lnTo>
                    <a:pt x="2542" y="414"/>
                  </a:lnTo>
                  <a:lnTo>
                    <a:pt x="2546" y="414"/>
                  </a:lnTo>
                  <a:lnTo>
                    <a:pt x="2546" y="410"/>
                  </a:lnTo>
                  <a:lnTo>
                    <a:pt x="2538" y="401"/>
                  </a:lnTo>
                  <a:lnTo>
                    <a:pt x="2538" y="397"/>
                  </a:lnTo>
                  <a:lnTo>
                    <a:pt x="2538" y="397"/>
                  </a:lnTo>
                  <a:lnTo>
                    <a:pt x="2549" y="397"/>
                  </a:lnTo>
                  <a:lnTo>
                    <a:pt x="2549" y="397"/>
                  </a:lnTo>
                  <a:lnTo>
                    <a:pt x="2549" y="392"/>
                  </a:lnTo>
                  <a:lnTo>
                    <a:pt x="2549" y="386"/>
                  </a:lnTo>
                  <a:lnTo>
                    <a:pt x="2549" y="386"/>
                  </a:lnTo>
                  <a:lnTo>
                    <a:pt x="2544" y="388"/>
                  </a:lnTo>
                  <a:lnTo>
                    <a:pt x="2542" y="390"/>
                  </a:lnTo>
                  <a:lnTo>
                    <a:pt x="2542" y="390"/>
                  </a:lnTo>
                  <a:lnTo>
                    <a:pt x="2542" y="383"/>
                  </a:lnTo>
                  <a:lnTo>
                    <a:pt x="2538" y="379"/>
                  </a:lnTo>
                  <a:lnTo>
                    <a:pt x="2538" y="379"/>
                  </a:lnTo>
                  <a:lnTo>
                    <a:pt x="2549" y="379"/>
                  </a:lnTo>
                  <a:lnTo>
                    <a:pt x="2549" y="383"/>
                  </a:lnTo>
                  <a:lnTo>
                    <a:pt x="2551" y="383"/>
                  </a:lnTo>
                  <a:lnTo>
                    <a:pt x="2551" y="383"/>
                  </a:lnTo>
                  <a:lnTo>
                    <a:pt x="2555" y="383"/>
                  </a:lnTo>
                  <a:lnTo>
                    <a:pt x="2566" y="385"/>
                  </a:lnTo>
                  <a:lnTo>
                    <a:pt x="2566" y="385"/>
                  </a:lnTo>
                  <a:lnTo>
                    <a:pt x="2566" y="386"/>
                  </a:lnTo>
                  <a:lnTo>
                    <a:pt x="2566" y="386"/>
                  </a:lnTo>
                  <a:lnTo>
                    <a:pt x="2567" y="386"/>
                  </a:lnTo>
                  <a:lnTo>
                    <a:pt x="2567" y="386"/>
                  </a:lnTo>
                  <a:lnTo>
                    <a:pt x="2567" y="383"/>
                  </a:lnTo>
                  <a:lnTo>
                    <a:pt x="2566" y="377"/>
                  </a:lnTo>
                  <a:lnTo>
                    <a:pt x="2571" y="377"/>
                  </a:lnTo>
                  <a:lnTo>
                    <a:pt x="2571" y="377"/>
                  </a:lnTo>
                  <a:lnTo>
                    <a:pt x="2573" y="368"/>
                  </a:lnTo>
                  <a:lnTo>
                    <a:pt x="2578" y="368"/>
                  </a:lnTo>
                  <a:lnTo>
                    <a:pt x="2578" y="368"/>
                  </a:lnTo>
                  <a:lnTo>
                    <a:pt x="2567" y="363"/>
                  </a:lnTo>
                  <a:lnTo>
                    <a:pt x="2558" y="357"/>
                  </a:lnTo>
                  <a:lnTo>
                    <a:pt x="2558" y="357"/>
                  </a:lnTo>
                  <a:close/>
                  <a:moveTo>
                    <a:pt x="1941" y="211"/>
                  </a:moveTo>
                  <a:lnTo>
                    <a:pt x="1941" y="211"/>
                  </a:lnTo>
                  <a:lnTo>
                    <a:pt x="1939" y="215"/>
                  </a:lnTo>
                  <a:lnTo>
                    <a:pt x="1937" y="219"/>
                  </a:lnTo>
                  <a:lnTo>
                    <a:pt x="1937" y="219"/>
                  </a:lnTo>
                  <a:lnTo>
                    <a:pt x="1935" y="219"/>
                  </a:lnTo>
                  <a:lnTo>
                    <a:pt x="1935" y="215"/>
                  </a:lnTo>
                  <a:lnTo>
                    <a:pt x="1941" y="211"/>
                  </a:lnTo>
                  <a:lnTo>
                    <a:pt x="1941" y="211"/>
                  </a:lnTo>
                  <a:close/>
                  <a:moveTo>
                    <a:pt x="811" y="226"/>
                  </a:moveTo>
                  <a:lnTo>
                    <a:pt x="811" y="226"/>
                  </a:lnTo>
                  <a:lnTo>
                    <a:pt x="809" y="222"/>
                  </a:lnTo>
                  <a:lnTo>
                    <a:pt x="811" y="221"/>
                  </a:lnTo>
                  <a:lnTo>
                    <a:pt x="813" y="221"/>
                  </a:lnTo>
                  <a:lnTo>
                    <a:pt x="813" y="221"/>
                  </a:lnTo>
                  <a:lnTo>
                    <a:pt x="815" y="222"/>
                  </a:lnTo>
                  <a:lnTo>
                    <a:pt x="815" y="222"/>
                  </a:lnTo>
                  <a:lnTo>
                    <a:pt x="813" y="224"/>
                  </a:lnTo>
                  <a:lnTo>
                    <a:pt x="811" y="226"/>
                  </a:lnTo>
                  <a:lnTo>
                    <a:pt x="811" y="226"/>
                  </a:lnTo>
                  <a:close/>
                  <a:moveTo>
                    <a:pt x="89" y="507"/>
                  </a:moveTo>
                  <a:lnTo>
                    <a:pt x="89" y="507"/>
                  </a:lnTo>
                  <a:lnTo>
                    <a:pt x="89" y="514"/>
                  </a:lnTo>
                  <a:lnTo>
                    <a:pt x="89" y="514"/>
                  </a:lnTo>
                  <a:lnTo>
                    <a:pt x="77" y="518"/>
                  </a:lnTo>
                  <a:lnTo>
                    <a:pt x="67" y="519"/>
                  </a:lnTo>
                  <a:lnTo>
                    <a:pt x="67" y="519"/>
                  </a:lnTo>
                  <a:lnTo>
                    <a:pt x="67" y="512"/>
                  </a:lnTo>
                  <a:lnTo>
                    <a:pt x="67" y="512"/>
                  </a:lnTo>
                  <a:lnTo>
                    <a:pt x="62" y="507"/>
                  </a:lnTo>
                  <a:lnTo>
                    <a:pt x="56" y="501"/>
                  </a:lnTo>
                  <a:lnTo>
                    <a:pt x="56" y="501"/>
                  </a:lnTo>
                  <a:lnTo>
                    <a:pt x="56" y="497"/>
                  </a:lnTo>
                  <a:lnTo>
                    <a:pt x="56" y="494"/>
                  </a:lnTo>
                  <a:lnTo>
                    <a:pt x="56" y="494"/>
                  </a:lnTo>
                  <a:lnTo>
                    <a:pt x="53" y="488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55" y="477"/>
                  </a:lnTo>
                  <a:lnTo>
                    <a:pt x="62" y="472"/>
                  </a:lnTo>
                  <a:lnTo>
                    <a:pt x="62" y="472"/>
                  </a:lnTo>
                  <a:lnTo>
                    <a:pt x="71" y="481"/>
                  </a:lnTo>
                  <a:lnTo>
                    <a:pt x="75" y="485"/>
                  </a:lnTo>
                  <a:lnTo>
                    <a:pt x="78" y="487"/>
                  </a:lnTo>
                  <a:lnTo>
                    <a:pt x="78" y="487"/>
                  </a:lnTo>
                  <a:lnTo>
                    <a:pt x="82" y="487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9" y="492"/>
                  </a:lnTo>
                  <a:lnTo>
                    <a:pt x="91" y="497"/>
                  </a:lnTo>
                  <a:lnTo>
                    <a:pt x="91" y="497"/>
                  </a:lnTo>
                  <a:lnTo>
                    <a:pt x="93" y="497"/>
                  </a:lnTo>
                  <a:lnTo>
                    <a:pt x="93" y="497"/>
                  </a:lnTo>
                  <a:lnTo>
                    <a:pt x="93" y="501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1" y="510"/>
                  </a:lnTo>
                  <a:lnTo>
                    <a:pt x="91" y="508"/>
                  </a:lnTo>
                  <a:lnTo>
                    <a:pt x="91" y="507"/>
                  </a:lnTo>
                  <a:lnTo>
                    <a:pt x="89" y="507"/>
                  </a:lnTo>
                  <a:lnTo>
                    <a:pt x="89" y="507"/>
                  </a:lnTo>
                  <a:close/>
                  <a:moveTo>
                    <a:pt x="115" y="421"/>
                  </a:moveTo>
                  <a:lnTo>
                    <a:pt x="115" y="421"/>
                  </a:lnTo>
                  <a:lnTo>
                    <a:pt x="124" y="423"/>
                  </a:lnTo>
                  <a:lnTo>
                    <a:pt x="126" y="426"/>
                  </a:lnTo>
                  <a:lnTo>
                    <a:pt x="126" y="428"/>
                  </a:lnTo>
                  <a:lnTo>
                    <a:pt x="128" y="432"/>
                  </a:lnTo>
                  <a:lnTo>
                    <a:pt x="128" y="432"/>
                  </a:lnTo>
                  <a:lnTo>
                    <a:pt x="131" y="436"/>
                  </a:lnTo>
                  <a:lnTo>
                    <a:pt x="129" y="436"/>
                  </a:lnTo>
                  <a:lnTo>
                    <a:pt x="118" y="436"/>
                  </a:lnTo>
                  <a:lnTo>
                    <a:pt x="118" y="436"/>
                  </a:lnTo>
                  <a:lnTo>
                    <a:pt x="117" y="426"/>
                  </a:lnTo>
                  <a:lnTo>
                    <a:pt x="115" y="421"/>
                  </a:lnTo>
                  <a:lnTo>
                    <a:pt x="115" y="421"/>
                  </a:lnTo>
                  <a:close/>
                  <a:moveTo>
                    <a:pt x="149" y="492"/>
                  </a:moveTo>
                  <a:lnTo>
                    <a:pt x="149" y="492"/>
                  </a:lnTo>
                  <a:lnTo>
                    <a:pt x="146" y="496"/>
                  </a:lnTo>
                  <a:lnTo>
                    <a:pt x="142" y="499"/>
                  </a:lnTo>
                  <a:lnTo>
                    <a:pt x="142" y="499"/>
                  </a:lnTo>
                  <a:lnTo>
                    <a:pt x="133" y="487"/>
                  </a:lnTo>
                  <a:lnTo>
                    <a:pt x="128" y="483"/>
                  </a:lnTo>
                  <a:lnTo>
                    <a:pt x="120" y="477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8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26" y="472"/>
                  </a:lnTo>
                  <a:lnTo>
                    <a:pt x="126" y="468"/>
                  </a:lnTo>
                  <a:lnTo>
                    <a:pt x="128" y="468"/>
                  </a:lnTo>
                  <a:lnTo>
                    <a:pt x="128" y="468"/>
                  </a:lnTo>
                  <a:lnTo>
                    <a:pt x="129" y="468"/>
                  </a:lnTo>
                  <a:lnTo>
                    <a:pt x="133" y="470"/>
                  </a:lnTo>
                  <a:lnTo>
                    <a:pt x="133" y="470"/>
                  </a:lnTo>
                  <a:lnTo>
                    <a:pt x="135" y="463"/>
                  </a:lnTo>
                  <a:lnTo>
                    <a:pt x="133" y="457"/>
                  </a:lnTo>
                  <a:lnTo>
                    <a:pt x="133" y="457"/>
                  </a:lnTo>
                  <a:lnTo>
                    <a:pt x="131" y="457"/>
                  </a:lnTo>
                  <a:lnTo>
                    <a:pt x="131" y="457"/>
                  </a:lnTo>
                  <a:lnTo>
                    <a:pt x="131" y="459"/>
                  </a:lnTo>
                  <a:lnTo>
                    <a:pt x="129" y="461"/>
                  </a:lnTo>
                  <a:lnTo>
                    <a:pt x="126" y="461"/>
                  </a:lnTo>
                  <a:lnTo>
                    <a:pt x="126" y="461"/>
                  </a:lnTo>
                  <a:lnTo>
                    <a:pt x="122" y="456"/>
                  </a:lnTo>
                  <a:lnTo>
                    <a:pt x="122" y="452"/>
                  </a:lnTo>
                  <a:lnTo>
                    <a:pt x="124" y="450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40" y="456"/>
                  </a:lnTo>
                  <a:lnTo>
                    <a:pt x="140" y="456"/>
                  </a:lnTo>
                  <a:lnTo>
                    <a:pt x="140" y="465"/>
                  </a:lnTo>
                  <a:lnTo>
                    <a:pt x="140" y="470"/>
                  </a:lnTo>
                  <a:lnTo>
                    <a:pt x="142" y="476"/>
                  </a:lnTo>
                  <a:lnTo>
                    <a:pt x="142" y="476"/>
                  </a:lnTo>
                  <a:lnTo>
                    <a:pt x="144" y="477"/>
                  </a:lnTo>
                  <a:lnTo>
                    <a:pt x="148" y="481"/>
                  </a:lnTo>
                  <a:lnTo>
                    <a:pt x="149" y="487"/>
                  </a:lnTo>
                  <a:lnTo>
                    <a:pt x="149" y="492"/>
                  </a:lnTo>
                  <a:lnTo>
                    <a:pt x="149" y="492"/>
                  </a:lnTo>
                  <a:close/>
                  <a:moveTo>
                    <a:pt x="186" y="390"/>
                  </a:moveTo>
                  <a:lnTo>
                    <a:pt x="186" y="390"/>
                  </a:lnTo>
                  <a:lnTo>
                    <a:pt x="188" y="392"/>
                  </a:lnTo>
                  <a:lnTo>
                    <a:pt x="186" y="392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4" y="390"/>
                  </a:lnTo>
                  <a:lnTo>
                    <a:pt x="184" y="388"/>
                  </a:lnTo>
                  <a:lnTo>
                    <a:pt x="186" y="390"/>
                  </a:lnTo>
                  <a:lnTo>
                    <a:pt x="186" y="390"/>
                  </a:lnTo>
                  <a:close/>
                  <a:moveTo>
                    <a:pt x="169" y="539"/>
                  </a:moveTo>
                  <a:lnTo>
                    <a:pt x="169" y="539"/>
                  </a:lnTo>
                  <a:lnTo>
                    <a:pt x="171" y="543"/>
                  </a:lnTo>
                  <a:lnTo>
                    <a:pt x="171" y="547"/>
                  </a:lnTo>
                  <a:lnTo>
                    <a:pt x="169" y="547"/>
                  </a:lnTo>
                  <a:lnTo>
                    <a:pt x="169" y="547"/>
                  </a:lnTo>
                  <a:lnTo>
                    <a:pt x="168" y="541"/>
                  </a:lnTo>
                  <a:lnTo>
                    <a:pt x="168" y="539"/>
                  </a:lnTo>
                  <a:lnTo>
                    <a:pt x="169" y="539"/>
                  </a:lnTo>
                  <a:lnTo>
                    <a:pt x="169" y="539"/>
                  </a:lnTo>
                  <a:close/>
                  <a:moveTo>
                    <a:pt x="160" y="508"/>
                  </a:moveTo>
                  <a:lnTo>
                    <a:pt x="160" y="508"/>
                  </a:lnTo>
                  <a:lnTo>
                    <a:pt x="168" y="510"/>
                  </a:lnTo>
                  <a:lnTo>
                    <a:pt x="168" y="512"/>
                  </a:lnTo>
                  <a:lnTo>
                    <a:pt x="169" y="514"/>
                  </a:lnTo>
                  <a:lnTo>
                    <a:pt x="166" y="516"/>
                  </a:lnTo>
                  <a:lnTo>
                    <a:pt x="160" y="514"/>
                  </a:lnTo>
                  <a:lnTo>
                    <a:pt x="160" y="514"/>
                  </a:lnTo>
                  <a:lnTo>
                    <a:pt x="157" y="512"/>
                  </a:lnTo>
                  <a:lnTo>
                    <a:pt x="157" y="510"/>
                  </a:lnTo>
                  <a:lnTo>
                    <a:pt x="160" y="508"/>
                  </a:lnTo>
                  <a:lnTo>
                    <a:pt x="160" y="508"/>
                  </a:lnTo>
                  <a:close/>
                  <a:moveTo>
                    <a:pt x="186" y="565"/>
                  </a:moveTo>
                  <a:lnTo>
                    <a:pt x="186" y="565"/>
                  </a:lnTo>
                  <a:lnTo>
                    <a:pt x="184" y="567"/>
                  </a:lnTo>
                  <a:lnTo>
                    <a:pt x="180" y="569"/>
                  </a:lnTo>
                  <a:lnTo>
                    <a:pt x="177" y="569"/>
                  </a:lnTo>
                  <a:lnTo>
                    <a:pt x="175" y="570"/>
                  </a:lnTo>
                  <a:lnTo>
                    <a:pt x="175" y="570"/>
                  </a:lnTo>
                  <a:lnTo>
                    <a:pt x="166" y="563"/>
                  </a:lnTo>
                  <a:lnTo>
                    <a:pt x="160" y="554"/>
                  </a:lnTo>
                  <a:lnTo>
                    <a:pt x="160" y="554"/>
                  </a:lnTo>
                  <a:lnTo>
                    <a:pt x="166" y="554"/>
                  </a:lnTo>
                  <a:lnTo>
                    <a:pt x="175" y="556"/>
                  </a:lnTo>
                  <a:lnTo>
                    <a:pt x="175" y="556"/>
                  </a:lnTo>
                  <a:lnTo>
                    <a:pt x="175" y="550"/>
                  </a:lnTo>
                  <a:lnTo>
                    <a:pt x="175" y="549"/>
                  </a:lnTo>
                  <a:lnTo>
                    <a:pt x="177" y="549"/>
                  </a:lnTo>
                  <a:lnTo>
                    <a:pt x="177" y="549"/>
                  </a:lnTo>
                  <a:lnTo>
                    <a:pt x="184" y="556"/>
                  </a:lnTo>
                  <a:lnTo>
                    <a:pt x="184" y="556"/>
                  </a:lnTo>
                  <a:lnTo>
                    <a:pt x="186" y="556"/>
                  </a:lnTo>
                  <a:lnTo>
                    <a:pt x="188" y="558"/>
                  </a:lnTo>
                  <a:lnTo>
                    <a:pt x="189" y="559"/>
                  </a:lnTo>
                  <a:lnTo>
                    <a:pt x="186" y="565"/>
                  </a:lnTo>
                  <a:lnTo>
                    <a:pt x="186" y="565"/>
                  </a:lnTo>
                  <a:close/>
                  <a:moveTo>
                    <a:pt x="339" y="858"/>
                  </a:moveTo>
                  <a:lnTo>
                    <a:pt x="339" y="858"/>
                  </a:lnTo>
                  <a:lnTo>
                    <a:pt x="339" y="860"/>
                  </a:lnTo>
                  <a:lnTo>
                    <a:pt x="339" y="862"/>
                  </a:lnTo>
                  <a:lnTo>
                    <a:pt x="335" y="864"/>
                  </a:lnTo>
                  <a:lnTo>
                    <a:pt x="335" y="864"/>
                  </a:lnTo>
                  <a:lnTo>
                    <a:pt x="335" y="860"/>
                  </a:lnTo>
                  <a:lnTo>
                    <a:pt x="335" y="858"/>
                  </a:lnTo>
                  <a:lnTo>
                    <a:pt x="339" y="858"/>
                  </a:lnTo>
                  <a:lnTo>
                    <a:pt x="339" y="858"/>
                  </a:lnTo>
                  <a:close/>
                  <a:moveTo>
                    <a:pt x="935" y="148"/>
                  </a:moveTo>
                  <a:lnTo>
                    <a:pt x="935" y="148"/>
                  </a:lnTo>
                  <a:lnTo>
                    <a:pt x="933" y="148"/>
                  </a:lnTo>
                  <a:lnTo>
                    <a:pt x="931" y="148"/>
                  </a:lnTo>
                  <a:lnTo>
                    <a:pt x="929" y="144"/>
                  </a:lnTo>
                  <a:lnTo>
                    <a:pt x="929" y="144"/>
                  </a:lnTo>
                  <a:lnTo>
                    <a:pt x="940" y="135"/>
                  </a:lnTo>
                  <a:lnTo>
                    <a:pt x="940" y="135"/>
                  </a:lnTo>
                  <a:lnTo>
                    <a:pt x="937" y="142"/>
                  </a:lnTo>
                  <a:lnTo>
                    <a:pt x="935" y="148"/>
                  </a:lnTo>
                  <a:lnTo>
                    <a:pt x="935" y="148"/>
                  </a:lnTo>
                  <a:close/>
                  <a:moveTo>
                    <a:pt x="1179" y="68"/>
                  </a:moveTo>
                  <a:lnTo>
                    <a:pt x="1179" y="68"/>
                  </a:lnTo>
                  <a:lnTo>
                    <a:pt x="1183" y="68"/>
                  </a:lnTo>
                  <a:lnTo>
                    <a:pt x="1183" y="69"/>
                  </a:lnTo>
                  <a:lnTo>
                    <a:pt x="1184" y="71"/>
                  </a:lnTo>
                  <a:lnTo>
                    <a:pt x="1184" y="71"/>
                  </a:lnTo>
                  <a:lnTo>
                    <a:pt x="1188" y="73"/>
                  </a:lnTo>
                  <a:lnTo>
                    <a:pt x="1194" y="73"/>
                  </a:lnTo>
                  <a:lnTo>
                    <a:pt x="1203" y="71"/>
                  </a:lnTo>
                  <a:lnTo>
                    <a:pt x="1215" y="64"/>
                  </a:lnTo>
                  <a:lnTo>
                    <a:pt x="1215" y="64"/>
                  </a:lnTo>
                  <a:lnTo>
                    <a:pt x="1214" y="62"/>
                  </a:lnTo>
                  <a:lnTo>
                    <a:pt x="1214" y="60"/>
                  </a:lnTo>
                  <a:lnTo>
                    <a:pt x="1215" y="57"/>
                  </a:lnTo>
                  <a:lnTo>
                    <a:pt x="1215" y="57"/>
                  </a:lnTo>
                  <a:lnTo>
                    <a:pt x="1221" y="60"/>
                  </a:lnTo>
                  <a:lnTo>
                    <a:pt x="1223" y="64"/>
                  </a:lnTo>
                  <a:lnTo>
                    <a:pt x="1221" y="66"/>
                  </a:lnTo>
                  <a:lnTo>
                    <a:pt x="1219" y="68"/>
                  </a:lnTo>
                  <a:lnTo>
                    <a:pt x="1204" y="75"/>
                  </a:lnTo>
                  <a:lnTo>
                    <a:pt x="1204" y="75"/>
                  </a:lnTo>
                  <a:lnTo>
                    <a:pt x="1195" y="80"/>
                  </a:lnTo>
                  <a:lnTo>
                    <a:pt x="1186" y="89"/>
                  </a:lnTo>
                  <a:lnTo>
                    <a:pt x="1186" y="84"/>
                  </a:lnTo>
                  <a:lnTo>
                    <a:pt x="1186" y="84"/>
                  </a:lnTo>
                  <a:lnTo>
                    <a:pt x="1177" y="82"/>
                  </a:lnTo>
                  <a:lnTo>
                    <a:pt x="1177" y="82"/>
                  </a:lnTo>
                  <a:lnTo>
                    <a:pt x="1179" y="75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9" y="68"/>
                  </a:lnTo>
                  <a:close/>
                  <a:moveTo>
                    <a:pt x="1150" y="49"/>
                  </a:moveTo>
                  <a:lnTo>
                    <a:pt x="1150" y="49"/>
                  </a:lnTo>
                  <a:lnTo>
                    <a:pt x="1150" y="55"/>
                  </a:lnTo>
                  <a:lnTo>
                    <a:pt x="1152" y="62"/>
                  </a:lnTo>
                  <a:lnTo>
                    <a:pt x="1152" y="62"/>
                  </a:lnTo>
                  <a:lnTo>
                    <a:pt x="1144" y="62"/>
                  </a:lnTo>
                  <a:lnTo>
                    <a:pt x="1144" y="62"/>
                  </a:lnTo>
                  <a:lnTo>
                    <a:pt x="1148" y="55"/>
                  </a:lnTo>
                  <a:lnTo>
                    <a:pt x="1150" y="49"/>
                  </a:lnTo>
                  <a:lnTo>
                    <a:pt x="1150" y="49"/>
                  </a:lnTo>
                  <a:close/>
                  <a:moveTo>
                    <a:pt x="1308" y="676"/>
                  </a:moveTo>
                  <a:lnTo>
                    <a:pt x="1308" y="676"/>
                  </a:lnTo>
                  <a:lnTo>
                    <a:pt x="1303" y="683"/>
                  </a:lnTo>
                  <a:lnTo>
                    <a:pt x="1303" y="683"/>
                  </a:lnTo>
                  <a:lnTo>
                    <a:pt x="1301" y="683"/>
                  </a:lnTo>
                  <a:lnTo>
                    <a:pt x="1299" y="683"/>
                  </a:lnTo>
                  <a:lnTo>
                    <a:pt x="1297" y="683"/>
                  </a:lnTo>
                  <a:lnTo>
                    <a:pt x="1297" y="683"/>
                  </a:lnTo>
                  <a:lnTo>
                    <a:pt x="1296" y="687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6" y="692"/>
                  </a:lnTo>
                  <a:lnTo>
                    <a:pt x="1299" y="694"/>
                  </a:lnTo>
                  <a:lnTo>
                    <a:pt x="1299" y="694"/>
                  </a:lnTo>
                  <a:lnTo>
                    <a:pt x="1286" y="705"/>
                  </a:lnTo>
                  <a:lnTo>
                    <a:pt x="1286" y="707"/>
                  </a:lnTo>
                  <a:lnTo>
                    <a:pt x="1286" y="707"/>
                  </a:lnTo>
                  <a:lnTo>
                    <a:pt x="1283" y="707"/>
                  </a:lnTo>
                  <a:lnTo>
                    <a:pt x="1277" y="707"/>
                  </a:lnTo>
                  <a:lnTo>
                    <a:pt x="1277" y="707"/>
                  </a:lnTo>
                  <a:lnTo>
                    <a:pt x="1276" y="711"/>
                  </a:lnTo>
                  <a:lnTo>
                    <a:pt x="1274" y="714"/>
                  </a:lnTo>
                  <a:lnTo>
                    <a:pt x="1270" y="718"/>
                  </a:lnTo>
                  <a:lnTo>
                    <a:pt x="1270" y="720"/>
                  </a:lnTo>
                  <a:lnTo>
                    <a:pt x="1270" y="720"/>
                  </a:lnTo>
                  <a:lnTo>
                    <a:pt x="1265" y="720"/>
                  </a:lnTo>
                  <a:lnTo>
                    <a:pt x="1261" y="720"/>
                  </a:lnTo>
                  <a:lnTo>
                    <a:pt x="1261" y="720"/>
                  </a:lnTo>
                  <a:lnTo>
                    <a:pt x="1255" y="723"/>
                  </a:lnTo>
                  <a:lnTo>
                    <a:pt x="1254" y="727"/>
                  </a:lnTo>
                  <a:lnTo>
                    <a:pt x="1246" y="738"/>
                  </a:lnTo>
                  <a:lnTo>
                    <a:pt x="1241" y="747"/>
                  </a:lnTo>
                  <a:lnTo>
                    <a:pt x="1235" y="749"/>
                  </a:lnTo>
                  <a:lnTo>
                    <a:pt x="1230" y="751"/>
                  </a:lnTo>
                  <a:lnTo>
                    <a:pt x="1230" y="751"/>
                  </a:lnTo>
                  <a:lnTo>
                    <a:pt x="1224" y="751"/>
                  </a:lnTo>
                  <a:lnTo>
                    <a:pt x="1221" y="749"/>
                  </a:lnTo>
                  <a:lnTo>
                    <a:pt x="1214" y="743"/>
                  </a:lnTo>
                  <a:lnTo>
                    <a:pt x="1214" y="743"/>
                  </a:lnTo>
                  <a:lnTo>
                    <a:pt x="1230" y="736"/>
                  </a:lnTo>
                  <a:lnTo>
                    <a:pt x="1237" y="731"/>
                  </a:lnTo>
                  <a:lnTo>
                    <a:pt x="1243" y="725"/>
                  </a:lnTo>
                  <a:lnTo>
                    <a:pt x="1243" y="725"/>
                  </a:lnTo>
                  <a:lnTo>
                    <a:pt x="1245" y="718"/>
                  </a:lnTo>
                  <a:lnTo>
                    <a:pt x="1248" y="712"/>
                  </a:lnTo>
                  <a:lnTo>
                    <a:pt x="1248" y="712"/>
                  </a:lnTo>
                  <a:lnTo>
                    <a:pt x="1252" y="711"/>
                  </a:lnTo>
                  <a:lnTo>
                    <a:pt x="1257" y="711"/>
                  </a:lnTo>
                  <a:lnTo>
                    <a:pt x="1257" y="711"/>
                  </a:lnTo>
                  <a:lnTo>
                    <a:pt x="1259" y="707"/>
                  </a:lnTo>
                  <a:lnTo>
                    <a:pt x="1261" y="705"/>
                  </a:lnTo>
                  <a:lnTo>
                    <a:pt x="1263" y="700"/>
                  </a:lnTo>
                  <a:lnTo>
                    <a:pt x="1263" y="700"/>
                  </a:lnTo>
                  <a:lnTo>
                    <a:pt x="1266" y="698"/>
                  </a:lnTo>
                  <a:lnTo>
                    <a:pt x="1270" y="698"/>
                  </a:lnTo>
                  <a:lnTo>
                    <a:pt x="1270" y="698"/>
                  </a:lnTo>
                  <a:lnTo>
                    <a:pt x="1274" y="694"/>
                  </a:lnTo>
                  <a:lnTo>
                    <a:pt x="1279" y="687"/>
                  </a:lnTo>
                  <a:lnTo>
                    <a:pt x="1290" y="671"/>
                  </a:lnTo>
                  <a:lnTo>
                    <a:pt x="1299" y="654"/>
                  </a:lnTo>
                  <a:lnTo>
                    <a:pt x="1306" y="640"/>
                  </a:lnTo>
                  <a:lnTo>
                    <a:pt x="1308" y="640"/>
                  </a:lnTo>
                  <a:lnTo>
                    <a:pt x="1312" y="640"/>
                  </a:lnTo>
                  <a:lnTo>
                    <a:pt x="1312" y="640"/>
                  </a:lnTo>
                  <a:lnTo>
                    <a:pt x="1306" y="654"/>
                  </a:lnTo>
                  <a:lnTo>
                    <a:pt x="1306" y="654"/>
                  </a:lnTo>
                  <a:lnTo>
                    <a:pt x="1308" y="656"/>
                  </a:lnTo>
                  <a:lnTo>
                    <a:pt x="1308" y="663"/>
                  </a:lnTo>
                  <a:lnTo>
                    <a:pt x="1308" y="676"/>
                  </a:lnTo>
                  <a:lnTo>
                    <a:pt x="1308" y="676"/>
                  </a:lnTo>
                  <a:close/>
                  <a:moveTo>
                    <a:pt x="1358" y="171"/>
                  </a:moveTo>
                  <a:lnTo>
                    <a:pt x="1358" y="171"/>
                  </a:lnTo>
                  <a:lnTo>
                    <a:pt x="1356" y="171"/>
                  </a:lnTo>
                  <a:lnTo>
                    <a:pt x="1356" y="170"/>
                  </a:lnTo>
                  <a:lnTo>
                    <a:pt x="1361" y="164"/>
                  </a:lnTo>
                  <a:lnTo>
                    <a:pt x="1361" y="164"/>
                  </a:lnTo>
                  <a:lnTo>
                    <a:pt x="1359" y="168"/>
                  </a:lnTo>
                  <a:lnTo>
                    <a:pt x="1358" y="171"/>
                  </a:lnTo>
                  <a:lnTo>
                    <a:pt x="1358" y="171"/>
                  </a:lnTo>
                  <a:close/>
                  <a:moveTo>
                    <a:pt x="1363" y="164"/>
                  </a:moveTo>
                  <a:lnTo>
                    <a:pt x="1363" y="164"/>
                  </a:lnTo>
                  <a:lnTo>
                    <a:pt x="1361" y="164"/>
                  </a:lnTo>
                  <a:lnTo>
                    <a:pt x="1359" y="164"/>
                  </a:lnTo>
                  <a:lnTo>
                    <a:pt x="1359" y="159"/>
                  </a:lnTo>
                  <a:lnTo>
                    <a:pt x="1359" y="153"/>
                  </a:lnTo>
                  <a:lnTo>
                    <a:pt x="1363" y="151"/>
                  </a:lnTo>
                  <a:lnTo>
                    <a:pt x="1365" y="150"/>
                  </a:lnTo>
                  <a:lnTo>
                    <a:pt x="1365" y="150"/>
                  </a:lnTo>
                  <a:lnTo>
                    <a:pt x="1367" y="150"/>
                  </a:lnTo>
                  <a:lnTo>
                    <a:pt x="1367" y="151"/>
                  </a:lnTo>
                  <a:lnTo>
                    <a:pt x="1367" y="157"/>
                  </a:lnTo>
                  <a:lnTo>
                    <a:pt x="1365" y="162"/>
                  </a:lnTo>
                  <a:lnTo>
                    <a:pt x="1363" y="164"/>
                  </a:lnTo>
                  <a:lnTo>
                    <a:pt x="1363" y="164"/>
                  </a:lnTo>
                  <a:close/>
                  <a:moveTo>
                    <a:pt x="1580" y="191"/>
                  </a:moveTo>
                  <a:lnTo>
                    <a:pt x="1580" y="191"/>
                  </a:lnTo>
                  <a:lnTo>
                    <a:pt x="1580" y="188"/>
                  </a:lnTo>
                  <a:lnTo>
                    <a:pt x="1580" y="186"/>
                  </a:lnTo>
                  <a:lnTo>
                    <a:pt x="1583" y="186"/>
                  </a:lnTo>
                  <a:lnTo>
                    <a:pt x="1583" y="186"/>
                  </a:lnTo>
                  <a:lnTo>
                    <a:pt x="1583" y="188"/>
                  </a:lnTo>
                  <a:lnTo>
                    <a:pt x="1583" y="190"/>
                  </a:lnTo>
                  <a:lnTo>
                    <a:pt x="1580" y="191"/>
                  </a:lnTo>
                  <a:lnTo>
                    <a:pt x="1580" y="191"/>
                  </a:lnTo>
                  <a:close/>
                  <a:moveTo>
                    <a:pt x="1795" y="175"/>
                  </a:moveTo>
                  <a:lnTo>
                    <a:pt x="1795" y="175"/>
                  </a:lnTo>
                  <a:lnTo>
                    <a:pt x="1798" y="175"/>
                  </a:lnTo>
                  <a:lnTo>
                    <a:pt x="1798" y="177"/>
                  </a:lnTo>
                  <a:lnTo>
                    <a:pt x="1800" y="179"/>
                  </a:lnTo>
                  <a:lnTo>
                    <a:pt x="1800" y="179"/>
                  </a:lnTo>
                  <a:lnTo>
                    <a:pt x="1795" y="177"/>
                  </a:lnTo>
                  <a:lnTo>
                    <a:pt x="1793" y="175"/>
                  </a:lnTo>
                  <a:lnTo>
                    <a:pt x="1795" y="175"/>
                  </a:lnTo>
                  <a:lnTo>
                    <a:pt x="1795" y="17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3500609C-0BA1-431E-87D2-3064EB90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14 h 14"/>
                <a:gd name="T2" fmla="*/ 4 w 13"/>
                <a:gd name="T3" fmla="*/ 14 h 14"/>
                <a:gd name="T4" fmla="*/ 9 w 13"/>
                <a:gd name="T5" fmla="*/ 14 h 14"/>
                <a:gd name="T6" fmla="*/ 13 w 13"/>
                <a:gd name="T7" fmla="*/ 14 h 14"/>
                <a:gd name="T8" fmla="*/ 13 w 13"/>
                <a:gd name="T9" fmla="*/ 14 h 14"/>
                <a:gd name="T10" fmla="*/ 13 w 13"/>
                <a:gd name="T11" fmla="*/ 13 h 14"/>
                <a:gd name="T12" fmla="*/ 13 w 13"/>
                <a:gd name="T13" fmla="*/ 9 h 14"/>
                <a:gd name="T14" fmla="*/ 11 w 13"/>
                <a:gd name="T15" fmla="*/ 5 h 14"/>
                <a:gd name="T16" fmla="*/ 13 w 13"/>
                <a:gd name="T17" fmla="*/ 2 h 14"/>
                <a:gd name="T18" fmla="*/ 13 w 13"/>
                <a:gd name="T19" fmla="*/ 2 h 14"/>
                <a:gd name="T20" fmla="*/ 9 w 13"/>
                <a:gd name="T21" fmla="*/ 2 h 14"/>
                <a:gd name="T22" fmla="*/ 4 w 13"/>
                <a:gd name="T23" fmla="*/ 0 h 14"/>
                <a:gd name="T24" fmla="*/ 4 w 13"/>
                <a:gd name="T25" fmla="*/ 0 h 14"/>
                <a:gd name="T26" fmla="*/ 0 w 13"/>
                <a:gd name="T27" fmla="*/ 11 h 14"/>
                <a:gd name="T28" fmla="*/ 0 w 13"/>
                <a:gd name="T29" fmla="*/ 13 h 14"/>
                <a:gd name="T30" fmla="*/ 4 w 13"/>
                <a:gd name="T31" fmla="*/ 14 h 14"/>
                <a:gd name="T32" fmla="*/ 4 w 13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30CA0D3A-0B9B-4521-AE25-6B6AF10A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4 w 19"/>
                <a:gd name="T1" fmla="*/ 11 h 11"/>
                <a:gd name="T2" fmla="*/ 4 w 19"/>
                <a:gd name="T3" fmla="*/ 11 h 11"/>
                <a:gd name="T4" fmla="*/ 13 w 19"/>
                <a:gd name="T5" fmla="*/ 8 h 11"/>
                <a:gd name="T6" fmla="*/ 19 w 19"/>
                <a:gd name="T7" fmla="*/ 6 h 11"/>
                <a:gd name="T8" fmla="*/ 17 w 19"/>
                <a:gd name="T9" fmla="*/ 4 h 11"/>
                <a:gd name="T10" fmla="*/ 8 w 19"/>
                <a:gd name="T11" fmla="*/ 0 h 11"/>
                <a:gd name="T12" fmla="*/ 8 w 19"/>
                <a:gd name="T13" fmla="*/ 0 h 11"/>
                <a:gd name="T14" fmla="*/ 0 w 19"/>
                <a:gd name="T15" fmla="*/ 4 h 11"/>
                <a:gd name="T16" fmla="*/ 0 w 19"/>
                <a:gd name="T17" fmla="*/ 4 h 11"/>
                <a:gd name="T18" fmla="*/ 4 w 19"/>
                <a:gd name="T19" fmla="*/ 11 h 11"/>
                <a:gd name="T20" fmla="*/ 4 w 19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1">
                  <a:moveTo>
                    <a:pt x="4" y="11"/>
                  </a:move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215A4415-B95F-48B6-B2A6-37FB49AF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13 w 14"/>
                <a:gd name="T1" fmla="*/ 16 h 16"/>
                <a:gd name="T2" fmla="*/ 14 w 14"/>
                <a:gd name="T3" fmla="*/ 5 h 16"/>
                <a:gd name="T4" fmla="*/ 7 w 14"/>
                <a:gd name="T5" fmla="*/ 0 h 16"/>
                <a:gd name="T6" fmla="*/ 7 w 14"/>
                <a:gd name="T7" fmla="*/ 0 h 16"/>
                <a:gd name="T8" fmla="*/ 0 w 14"/>
                <a:gd name="T9" fmla="*/ 7 h 16"/>
                <a:gd name="T10" fmla="*/ 0 w 14"/>
                <a:gd name="T11" fmla="*/ 7 h 16"/>
                <a:gd name="T12" fmla="*/ 3 w 14"/>
                <a:gd name="T13" fmla="*/ 13 h 16"/>
                <a:gd name="T14" fmla="*/ 5 w 14"/>
                <a:gd name="T15" fmla="*/ 16 h 16"/>
                <a:gd name="T16" fmla="*/ 5 w 14"/>
                <a:gd name="T17" fmla="*/ 16 h 16"/>
                <a:gd name="T18" fmla="*/ 9 w 14"/>
                <a:gd name="T19" fmla="*/ 14 h 16"/>
                <a:gd name="T20" fmla="*/ 13 w 14"/>
                <a:gd name="T21" fmla="*/ 16 h 16"/>
                <a:gd name="T22" fmla="*/ 13 w 14"/>
                <a:gd name="T2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3" y="16"/>
                  </a:moveTo>
                  <a:lnTo>
                    <a:pt x="14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AD72AFC0-A9AD-49D6-8F92-5FD4B0C3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09" y="11792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3D29E57A-EB1E-4BE7-9C31-7BB7C5EF8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24 w 24"/>
                <a:gd name="T1" fmla="*/ 11 h 14"/>
                <a:gd name="T2" fmla="*/ 24 w 24"/>
                <a:gd name="T3" fmla="*/ 11 h 14"/>
                <a:gd name="T4" fmla="*/ 24 w 24"/>
                <a:gd name="T5" fmla="*/ 3 h 14"/>
                <a:gd name="T6" fmla="*/ 24 w 24"/>
                <a:gd name="T7" fmla="*/ 3 h 14"/>
                <a:gd name="T8" fmla="*/ 18 w 24"/>
                <a:gd name="T9" fmla="*/ 2 h 14"/>
                <a:gd name="T10" fmla="*/ 13 w 24"/>
                <a:gd name="T11" fmla="*/ 0 h 14"/>
                <a:gd name="T12" fmla="*/ 13 w 24"/>
                <a:gd name="T13" fmla="*/ 0 h 14"/>
                <a:gd name="T14" fmla="*/ 7 w 24"/>
                <a:gd name="T15" fmla="*/ 7 h 14"/>
                <a:gd name="T16" fmla="*/ 6 w 24"/>
                <a:gd name="T17" fmla="*/ 11 h 14"/>
                <a:gd name="T18" fmla="*/ 2 w 24"/>
                <a:gd name="T19" fmla="*/ 13 h 14"/>
                <a:gd name="T20" fmla="*/ 2 w 24"/>
                <a:gd name="T21" fmla="*/ 13 h 14"/>
                <a:gd name="T22" fmla="*/ 0 w 24"/>
                <a:gd name="T23" fmla="*/ 13 h 14"/>
                <a:gd name="T24" fmla="*/ 2 w 24"/>
                <a:gd name="T25" fmla="*/ 14 h 14"/>
                <a:gd name="T26" fmla="*/ 9 w 24"/>
                <a:gd name="T27" fmla="*/ 13 h 14"/>
                <a:gd name="T28" fmla="*/ 24 w 24"/>
                <a:gd name="T29" fmla="*/ 11 h 14"/>
                <a:gd name="T30" fmla="*/ 24 w 24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24" y="11"/>
                  </a:move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2319D23-3065-48B7-B972-D59583E3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16 w 111"/>
                <a:gd name="T1" fmla="*/ 40 h 75"/>
                <a:gd name="T2" fmla="*/ 27 w 111"/>
                <a:gd name="T3" fmla="*/ 42 h 75"/>
                <a:gd name="T4" fmla="*/ 56 w 111"/>
                <a:gd name="T5" fmla="*/ 38 h 75"/>
                <a:gd name="T6" fmla="*/ 56 w 111"/>
                <a:gd name="T7" fmla="*/ 44 h 75"/>
                <a:gd name="T8" fmla="*/ 42 w 111"/>
                <a:gd name="T9" fmla="*/ 46 h 75"/>
                <a:gd name="T10" fmla="*/ 36 w 111"/>
                <a:gd name="T11" fmla="*/ 47 h 75"/>
                <a:gd name="T12" fmla="*/ 34 w 111"/>
                <a:gd name="T13" fmla="*/ 55 h 75"/>
                <a:gd name="T14" fmla="*/ 18 w 111"/>
                <a:gd name="T15" fmla="*/ 66 h 75"/>
                <a:gd name="T16" fmla="*/ 27 w 111"/>
                <a:gd name="T17" fmla="*/ 67 h 75"/>
                <a:gd name="T18" fmla="*/ 45 w 111"/>
                <a:gd name="T19" fmla="*/ 67 h 75"/>
                <a:gd name="T20" fmla="*/ 65 w 111"/>
                <a:gd name="T21" fmla="*/ 75 h 75"/>
                <a:gd name="T22" fmla="*/ 74 w 111"/>
                <a:gd name="T23" fmla="*/ 75 h 75"/>
                <a:gd name="T24" fmla="*/ 93 w 111"/>
                <a:gd name="T25" fmla="*/ 69 h 75"/>
                <a:gd name="T26" fmla="*/ 96 w 111"/>
                <a:gd name="T27" fmla="*/ 71 h 75"/>
                <a:gd name="T28" fmla="*/ 102 w 111"/>
                <a:gd name="T29" fmla="*/ 69 h 75"/>
                <a:gd name="T30" fmla="*/ 104 w 111"/>
                <a:gd name="T31" fmla="*/ 67 h 75"/>
                <a:gd name="T32" fmla="*/ 104 w 111"/>
                <a:gd name="T33" fmla="*/ 62 h 75"/>
                <a:gd name="T34" fmla="*/ 111 w 111"/>
                <a:gd name="T35" fmla="*/ 58 h 75"/>
                <a:gd name="T36" fmla="*/ 109 w 111"/>
                <a:gd name="T37" fmla="*/ 47 h 75"/>
                <a:gd name="T38" fmla="*/ 105 w 111"/>
                <a:gd name="T39" fmla="*/ 46 h 75"/>
                <a:gd name="T40" fmla="*/ 102 w 111"/>
                <a:gd name="T41" fmla="*/ 44 h 75"/>
                <a:gd name="T42" fmla="*/ 96 w 111"/>
                <a:gd name="T43" fmla="*/ 53 h 75"/>
                <a:gd name="T44" fmla="*/ 93 w 111"/>
                <a:gd name="T45" fmla="*/ 53 h 75"/>
                <a:gd name="T46" fmla="*/ 89 w 111"/>
                <a:gd name="T47" fmla="*/ 53 h 75"/>
                <a:gd name="T48" fmla="*/ 93 w 111"/>
                <a:gd name="T49" fmla="*/ 40 h 75"/>
                <a:gd name="T50" fmla="*/ 85 w 111"/>
                <a:gd name="T51" fmla="*/ 36 h 75"/>
                <a:gd name="T52" fmla="*/ 85 w 111"/>
                <a:gd name="T53" fmla="*/ 40 h 75"/>
                <a:gd name="T54" fmla="*/ 67 w 111"/>
                <a:gd name="T55" fmla="*/ 44 h 75"/>
                <a:gd name="T56" fmla="*/ 80 w 111"/>
                <a:gd name="T57" fmla="*/ 38 h 75"/>
                <a:gd name="T58" fmla="*/ 80 w 111"/>
                <a:gd name="T59" fmla="*/ 26 h 75"/>
                <a:gd name="T60" fmla="*/ 82 w 111"/>
                <a:gd name="T61" fmla="*/ 27 h 75"/>
                <a:gd name="T62" fmla="*/ 82 w 111"/>
                <a:gd name="T63" fmla="*/ 24 h 75"/>
                <a:gd name="T64" fmla="*/ 65 w 111"/>
                <a:gd name="T65" fmla="*/ 11 h 75"/>
                <a:gd name="T66" fmla="*/ 49 w 111"/>
                <a:gd name="T67" fmla="*/ 0 h 75"/>
                <a:gd name="T68" fmla="*/ 40 w 111"/>
                <a:gd name="T69" fmla="*/ 9 h 75"/>
                <a:gd name="T70" fmla="*/ 36 w 111"/>
                <a:gd name="T71" fmla="*/ 11 h 75"/>
                <a:gd name="T72" fmla="*/ 27 w 111"/>
                <a:gd name="T73" fmla="*/ 11 h 75"/>
                <a:gd name="T74" fmla="*/ 23 w 111"/>
                <a:gd name="T75" fmla="*/ 20 h 75"/>
                <a:gd name="T76" fmla="*/ 22 w 111"/>
                <a:gd name="T77" fmla="*/ 29 h 75"/>
                <a:gd name="T78" fmla="*/ 14 w 111"/>
                <a:gd name="T79" fmla="*/ 29 h 75"/>
                <a:gd name="T80" fmla="*/ 7 w 111"/>
                <a:gd name="T81" fmla="*/ 29 h 75"/>
                <a:gd name="T82" fmla="*/ 0 w 111"/>
                <a:gd name="T83" fmla="*/ 36 h 75"/>
                <a:gd name="T84" fmla="*/ 14 w 111"/>
                <a:gd name="T85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14" y="36"/>
                  </a:move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1C2DE20A-61CE-465B-B365-63564E3C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2 w 34"/>
                <a:gd name="T1" fmla="*/ 20 h 22"/>
                <a:gd name="T2" fmla="*/ 32 w 34"/>
                <a:gd name="T3" fmla="*/ 20 h 22"/>
                <a:gd name="T4" fmla="*/ 32 w 34"/>
                <a:gd name="T5" fmla="*/ 16 h 22"/>
                <a:gd name="T6" fmla="*/ 34 w 34"/>
                <a:gd name="T7" fmla="*/ 13 h 22"/>
                <a:gd name="T8" fmla="*/ 32 w 34"/>
                <a:gd name="T9" fmla="*/ 11 h 22"/>
                <a:gd name="T10" fmla="*/ 32 w 34"/>
                <a:gd name="T11" fmla="*/ 11 h 22"/>
                <a:gd name="T12" fmla="*/ 25 w 34"/>
                <a:gd name="T13" fmla="*/ 6 h 22"/>
                <a:gd name="T14" fmla="*/ 20 w 34"/>
                <a:gd name="T15" fmla="*/ 4 h 22"/>
                <a:gd name="T16" fmla="*/ 3 w 34"/>
                <a:gd name="T17" fmla="*/ 0 h 22"/>
                <a:gd name="T18" fmla="*/ 3 w 34"/>
                <a:gd name="T19" fmla="*/ 0 h 22"/>
                <a:gd name="T20" fmla="*/ 0 w 34"/>
                <a:gd name="T21" fmla="*/ 13 h 22"/>
                <a:gd name="T22" fmla="*/ 0 w 34"/>
                <a:gd name="T23" fmla="*/ 22 h 22"/>
                <a:gd name="T24" fmla="*/ 0 w 34"/>
                <a:gd name="T25" fmla="*/ 22 h 22"/>
                <a:gd name="T26" fmla="*/ 16 w 34"/>
                <a:gd name="T27" fmla="*/ 22 h 22"/>
                <a:gd name="T28" fmla="*/ 32 w 34"/>
                <a:gd name="T29" fmla="*/ 20 h 22"/>
                <a:gd name="T30" fmla="*/ 32 w 34"/>
                <a:gd name="T3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2" y="20"/>
                  </a:move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1DFB8D81-5FF3-4AAF-B5C5-74F11B25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8 w 39"/>
                <a:gd name="T1" fmla="*/ 26 h 26"/>
                <a:gd name="T2" fmla="*/ 8 w 39"/>
                <a:gd name="T3" fmla="*/ 26 h 26"/>
                <a:gd name="T4" fmla="*/ 11 w 39"/>
                <a:gd name="T5" fmla="*/ 24 h 26"/>
                <a:gd name="T6" fmla="*/ 15 w 39"/>
                <a:gd name="T7" fmla="*/ 26 h 26"/>
                <a:gd name="T8" fmla="*/ 15 w 39"/>
                <a:gd name="T9" fmla="*/ 26 h 26"/>
                <a:gd name="T10" fmla="*/ 17 w 39"/>
                <a:gd name="T11" fmla="*/ 19 h 26"/>
                <a:gd name="T12" fmla="*/ 17 w 39"/>
                <a:gd name="T13" fmla="*/ 19 h 26"/>
                <a:gd name="T14" fmla="*/ 33 w 39"/>
                <a:gd name="T15" fmla="*/ 11 h 26"/>
                <a:gd name="T16" fmla="*/ 37 w 39"/>
                <a:gd name="T17" fmla="*/ 9 h 26"/>
                <a:gd name="T18" fmla="*/ 39 w 39"/>
                <a:gd name="T19" fmla="*/ 8 h 26"/>
                <a:gd name="T20" fmla="*/ 39 w 39"/>
                <a:gd name="T21" fmla="*/ 6 h 26"/>
                <a:gd name="T22" fmla="*/ 35 w 39"/>
                <a:gd name="T23" fmla="*/ 4 h 26"/>
                <a:gd name="T24" fmla="*/ 35 w 39"/>
                <a:gd name="T25" fmla="*/ 4 h 26"/>
                <a:gd name="T26" fmla="*/ 29 w 39"/>
                <a:gd name="T27" fmla="*/ 0 h 26"/>
                <a:gd name="T28" fmla="*/ 20 w 39"/>
                <a:gd name="T29" fmla="*/ 0 h 26"/>
                <a:gd name="T30" fmla="*/ 20 w 39"/>
                <a:gd name="T31" fmla="*/ 0 h 26"/>
                <a:gd name="T32" fmla="*/ 13 w 39"/>
                <a:gd name="T33" fmla="*/ 8 h 26"/>
                <a:gd name="T34" fmla="*/ 13 w 39"/>
                <a:gd name="T35" fmla="*/ 8 h 26"/>
                <a:gd name="T36" fmla="*/ 8 w 39"/>
                <a:gd name="T37" fmla="*/ 8 h 26"/>
                <a:gd name="T38" fmla="*/ 2 w 39"/>
                <a:gd name="T39" fmla="*/ 8 h 26"/>
                <a:gd name="T40" fmla="*/ 2 w 39"/>
                <a:gd name="T41" fmla="*/ 8 h 26"/>
                <a:gd name="T42" fmla="*/ 6 w 39"/>
                <a:gd name="T43" fmla="*/ 13 h 26"/>
                <a:gd name="T44" fmla="*/ 6 w 39"/>
                <a:gd name="T45" fmla="*/ 13 h 26"/>
                <a:gd name="T46" fmla="*/ 4 w 39"/>
                <a:gd name="T47" fmla="*/ 11 h 26"/>
                <a:gd name="T48" fmla="*/ 2 w 39"/>
                <a:gd name="T49" fmla="*/ 13 h 26"/>
                <a:gd name="T50" fmla="*/ 0 w 39"/>
                <a:gd name="T51" fmla="*/ 19 h 26"/>
                <a:gd name="T52" fmla="*/ 6 w 39"/>
                <a:gd name="T53" fmla="*/ 19 h 26"/>
                <a:gd name="T54" fmla="*/ 6 w 39"/>
                <a:gd name="T55" fmla="*/ 19 h 26"/>
                <a:gd name="T56" fmla="*/ 8 w 39"/>
                <a:gd name="T57" fmla="*/ 26 h 26"/>
                <a:gd name="T58" fmla="*/ 8 w 39"/>
                <a:gd name="T5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8" y="26"/>
                  </a:move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B07993B-9EE7-45E4-B1B7-3A3B93F9B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0 w 78"/>
                <a:gd name="T1" fmla="*/ 51 h 51"/>
                <a:gd name="T2" fmla="*/ 0 w 78"/>
                <a:gd name="T3" fmla="*/ 51 h 51"/>
                <a:gd name="T4" fmla="*/ 5 w 78"/>
                <a:gd name="T5" fmla="*/ 51 h 51"/>
                <a:gd name="T6" fmla="*/ 11 w 78"/>
                <a:gd name="T7" fmla="*/ 51 h 51"/>
                <a:gd name="T8" fmla="*/ 14 w 78"/>
                <a:gd name="T9" fmla="*/ 51 h 51"/>
                <a:gd name="T10" fmla="*/ 20 w 78"/>
                <a:gd name="T11" fmla="*/ 49 h 51"/>
                <a:gd name="T12" fmla="*/ 20 w 78"/>
                <a:gd name="T13" fmla="*/ 49 h 51"/>
                <a:gd name="T14" fmla="*/ 23 w 78"/>
                <a:gd name="T15" fmla="*/ 44 h 51"/>
                <a:gd name="T16" fmla="*/ 27 w 78"/>
                <a:gd name="T17" fmla="*/ 38 h 51"/>
                <a:gd name="T18" fmla="*/ 27 w 78"/>
                <a:gd name="T19" fmla="*/ 38 h 51"/>
                <a:gd name="T20" fmla="*/ 40 w 78"/>
                <a:gd name="T21" fmla="*/ 44 h 51"/>
                <a:gd name="T22" fmla="*/ 40 w 78"/>
                <a:gd name="T23" fmla="*/ 44 h 51"/>
                <a:gd name="T24" fmla="*/ 47 w 78"/>
                <a:gd name="T25" fmla="*/ 44 h 51"/>
                <a:gd name="T26" fmla="*/ 54 w 78"/>
                <a:gd name="T27" fmla="*/ 42 h 51"/>
                <a:gd name="T28" fmla="*/ 65 w 78"/>
                <a:gd name="T29" fmla="*/ 36 h 51"/>
                <a:gd name="T30" fmla="*/ 65 w 78"/>
                <a:gd name="T31" fmla="*/ 36 h 51"/>
                <a:gd name="T32" fmla="*/ 71 w 78"/>
                <a:gd name="T33" fmla="*/ 36 h 51"/>
                <a:gd name="T34" fmla="*/ 76 w 78"/>
                <a:gd name="T35" fmla="*/ 36 h 51"/>
                <a:gd name="T36" fmla="*/ 76 w 78"/>
                <a:gd name="T37" fmla="*/ 36 h 51"/>
                <a:gd name="T38" fmla="*/ 78 w 78"/>
                <a:gd name="T39" fmla="*/ 31 h 51"/>
                <a:gd name="T40" fmla="*/ 78 w 78"/>
                <a:gd name="T41" fmla="*/ 26 h 51"/>
                <a:gd name="T42" fmla="*/ 78 w 78"/>
                <a:gd name="T43" fmla="*/ 26 h 51"/>
                <a:gd name="T44" fmla="*/ 62 w 78"/>
                <a:gd name="T45" fmla="*/ 16 h 51"/>
                <a:gd name="T46" fmla="*/ 47 w 78"/>
                <a:gd name="T47" fmla="*/ 7 h 51"/>
                <a:gd name="T48" fmla="*/ 47 w 78"/>
                <a:gd name="T49" fmla="*/ 7 h 51"/>
                <a:gd name="T50" fmla="*/ 44 w 78"/>
                <a:gd name="T51" fmla="*/ 9 h 51"/>
                <a:gd name="T52" fmla="*/ 40 w 78"/>
                <a:gd name="T53" fmla="*/ 11 h 51"/>
                <a:gd name="T54" fmla="*/ 40 w 78"/>
                <a:gd name="T55" fmla="*/ 11 h 51"/>
                <a:gd name="T56" fmla="*/ 38 w 78"/>
                <a:gd name="T57" fmla="*/ 9 h 51"/>
                <a:gd name="T58" fmla="*/ 40 w 78"/>
                <a:gd name="T59" fmla="*/ 5 h 51"/>
                <a:gd name="T60" fmla="*/ 42 w 78"/>
                <a:gd name="T61" fmla="*/ 2 h 51"/>
                <a:gd name="T62" fmla="*/ 42 w 78"/>
                <a:gd name="T63" fmla="*/ 2 h 51"/>
                <a:gd name="T64" fmla="*/ 36 w 78"/>
                <a:gd name="T65" fmla="*/ 2 h 51"/>
                <a:gd name="T66" fmla="*/ 34 w 78"/>
                <a:gd name="T67" fmla="*/ 0 h 51"/>
                <a:gd name="T68" fmla="*/ 34 w 78"/>
                <a:gd name="T69" fmla="*/ 0 h 51"/>
                <a:gd name="T70" fmla="*/ 34 w 78"/>
                <a:gd name="T71" fmla="*/ 4 h 51"/>
                <a:gd name="T72" fmla="*/ 34 w 78"/>
                <a:gd name="T73" fmla="*/ 4 h 51"/>
                <a:gd name="T74" fmla="*/ 31 w 78"/>
                <a:gd name="T75" fmla="*/ 4 h 51"/>
                <a:gd name="T76" fmla="*/ 31 w 78"/>
                <a:gd name="T77" fmla="*/ 4 h 51"/>
                <a:gd name="T78" fmla="*/ 33 w 78"/>
                <a:gd name="T79" fmla="*/ 2 h 51"/>
                <a:gd name="T80" fmla="*/ 27 w 78"/>
                <a:gd name="T81" fmla="*/ 2 h 51"/>
                <a:gd name="T82" fmla="*/ 27 w 78"/>
                <a:gd name="T83" fmla="*/ 2 h 51"/>
                <a:gd name="T84" fmla="*/ 27 w 78"/>
                <a:gd name="T85" fmla="*/ 4 h 51"/>
                <a:gd name="T86" fmla="*/ 29 w 78"/>
                <a:gd name="T87" fmla="*/ 5 h 51"/>
                <a:gd name="T88" fmla="*/ 29 w 78"/>
                <a:gd name="T89" fmla="*/ 5 h 51"/>
                <a:gd name="T90" fmla="*/ 29 w 78"/>
                <a:gd name="T91" fmla="*/ 7 h 51"/>
                <a:gd name="T92" fmla="*/ 14 w 78"/>
                <a:gd name="T93" fmla="*/ 29 h 51"/>
                <a:gd name="T94" fmla="*/ 14 w 78"/>
                <a:gd name="T95" fmla="*/ 29 h 51"/>
                <a:gd name="T96" fmla="*/ 14 w 78"/>
                <a:gd name="T97" fmla="*/ 35 h 51"/>
                <a:gd name="T98" fmla="*/ 14 w 78"/>
                <a:gd name="T99" fmla="*/ 38 h 51"/>
                <a:gd name="T100" fmla="*/ 14 w 78"/>
                <a:gd name="T101" fmla="*/ 38 h 51"/>
                <a:gd name="T102" fmla="*/ 7 w 78"/>
                <a:gd name="T103" fmla="*/ 46 h 51"/>
                <a:gd name="T104" fmla="*/ 0 w 78"/>
                <a:gd name="T105" fmla="*/ 51 h 51"/>
                <a:gd name="T106" fmla="*/ 0 w 78"/>
                <a:gd name="T10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0" y="51"/>
                  </a:move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FB5653AC-E343-4FB0-89BD-03AA510C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460" y="1723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532BB77E-34A5-478F-A002-1DC6BF497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14 w 14"/>
                <a:gd name="T1" fmla="*/ 3 h 3"/>
                <a:gd name="T2" fmla="*/ 14 w 14"/>
                <a:gd name="T3" fmla="*/ 3 h 3"/>
                <a:gd name="T4" fmla="*/ 13 w 14"/>
                <a:gd name="T5" fmla="*/ 2 h 3"/>
                <a:gd name="T6" fmla="*/ 11 w 14"/>
                <a:gd name="T7" fmla="*/ 0 h 3"/>
                <a:gd name="T8" fmla="*/ 11 w 14"/>
                <a:gd name="T9" fmla="*/ 0 h 3"/>
                <a:gd name="T10" fmla="*/ 0 w 14"/>
                <a:gd name="T11" fmla="*/ 0 h 3"/>
                <a:gd name="T12" fmla="*/ 5 w 14"/>
                <a:gd name="T13" fmla="*/ 3 h 3"/>
                <a:gd name="T14" fmla="*/ 5 w 14"/>
                <a:gd name="T15" fmla="*/ 3 h 3"/>
                <a:gd name="T16" fmla="*/ 14 w 14"/>
                <a:gd name="T17" fmla="*/ 3 h 3"/>
                <a:gd name="T18" fmla="*/ 14 w 14"/>
                <a:gd name="T1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40E50367-B116-4CC8-87E2-6BC95909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5512" y="1590076"/>
              <a:ext cx="2966" cy="2966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AFFB9E08-2DD0-4A13-A3CF-1A29487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20 w 21"/>
                <a:gd name="T1" fmla="*/ 11 h 11"/>
                <a:gd name="T2" fmla="*/ 21 w 21"/>
                <a:gd name="T3" fmla="*/ 4 h 11"/>
                <a:gd name="T4" fmla="*/ 21 w 21"/>
                <a:gd name="T5" fmla="*/ 4 h 11"/>
                <a:gd name="T6" fmla="*/ 14 w 21"/>
                <a:gd name="T7" fmla="*/ 2 h 11"/>
                <a:gd name="T8" fmla="*/ 9 w 21"/>
                <a:gd name="T9" fmla="*/ 0 h 11"/>
                <a:gd name="T10" fmla="*/ 9 w 21"/>
                <a:gd name="T11" fmla="*/ 0 h 11"/>
                <a:gd name="T12" fmla="*/ 0 w 21"/>
                <a:gd name="T13" fmla="*/ 5 h 11"/>
                <a:gd name="T14" fmla="*/ 0 w 21"/>
                <a:gd name="T15" fmla="*/ 7 h 11"/>
                <a:gd name="T16" fmla="*/ 1 w 21"/>
                <a:gd name="T17" fmla="*/ 9 h 11"/>
                <a:gd name="T18" fmla="*/ 20 w 21"/>
                <a:gd name="T19" fmla="*/ 11 h 11"/>
                <a:gd name="T20" fmla="*/ 20 w 21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20" y="11"/>
                  </a:move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EDF401DD-6EC7-4218-BE67-72116D5EF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BDEB804C-3D95-4265-9877-7668C45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5343F2D7-F21C-42C9-B8B2-E80CE24C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A444B611-9907-467B-B8A2-64D64420A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13 w 13"/>
                <a:gd name="T1" fmla="*/ 7 h 7"/>
                <a:gd name="T2" fmla="*/ 13 w 13"/>
                <a:gd name="T3" fmla="*/ 7 h 7"/>
                <a:gd name="T4" fmla="*/ 11 w 13"/>
                <a:gd name="T5" fmla="*/ 3 h 7"/>
                <a:gd name="T6" fmla="*/ 11 w 13"/>
                <a:gd name="T7" fmla="*/ 2 h 7"/>
                <a:gd name="T8" fmla="*/ 8 w 13"/>
                <a:gd name="T9" fmla="*/ 0 h 7"/>
                <a:gd name="T10" fmla="*/ 6 w 13"/>
                <a:gd name="T11" fmla="*/ 0 h 7"/>
                <a:gd name="T12" fmla="*/ 6 w 13"/>
                <a:gd name="T13" fmla="*/ 0 h 7"/>
                <a:gd name="T14" fmla="*/ 8 w 13"/>
                <a:gd name="T15" fmla="*/ 2 h 7"/>
                <a:gd name="T16" fmla="*/ 6 w 13"/>
                <a:gd name="T17" fmla="*/ 2 h 7"/>
                <a:gd name="T18" fmla="*/ 0 w 13"/>
                <a:gd name="T19" fmla="*/ 3 h 7"/>
                <a:gd name="T20" fmla="*/ 0 w 13"/>
                <a:gd name="T21" fmla="*/ 3 h 7"/>
                <a:gd name="T22" fmla="*/ 2 w 13"/>
                <a:gd name="T23" fmla="*/ 5 h 7"/>
                <a:gd name="T24" fmla="*/ 4 w 13"/>
                <a:gd name="T25" fmla="*/ 7 h 7"/>
                <a:gd name="T26" fmla="*/ 4 w 13"/>
                <a:gd name="T27" fmla="*/ 7 h 7"/>
                <a:gd name="T28" fmla="*/ 13 w 13"/>
                <a:gd name="T29" fmla="*/ 7 h 7"/>
                <a:gd name="T30" fmla="*/ 13 w 13"/>
                <a:gd name="T3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4BD78ADE-C3CF-4CBE-8865-0FE817B3C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 w 255"/>
                <a:gd name="T1" fmla="*/ 153 h 204"/>
                <a:gd name="T2" fmla="*/ 11 w 255"/>
                <a:gd name="T3" fmla="*/ 172 h 204"/>
                <a:gd name="T4" fmla="*/ 20 w 255"/>
                <a:gd name="T5" fmla="*/ 170 h 204"/>
                <a:gd name="T6" fmla="*/ 24 w 255"/>
                <a:gd name="T7" fmla="*/ 164 h 204"/>
                <a:gd name="T8" fmla="*/ 31 w 255"/>
                <a:gd name="T9" fmla="*/ 175 h 204"/>
                <a:gd name="T10" fmla="*/ 46 w 255"/>
                <a:gd name="T11" fmla="*/ 175 h 204"/>
                <a:gd name="T12" fmla="*/ 33 w 255"/>
                <a:gd name="T13" fmla="*/ 184 h 204"/>
                <a:gd name="T14" fmla="*/ 33 w 255"/>
                <a:gd name="T15" fmla="*/ 195 h 204"/>
                <a:gd name="T16" fmla="*/ 49 w 255"/>
                <a:gd name="T17" fmla="*/ 197 h 204"/>
                <a:gd name="T18" fmla="*/ 64 w 255"/>
                <a:gd name="T19" fmla="*/ 195 h 204"/>
                <a:gd name="T20" fmla="*/ 84 w 255"/>
                <a:gd name="T21" fmla="*/ 199 h 204"/>
                <a:gd name="T22" fmla="*/ 86 w 255"/>
                <a:gd name="T23" fmla="*/ 190 h 204"/>
                <a:gd name="T24" fmla="*/ 93 w 255"/>
                <a:gd name="T25" fmla="*/ 193 h 204"/>
                <a:gd name="T26" fmla="*/ 97 w 255"/>
                <a:gd name="T27" fmla="*/ 186 h 204"/>
                <a:gd name="T28" fmla="*/ 73 w 255"/>
                <a:gd name="T29" fmla="*/ 170 h 204"/>
                <a:gd name="T30" fmla="*/ 71 w 255"/>
                <a:gd name="T31" fmla="*/ 142 h 204"/>
                <a:gd name="T32" fmla="*/ 77 w 255"/>
                <a:gd name="T33" fmla="*/ 113 h 204"/>
                <a:gd name="T34" fmla="*/ 64 w 255"/>
                <a:gd name="T35" fmla="*/ 106 h 204"/>
                <a:gd name="T36" fmla="*/ 70 w 255"/>
                <a:gd name="T37" fmla="*/ 111 h 204"/>
                <a:gd name="T38" fmla="*/ 82 w 255"/>
                <a:gd name="T39" fmla="*/ 108 h 204"/>
                <a:gd name="T40" fmla="*/ 82 w 255"/>
                <a:gd name="T41" fmla="*/ 97 h 204"/>
                <a:gd name="T42" fmla="*/ 90 w 255"/>
                <a:gd name="T43" fmla="*/ 99 h 204"/>
                <a:gd name="T44" fmla="*/ 97 w 255"/>
                <a:gd name="T45" fmla="*/ 91 h 204"/>
                <a:gd name="T46" fmla="*/ 104 w 255"/>
                <a:gd name="T47" fmla="*/ 84 h 204"/>
                <a:gd name="T48" fmla="*/ 113 w 255"/>
                <a:gd name="T49" fmla="*/ 75 h 204"/>
                <a:gd name="T50" fmla="*/ 139 w 255"/>
                <a:gd name="T51" fmla="*/ 62 h 204"/>
                <a:gd name="T52" fmla="*/ 148 w 255"/>
                <a:gd name="T53" fmla="*/ 49 h 204"/>
                <a:gd name="T54" fmla="*/ 175 w 255"/>
                <a:gd name="T55" fmla="*/ 48 h 204"/>
                <a:gd name="T56" fmla="*/ 192 w 255"/>
                <a:gd name="T57" fmla="*/ 46 h 204"/>
                <a:gd name="T58" fmla="*/ 255 w 255"/>
                <a:gd name="T59" fmla="*/ 20 h 204"/>
                <a:gd name="T60" fmla="*/ 241 w 255"/>
                <a:gd name="T61" fmla="*/ 0 h 204"/>
                <a:gd name="T62" fmla="*/ 224 w 255"/>
                <a:gd name="T63" fmla="*/ 13 h 204"/>
                <a:gd name="T64" fmla="*/ 213 w 255"/>
                <a:gd name="T65" fmla="*/ 13 h 204"/>
                <a:gd name="T66" fmla="*/ 190 w 255"/>
                <a:gd name="T67" fmla="*/ 22 h 204"/>
                <a:gd name="T68" fmla="*/ 175 w 255"/>
                <a:gd name="T69" fmla="*/ 22 h 204"/>
                <a:gd name="T70" fmla="*/ 168 w 255"/>
                <a:gd name="T71" fmla="*/ 26 h 204"/>
                <a:gd name="T72" fmla="*/ 153 w 255"/>
                <a:gd name="T73" fmla="*/ 20 h 204"/>
                <a:gd name="T74" fmla="*/ 126 w 255"/>
                <a:gd name="T75" fmla="*/ 29 h 204"/>
                <a:gd name="T76" fmla="*/ 113 w 255"/>
                <a:gd name="T77" fmla="*/ 35 h 204"/>
                <a:gd name="T78" fmla="*/ 104 w 255"/>
                <a:gd name="T79" fmla="*/ 46 h 204"/>
                <a:gd name="T80" fmla="*/ 80 w 255"/>
                <a:gd name="T81" fmla="*/ 51 h 204"/>
                <a:gd name="T82" fmla="*/ 68 w 255"/>
                <a:gd name="T83" fmla="*/ 49 h 204"/>
                <a:gd name="T84" fmla="*/ 68 w 255"/>
                <a:gd name="T85" fmla="*/ 55 h 204"/>
                <a:gd name="T86" fmla="*/ 64 w 255"/>
                <a:gd name="T87" fmla="*/ 62 h 204"/>
                <a:gd name="T88" fmla="*/ 57 w 255"/>
                <a:gd name="T89" fmla="*/ 62 h 204"/>
                <a:gd name="T90" fmla="*/ 53 w 255"/>
                <a:gd name="T91" fmla="*/ 70 h 204"/>
                <a:gd name="T92" fmla="*/ 49 w 255"/>
                <a:gd name="T93" fmla="*/ 77 h 204"/>
                <a:gd name="T94" fmla="*/ 35 w 255"/>
                <a:gd name="T95" fmla="*/ 84 h 204"/>
                <a:gd name="T96" fmla="*/ 24 w 255"/>
                <a:gd name="T97" fmla="*/ 86 h 204"/>
                <a:gd name="T98" fmla="*/ 37 w 255"/>
                <a:gd name="T99" fmla="*/ 97 h 204"/>
                <a:gd name="T100" fmla="*/ 37 w 255"/>
                <a:gd name="T101" fmla="*/ 108 h 204"/>
                <a:gd name="T102" fmla="*/ 19 w 255"/>
                <a:gd name="T103" fmla="*/ 131 h 204"/>
                <a:gd name="T104" fmla="*/ 15 w 255"/>
                <a:gd name="T105" fmla="*/ 137 h 204"/>
                <a:gd name="T106" fmla="*/ 13 w 255"/>
                <a:gd name="T107" fmla="*/ 141 h 204"/>
                <a:gd name="T108" fmla="*/ 15 w 255"/>
                <a:gd name="T109" fmla="*/ 148 h 204"/>
                <a:gd name="T110" fmla="*/ 55 w 255"/>
                <a:gd name="T111" fmla="*/ 106 h 204"/>
                <a:gd name="T112" fmla="*/ 49 w 255"/>
                <a:gd name="T113" fmla="*/ 1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5" h="204">
                  <a:moveTo>
                    <a:pt x="15" y="148"/>
                  </a:move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62" y="108"/>
                  </a:lnTo>
                  <a:lnTo>
                    <a:pt x="60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8" y="106"/>
                  </a:lnTo>
                  <a:lnTo>
                    <a:pt x="68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close/>
                  <a:moveTo>
                    <a:pt x="53" y="104"/>
                  </a:moveTo>
                  <a:lnTo>
                    <a:pt x="53" y="104"/>
                  </a:lnTo>
                  <a:lnTo>
                    <a:pt x="55" y="104"/>
                  </a:lnTo>
                  <a:lnTo>
                    <a:pt x="55" y="106"/>
                  </a:lnTo>
                  <a:lnTo>
                    <a:pt x="53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53" y="104"/>
                  </a:lnTo>
                  <a:lnTo>
                    <a:pt x="53" y="10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46AFCCD3-33D3-489C-914C-6FEF5B9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16 w 144"/>
                <a:gd name="T1" fmla="*/ 24 h 33"/>
                <a:gd name="T2" fmla="*/ 29 w 144"/>
                <a:gd name="T3" fmla="*/ 22 h 33"/>
                <a:gd name="T4" fmla="*/ 44 w 144"/>
                <a:gd name="T5" fmla="*/ 24 h 33"/>
                <a:gd name="T6" fmla="*/ 51 w 144"/>
                <a:gd name="T7" fmla="*/ 22 h 33"/>
                <a:gd name="T8" fmla="*/ 56 w 144"/>
                <a:gd name="T9" fmla="*/ 15 h 33"/>
                <a:gd name="T10" fmla="*/ 60 w 144"/>
                <a:gd name="T11" fmla="*/ 11 h 33"/>
                <a:gd name="T12" fmla="*/ 71 w 144"/>
                <a:gd name="T13" fmla="*/ 17 h 33"/>
                <a:gd name="T14" fmla="*/ 80 w 144"/>
                <a:gd name="T15" fmla="*/ 19 h 33"/>
                <a:gd name="T16" fmla="*/ 75 w 144"/>
                <a:gd name="T17" fmla="*/ 26 h 33"/>
                <a:gd name="T18" fmla="*/ 80 w 144"/>
                <a:gd name="T19" fmla="*/ 28 h 33"/>
                <a:gd name="T20" fmla="*/ 86 w 144"/>
                <a:gd name="T21" fmla="*/ 29 h 33"/>
                <a:gd name="T22" fmla="*/ 87 w 144"/>
                <a:gd name="T23" fmla="*/ 33 h 33"/>
                <a:gd name="T24" fmla="*/ 98 w 144"/>
                <a:gd name="T25" fmla="*/ 29 h 33"/>
                <a:gd name="T26" fmla="*/ 109 w 144"/>
                <a:gd name="T27" fmla="*/ 22 h 33"/>
                <a:gd name="T28" fmla="*/ 115 w 144"/>
                <a:gd name="T29" fmla="*/ 22 h 33"/>
                <a:gd name="T30" fmla="*/ 124 w 144"/>
                <a:gd name="T31" fmla="*/ 24 h 33"/>
                <a:gd name="T32" fmla="*/ 124 w 144"/>
                <a:gd name="T33" fmla="*/ 19 h 33"/>
                <a:gd name="T34" fmla="*/ 144 w 144"/>
                <a:gd name="T35" fmla="*/ 17 h 33"/>
                <a:gd name="T36" fmla="*/ 144 w 144"/>
                <a:gd name="T37" fmla="*/ 8 h 33"/>
                <a:gd name="T38" fmla="*/ 133 w 144"/>
                <a:gd name="T39" fmla="*/ 11 h 33"/>
                <a:gd name="T40" fmla="*/ 133 w 144"/>
                <a:gd name="T41" fmla="*/ 9 h 33"/>
                <a:gd name="T42" fmla="*/ 137 w 144"/>
                <a:gd name="T43" fmla="*/ 4 h 33"/>
                <a:gd name="T44" fmla="*/ 118 w 144"/>
                <a:gd name="T45" fmla="*/ 4 h 33"/>
                <a:gd name="T46" fmla="*/ 122 w 144"/>
                <a:gd name="T47" fmla="*/ 6 h 33"/>
                <a:gd name="T48" fmla="*/ 122 w 144"/>
                <a:gd name="T49" fmla="*/ 9 h 33"/>
                <a:gd name="T50" fmla="*/ 118 w 144"/>
                <a:gd name="T51" fmla="*/ 11 h 33"/>
                <a:gd name="T52" fmla="*/ 107 w 144"/>
                <a:gd name="T53" fmla="*/ 15 h 33"/>
                <a:gd name="T54" fmla="*/ 73 w 144"/>
                <a:gd name="T55" fmla="*/ 11 h 33"/>
                <a:gd name="T56" fmla="*/ 98 w 144"/>
                <a:gd name="T57" fmla="*/ 11 h 33"/>
                <a:gd name="T58" fmla="*/ 107 w 144"/>
                <a:gd name="T59" fmla="*/ 9 h 33"/>
                <a:gd name="T60" fmla="*/ 107 w 144"/>
                <a:gd name="T61" fmla="*/ 9 h 33"/>
                <a:gd name="T62" fmla="*/ 97 w 144"/>
                <a:gd name="T63" fmla="*/ 8 h 33"/>
                <a:gd name="T64" fmla="*/ 87 w 144"/>
                <a:gd name="T65" fmla="*/ 2 h 33"/>
                <a:gd name="T66" fmla="*/ 78 w 144"/>
                <a:gd name="T67" fmla="*/ 0 h 33"/>
                <a:gd name="T68" fmla="*/ 73 w 144"/>
                <a:gd name="T69" fmla="*/ 4 h 33"/>
                <a:gd name="T70" fmla="*/ 56 w 144"/>
                <a:gd name="T71" fmla="*/ 4 h 33"/>
                <a:gd name="T72" fmla="*/ 40 w 144"/>
                <a:gd name="T73" fmla="*/ 2 h 33"/>
                <a:gd name="T74" fmla="*/ 29 w 144"/>
                <a:gd name="T75" fmla="*/ 8 h 33"/>
                <a:gd name="T76" fmla="*/ 18 w 144"/>
                <a:gd name="T77" fmla="*/ 11 h 33"/>
                <a:gd name="T78" fmla="*/ 15 w 144"/>
                <a:gd name="T79" fmla="*/ 9 h 33"/>
                <a:gd name="T80" fmla="*/ 9 w 144"/>
                <a:gd name="T81" fmla="*/ 9 h 33"/>
                <a:gd name="T82" fmla="*/ 5 w 144"/>
                <a:gd name="T83" fmla="*/ 11 h 33"/>
                <a:gd name="T84" fmla="*/ 0 w 144"/>
                <a:gd name="T85" fmla="*/ 22 h 33"/>
                <a:gd name="T86" fmla="*/ 7 w 144"/>
                <a:gd name="T87" fmla="*/ 20 h 33"/>
                <a:gd name="T88" fmla="*/ 16 w 144"/>
                <a:gd name="T89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4" h="33">
                  <a:moveTo>
                    <a:pt x="16" y="22"/>
                  </a:move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550A21C0-C639-4580-9E84-6A502461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11 w 27"/>
                <a:gd name="T1" fmla="*/ 0 h 23"/>
                <a:gd name="T2" fmla="*/ 11 w 27"/>
                <a:gd name="T3" fmla="*/ 0 h 23"/>
                <a:gd name="T4" fmla="*/ 6 w 27"/>
                <a:gd name="T5" fmla="*/ 0 h 23"/>
                <a:gd name="T6" fmla="*/ 0 w 27"/>
                <a:gd name="T7" fmla="*/ 0 h 23"/>
                <a:gd name="T8" fmla="*/ 0 w 27"/>
                <a:gd name="T9" fmla="*/ 0 h 23"/>
                <a:gd name="T10" fmla="*/ 2 w 27"/>
                <a:gd name="T11" fmla="*/ 7 h 23"/>
                <a:gd name="T12" fmla="*/ 0 w 27"/>
                <a:gd name="T13" fmla="*/ 16 h 23"/>
                <a:gd name="T14" fmla="*/ 0 w 27"/>
                <a:gd name="T15" fmla="*/ 16 h 23"/>
                <a:gd name="T16" fmla="*/ 9 w 27"/>
                <a:gd name="T17" fmla="*/ 16 h 23"/>
                <a:gd name="T18" fmla="*/ 16 w 27"/>
                <a:gd name="T19" fmla="*/ 18 h 23"/>
                <a:gd name="T20" fmla="*/ 16 w 27"/>
                <a:gd name="T21" fmla="*/ 23 h 23"/>
                <a:gd name="T22" fmla="*/ 16 w 27"/>
                <a:gd name="T23" fmla="*/ 23 h 23"/>
                <a:gd name="T24" fmla="*/ 22 w 27"/>
                <a:gd name="T25" fmla="*/ 23 h 23"/>
                <a:gd name="T26" fmla="*/ 27 w 27"/>
                <a:gd name="T27" fmla="*/ 23 h 23"/>
                <a:gd name="T28" fmla="*/ 27 w 27"/>
                <a:gd name="T29" fmla="*/ 23 h 23"/>
                <a:gd name="T30" fmla="*/ 27 w 27"/>
                <a:gd name="T31" fmla="*/ 12 h 23"/>
                <a:gd name="T32" fmla="*/ 27 w 27"/>
                <a:gd name="T33" fmla="*/ 12 h 23"/>
                <a:gd name="T34" fmla="*/ 11 w 27"/>
                <a:gd name="T35" fmla="*/ 0 h 23"/>
                <a:gd name="T36" fmla="*/ 11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11" y="0"/>
                  </a:move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BFE2FFC1-B6CA-41E0-A2E6-CFDB79A6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18 w 18"/>
                <a:gd name="T1" fmla="*/ 4 h 22"/>
                <a:gd name="T2" fmla="*/ 18 w 18"/>
                <a:gd name="T3" fmla="*/ 4 h 22"/>
                <a:gd name="T4" fmla="*/ 13 w 18"/>
                <a:gd name="T5" fmla="*/ 2 h 22"/>
                <a:gd name="T6" fmla="*/ 7 w 18"/>
                <a:gd name="T7" fmla="*/ 0 h 22"/>
                <a:gd name="T8" fmla="*/ 7 w 18"/>
                <a:gd name="T9" fmla="*/ 0 h 22"/>
                <a:gd name="T10" fmla="*/ 4 w 18"/>
                <a:gd name="T11" fmla="*/ 2 h 22"/>
                <a:gd name="T12" fmla="*/ 0 w 18"/>
                <a:gd name="T13" fmla="*/ 4 h 22"/>
                <a:gd name="T14" fmla="*/ 0 w 18"/>
                <a:gd name="T15" fmla="*/ 4 h 22"/>
                <a:gd name="T16" fmla="*/ 0 w 18"/>
                <a:gd name="T17" fmla="*/ 11 h 22"/>
                <a:gd name="T18" fmla="*/ 0 w 18"/>
                <a:gd name="T19" fmla="*/ 17 h 22"/>
                <a:gd name="T20" fmla="*/ 0 w 18"/>
                <a:gd name="T21" fmla="*/ 17 h 22"/>
                <a:gd name="T22" fmla="*/ 2 w 18"/>
                <a:gd name="T23" fmla="*/ 17 h 22"/>
                <a:gd name="T24" fmla="*/ 2 w 18"/>
                <a:gd name="T25" fmla="*/ 19 h 22"/>
                <a:gd name="T26" fmla="*/ 4 w 18"/>
                <a:gd name="T27" fmla="*/ 22 h 22"/>
                <a:gd name="T28" fmla="*/ 4 w 18"/>
                <a:gd name="T29" fmla="*/ 22 h 22"/>
                <a:gd name="T30" fmla="*/ 9 w 18"/>
                <a:gd name="T31" fmla="*/ 20 h 22"/>
                <a:gd name="T32" fmla="*/ 11 w 18"/>
                <a:gd name="T33" fmla="*/ 20 h 22"/>
                <a:gd name="T34" fmla="*/ 11 w 18"/>
                <a:gd name="T35" fmla="*/ 19 h 22"/>
                <a:gd name="T36" fmla="*/ 11 w 18"/>
                <a:gd name="T37" fmla="*/ 19 h 22"/>
                <a:gd name="T38" fmla="*/ 15 w 18"/>
                <a:gd name="T39" fmla="*/ 17 h 22"/>
                <a:gd name="T40" fmla="*/ 18 w 18"/>
                <a:gd name="T41" fmla="*/ 15 h 22"/>
                <a:gd name="T42" fmla="*/ 18 w 18"/>
                <a:gd name="T43" fmla="*/ 15 h 22"/>
                <a:gd name="T44" fmla="*/ 18 w 18"/>
                <a:gd name="T45" fmla="*/ 9 h 22"/>
                <a:gd name="T46" fmla="*/ 18 w 18"/>
                <a:gd name="T47" fmla="*/ 4 h 22"/>
                <a:gd name="T48" fmla="*/ 18 w 18"/>
                <a:gd name="T4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18" y="4"/>
                  </a:move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604FD1FF-3DA8-4B3C-92C2-357D86E8E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4 w 20"/>
                <a:gd name="T1" fmla="*/ 13 h 13"/>
                <a:gd name="T2" fmla="*/ 4 w 20"/>
                <a:gd name="T3" fmla="*/ 13 h 13"/>
                <a:gd name="T4" fmla="*/ 17 w 20"/>
                <a:gd name="T5" fmla="*/ 9 h 13"/>
                <a:gd name="T6" fmla="*/ 20 w 20"/>
                <a:gd name="T7" fmla="*/ 5 h 13"/>
                <a:gd name="T8" fmla="*/ 20 w 20"/>
                <a:gd name="T9" fmla="*/ 4 h 13"/>
                <a:gd name="T10" fmla="*/ 19 w 20"/>
                <a:gd name="T11" fmla="*/ 2 h 13"/>
                <a:gd name="T12" fmla="*/ 19 w 20"/>
                <a:gd name="T13" fmla="*/ 2 h 13"/>
                <a:gd name="T14" fmla="*/ 11 w 20"/>
                <a:gd name="T15" fmla="*/ 0 h 13"/>
                <a:gd name="T16" fmla="*/ 11 w 20"/>
                <a:gd name="T17" fmla="*/ 5 h 13"/>
                <a:gd name="T18" fmla="*/ 11 w 20"/>
                <a:gd name="T19" fmla="*/ 5 h 13"/>
                <a:gd name="T20" fmla="*/ 2 w 20"/>
                <a:gd name="T21" fmla="*/ 7 h 13"/>
                <a:gd name="T22" fmla="*/ 0 w 20"/>
                <a:gd name="T23" fmla="*/ 7 h 13"/>
                <a:gd name="T24" fmla="*/ 0 w 20"/>
                <a:gd name="T25" fmla="*/ 9 h 13"/>
                <a:gd name="T26" fmla="*/ 0 w 20"/>
                <a:gd name="T27" fmla="*/ 9 h 13"/>
                <a:gd name="T28" fmla="*/ 2 w 20"/>
                <a:gd name="T29" fmla="*/ 11 h 13"/>
                <a:gd name="T30" fmla="*/ 0 w 20"/>
                <a:gd name="T31" fmla="*/ 13 h 13"/>
                <a:gd name="T32" fmla="*/ 4 w 20"/>
                <a:gd name="T33" fmla="*/ 13 h 13"/>
                <a:gd name="T34" fmla="*/ 4 w 20"/>
                <a:gd name="T3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4" y="13"/>
                  </a:move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1D2D3856-0787-439F-A50D-FA3828D0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CE69B10E-D5AE-42A1-A8D8-5C64BB52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5D3ECF94-FD88-465C-B861-11346702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5 h 5"/>
                <a:gd name="T2" fmla="*/ 2 w 4"/>
                <a:gd name="T3" fmla="*/ 5 h 5"/>
                <a:gd name="T4" fmla="*/ 4 w 4"/>
                <a:gd name="T5" fmla="*/ 2 h 5"/>
                <a:gd name="T6" fmla="*/ 4 w 4"/>
                <a:gd name="T7" fmla="*/ 0 h 5"/>
                <a:gd name="T8" fmla="*/ 2 w 4"/>
                <a:gd name="T9" fmla="*/ 0 h 5"/>
                <a:gd name="T10" fmla="*/ 2 w 4"/>
                <a:gd name="T11" fmla="*/ 0 h 5"/>
                <a:gd name="T12" fmla="*/ 0 w 4"/>
                <a:gd name="T13" fmla="*/ 3 h 5"/>
                <a:gd name="T14" fmla="*/ 0 w 4"/>
                <a:gd name="T15" fmla="*/ 5 h 5"/>
                <a:gd name="T16" fmla="*/ 2 w 4"/>
                <a:gd name="T17" fmla="*/ 5 h 5"/>
                <a:gd name="T18" fmla="*/ 2 w 4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FF473699-F662-4B8B-A5C6-6AA08A03A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2 w 5"/>
                <a:gd name="T1" fmla="*/ 6 h 6"/>
                <a:gd name="T2" fmla="*/ 2 w 5"/>
                <a:gd name="T3" fmla="*/ 6 h 6"/>
                <a:gd name="T4" fmla="*/ 5 w 5"/>
                <a:gd name="T5" fmla="*/ 6 h 6"/>
                <a:gd name="T6" fmla="*/ 5 w 5"/>
                <a:gd name="T7" fmla="*/ 4 h 6"/>
                <a:gd name="T8" fmla="*/ 0 w 5"/>
                <a:gd name="T9" fmla="*/ 0 h 6"/>
                <a:gd name="T10" fmla="*/ 2 w 5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75ECD12A-6022-4CF9-B17B-399D7367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9 w 20"/>
                <a:gd name="T1" fmla="*/ 17 h 17"/>
                <a:gd name="T2" fmla="*/ 9 w 20"/>
                <a:gd name="T3" fmla="*/ 17 h 17"/>
                <a:gd name="T4" fmla="*/ 11 w 20"/>
                <a:gd name="T5" fmla="*/ 17 h 17"/>
                <a:gd name="T6" fmla="*/ 11 w 20"/>
                <a:gd name="T7" fmla="*/ 15 h 17"/>
                <a:gd name="T8" fmla="*/ 11 w 20"/>
                <a:gd name="T9" fmla="*/ 10 h 17"/>
                <a:gd name="T10" fmla="*/ 11 w 20"/>
                <a:gd name="T11" fmla="*/ 10 h 17"/>
                <a:gd name="T12" fmla="*/ 18 w 20"/>
                <a:gd name="T13" fmla="*/ 10 h 17"/>
                <a:gd name="T14" fmla="*/ 20 w 20"/>
                <a:gd name="T15" fmla="*/ 8 h 17"/>
                <a:gd name="T16" fmla="*/ 20 w 20"/>
                <a:gd name="T17" fmla="*/ 6 h 17"/>
                <a:gd name="T18" fmla="*/ 17 w 20"/>
                <a:gd name="T19" fmla="*/ 6 h 17"/>
                <a:gd name="T20" fmla="*/ 0 w 20"/>
                <a:gd name="T21" fmla="*/ 0 h 17"/>
                <a:gd name="T22" fmla="*/ 0 w 20"/>
                <a:gd name="T23" fmla="*/ 0 h 17"/>
                <a:gd name="T24" fmla="*/ 0 w 20"/>
                <a:gd name="T25" fmla="*/ 10 h 17"/>
                <a:gd name="T26" fmla="*/ 0 w 20"/>
                <a:gd name="T27" fmla="*/ 17 h 17"/>
                <a:gd name="T28" fmla="*/ 0 w 20"/>
                <a:gd name="T29" fmla="*/ 17 h 17"/>
                <a:gd name="T30" fmla="*/ 4 w 20"/>
                <a:gd name="T31" fmla="*/ 17 h 17"/>
                <a:gd name="T32" fmla="*/ 9 w 20"/>
                <a:gd name="T33" fmla="*/ 17 h 17"/>
                <a:gd name="T34" fmla="*/ 9 w 20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9" y="17"/>
                  </a:move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F086D24-88F5-446A-9BF1-24F57C31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11 w 13"/>
                <a:gd name="T1" fmla="*/ 15 h 15"/>
                <a:gd name="T2" fmla="*/ 13 w 13"/>
                <a:gd name="T3" fmla="*/ 2 h 15"/>
                <a:gd name="T4" fmla="*/ 6 w 13"/>
                <a:gd name="T5" fmla="*/ 0 h 15"/>
                <a:gd name="T6" fmla="*/ 6 w 13"/>
                <a:gd name="T7" fmla="*/ 0 h 15"/>
                <a:gd name="T8" fmla="*/ 0 w 13"/>
                <a:gd name="T9" fmla="*/ 4 h 15"/>
                <a:gd name="T10" fmla="*/ 0 w 13"/>
                <a:gd name="T11" fmla="*/ 6 h 15"/>
                <a:gd name="T12" fmla="*/ 0 w 13"/>
                <a:gd name="T13" fmla="*/ 8 h 15"/>
                <a:gd name="T14" fmla="*/ 6 w 13"/>
                <a:gd name="T15" fmla="*/ 11 h 15"/>
                <a:gd name="T16" fmla="*/ 11 w 13"/>
                <a:gd name="T17" fmla="*/ 15 h 15"/>
                <a:gd name="T18" fmla="*/ 11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1" y="15"/>
                  </a:moveTo>
                  <a:lnTo>
                    <a:pt x="1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1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FD3783FF-1A0A-44DD-9D0B-6EA3A076A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8 w 35"/>
                <a:gd name="T1" fmla="*/ 27 h 27"/>
                <a:gd name="T2" fmla="*/ 18 w 35"/>
                <a:gd name="T3" fmla="*/ 27 h 27"/>
                <a:gd name="T4" fmla="*/ 17 w 35"/>
                <a:gd name="T5" fmla="*/ 22 h 27"/>
                <a:gd name="T6" fmla="*/ 15 w 35"/>
                <a:gd name="T7" fmla="*/ 18 h 27"/>
                <a:gd name="T8" fmla="*/ 15 w 35"/>
                <a:gd name="T9" fmla="*/ 18 h 27"/>
                <a:gd name="T10" fmla="*/ 35 w 35"/>
                <a:gd name="T11" fmla="*/ 18 h 27"/>
                <a:gd name="T12" fmla="*/ 29 w 35"/>
                <a:gd name="T13" fmla="*/ 7 h 27"/>
                <a:gd name="T14" fmla="*/ 29 w 35"/>
                <a:gd name="T15" fmla="*/ 7 h 27"/>
                <a:gd name="T16" fmla="*/ 22 w 35"/>
                <a:gd name="T17" fmla="*/ 5 h 27"/>
                <a:gd name="T18" fmla="*/ 22 w 35"/>
                <a:gd name="T19" fmla="*/ 0 h 27"/>
                <a:gd name="T20" fmla="*/ 22 w 35"/>
                <a:gd name="T21" fmla="*/ 0 h 27"/>
                <a:gd name="T22" fmla="*/ 18 w 35"/>
                <a:gd name="T23" fmla="*/ 0 h 27"/>
                <a:gd name="T24" fmla="*/ 13 w 35"/>
                <a:gd name="T25" fmla="*/ 0 h 27"/>
                <a:gd name="T26" fmla="*/ 13 w 35"/>
                <a:gd name="T27" fmla="*/ 0 h 27"/>
                <a:gd name="T28" fmla="*/ 7 w 35"/>
                <a:gd name="T29" fmla="*/ 5 h 27"/>
                <a:gd name="T30" fmla="*/ 2 w 35"/>
                <a:gd name="T31" fmla="*/ 11 h 27"/>
                <a:gd name="T32" fmla="*/ 0 w 35"/>
                <a:gd name="T33" fmla="*/ 16 h 27"/>
                <a:gd name="T34" fmla="*/ 0 w 35"/>
                <a:gd name="T35" fmla="*/ 20 h 27"/>
                <a:gd name="T36" fmla="*/ 2 w 35"/>
                <a:gd name="T37" fmla="*/ 23 h 27"/>
                <a:gd name="T38" fmla="*/ 6 w 35"/>
                <a:gd name="T39" fmla="*/ 25 h 27"/>
                <a:gd name="T40" fmla="*/ 11 w 35"/>
                <a:gd name="T41" fmla="*/ 27 h 27"/>
                <a:gd name="T42" fmla="*/ 18 w 35"/>
                <a:gd name="T43" fmla="*/ 27 h 27"/>
                <a:gd name="T44" fmla="*/ 18 w 35"/>
                <a:gd name="T4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8" y="27"/>
                  </a:move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223BF8FD-1282-4A54-9213-918024371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4AB9AB2A-90C3-4C7D-ACA2-E254CCAAB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037FEFD9-16C2-42F6-80D1-96A694B8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33 w 56"/>
                <a:gd name="T1" fmla="*/ 14 h 36"/>
                <a:gd name="T2" fmla="*/ 33 w 56"/>
                <a:gd name="T3" fmla="*/ 14 h 36"/>
                <a:gd name="T4" fmla="*/ 22 w 56"/>
                <a:gd name="T5" fmla="*/ 2 h 36"/>
                <a:gd name="T6" fmla="*/ 22 w 56"/>
                <a:gd name="T7" fmla="*/ 2 h 36"/>
                <a:gd name="T8" fmla="*/ 12 w 56"/>
                <a:gd name="T9" fmla="*/ 7 h 36"/>
                <a:gd name="T10" fmla="*/ 16 w 56"/>
                <a:gd name="T11" fmla="*/ 0 h 36"/>
                <a:gd name="T12" fmla="*/ 11 w 56"/>
                <a:gd name="T13" fmla="*/ 0 h 36"/>
                <a:gd name="T14" fmla="*/ 11 w 56"/>
                <a:gd name="T15" fmla="*/ 0 h 36"/>
                <a:gd name="T16" fmla="*/ 7 w 56"/>
                <a:gd name="T17" fmla="*/ 4 h 36"/>
                <a:gd name="T18" fmla="*/ 3 w 56"/>
                <a:gd name="T19" fmla="*/ 7 h 36"/>
                <a:gd name="T20" fmla="*/ 3 w 56"/>
                <a:gd name="T21" fmla="*/ 7 h 36"/>
                <a:gd name="T22" fmla="*/ 3 w 56"/>
                <a:gd name="T23" fmla="*/ 9 h 36"/>
                <a:gd name="T24" fmla="*/ 3 w 56"/>
                <a:gd name="T25" fmla="*/ 13 h 36"/>
                <a:gd name="T26" fmla="*/ 3 w 56"/>
                <a:gd name="T27" fmla="*/ 18 h 36"/>
                <a:gd name="T28" fmla="*/ 3 w 56"/>
                <a:gd name="T29" fmla="*/ 18 h 36"/>
                <a:gd name="T30" fmla="*/ 0 w 56"/>
                <a:gd name="T31" fmla="*/ 24 h 36"/>
                <a:gd name="T32" fmla="*/ 0 w 56"/>
                <a:gd name="T33" fmla="*/ 24 h 36"/>
                <a:gd name="T34" fmla="*/ 5 w 56"/>
                <a:gd name="T35" fmla="*/ 27 h 36"/>
                <a:gd name="T36" fmla="*/ 11 w 56"/>
                <a:gd name="T37" fmla="*/ 29 h 36"/>
                <a:gd name="T38" fmla="*/ 18 w 56"/>
                <a:gd name="T39" fmla="*/ 33 h 36"/>
                <a:gd name="T40" fmla="*/ 18 w 56"/>
                <a:gd name="T41" fmla="*/ 33 h 36"/>
                <a:gd name="T42" fmla="*/ 31 w 56"/>
                <a:gd name="T43" fmla="*/ 34 h 36"/>
                <a:gd name="T44" fmla="*/ 40 w 56"/>
                <a:gd name="T45" fmla="*/ 34 h 36"/>
                <a:gd name="T46" fmla="*/ 40 w 56"/>
                <a:gd name="T47" fmla="*/ 34 h 36"/>
                <a:gd name="T48" fmla="*/ 49 w 56"/>
                <a:gd name="T49" fmla="*/ 36 h 36"/>
                <a:gd name="T50" fmla="*/ 56 w 56"/>
                <a:gd name="T51" fmla="*/ 33 h 36"/>
                <a:gd name="T52" fmla="*/ 53 w 56"/>
                <a:gd name="T53" fmla="*/ 18 h 36"/>
                <a:gd name="T54" fmla="*/ 53 w 56"/>
                <a:gd name="T55" fmla="*/ 18 h 36"/>
                <a:gd name="T56" fmla="*/ 43 w 56"/>
                <a:gd name="T57" fmla="*/ 18 h 36"/>
                <a:gd name="T58" fmla="*/ 38 w 56"/>
                <a:gd name="T59" fmla="*/ 16 h 36"/>
                <a:gd name="T60" fmla="*/ 33 w 56"/>
                <a:gd name="T61" fmla="*/ 14 h 36"/>
                <a:gd name="T62" fmla="*/ 33 w 56"/>
                <a:gd name="T63" fmla="*/ 1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33" y="14"/>
                  </a:move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E5D143EC-81BC-43E1-B344-66BBDD53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4 w 11"/>
                <a:gd name="T1" fmla="*/ 9 h 11"/>
                <a:gd name="T2" fmla="*/ 4 w 11"/>
                <a:gd name="T3" fmla="*/ 9 h 11"/>
                <a:gd name="T4" fmla="*/ 7 w 11"/>
                <a:gd name="T5" fmla="*/ 11 h 11"/>
                <a:gd name="T6" fmla="*/ 7 w 11"/>
                <a:gd name="T7" fmla="*/ 9 h 11"/>
                <a:gd name="T8" fmla="*/ 5 w 11"/>
                <a:gd name="T9" fmla="*/ 9 h 11"/>
                <a:gd name="T10" fmla="*/ 7 w 11"/>
                <a:gd name="T11" fmla="*/ 7 h 11"/>
                <a:gd name="T12" fmla="*/ 7 w 11"/>
                <a:gd name="T13" fmla="*/ 7 h 11"/>
                <a:gd name="T14" fmla="*/ 11 w 11"/>
                <a:gd name="T15" fmla="*/ 5 h 11"/>
                <a:gd name="T16" fmla="*/ 9 w 11"/>
                <a:gd name="T17" fmla="*/ 3 h 11"/>
                <a:gd name="T18" fmla="*/ 2 w 11"/>
                <a:gd name="T19" fmla="*/ 0 h 11"/>
                <a:gd name="T20" fmla="*/ 2 w 11"/>
                <a:gd name="T21" fmla="*/ 0 h 11"/>
                <a:gd name="T22" fmla="*/ 2 w 11"/>
                <a:gd name="T23" fmla="*/ 1 h 11"/>
                <a:gd name="T24" fmla="*/ 0 w 11"/>
                <a:gd name="T25" fmla="*/ 5 h 11"/>
                <a:gd name="T26" fmla="*/ 0 w 11"/>
                <a:gd name="T27" fmla="*/ 5 h 11"/>
                <a:gd name="T28" fmla="*/ 2 w 11"/>
                <a:gd name="T29" fmla="*/ 7 h 11"/>
                <a:gd name="T30" fmla="*/ 4 w 11"/>
                <a:gd name="T31" fmla="*/ 9 h 11"/>
                <a:gd name="T32" fmla="*/ 4 w 11"/>
                <a:gd name="T3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4" y="9"/>
                  </a:move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5EF91FD4-73EF-4AB1-B42D-15EF294D5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  <a:gd name="T64" fmla="*/ 19 w 33"/>
                <a:gd name="T65" fmla="*/ 4 h 22"/>
                <a:gd name="T66" fmla="*/ 19 w 33"/>
                <a:gd name="T67" fmla="*/ 4 h 22"/>
                <a:gd name="T68" fmla="*/ 22 w 33"/>
                <a:gd name="T69" fmla="*/ 5 h 22"/>
                <a:gd name="T70" fmla="*/ 24 w 33"/>
                <a:gd name="T71" fmla="*/ 9 h 22"/>
                <a:gd name="T72" fmla="*/ 24 w 33"/>
                <a:gd name="T73" fmla="*/ 9 h 22"/>
                <a:gd name="T74" fmla="*/ 19 w 33"/>
                <a:gd name="T75" fmla="*/ 9 h 22"/>
                <a:gd name="T76" fmla="*/ 19 w 33"/>
                <a:gd name="T77" fmla="*/ 9 h 22"/>
                <a:gd name="T78" fmla="*/ 15 w 33"/>
                <a:gd name="T79" fmla="*/ 7 h 22"/>
                <a:gd name="T80" fmla="*/ 15 w 33"/>
                <a:gd name="T81" fmla="*/ 5 h 22"/>
                <a:gd name="T82" fmla="*/ 19 w 33"/>
                <a:gd name="T83" fmla="*/ 4 h 22"/>
                <a:gd name="T84" fmla="*/ 19 w 33"/>
                <a:gd name="T8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19" y="4"/>
                  </a:moveTo>
                  <a:lnTo>
                    <a:pt x="19" y="4"/>
                  </a:lnTo>
                  <a:lnTo>
                    <a:pt x="22" y="5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46E9CD98-541B-421B-B44A-533D5DDA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  <a:lnTo>
                    <a:pt x="0" y="60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DAE582E4-D68F-4E12-BDE2-771E6AA8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F931089F-2726-4E44-8A98-01133987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5 w 14"/>
                <a:gd name="T1" fmla="*/ 0 h 13"/>
                <a:gd name="T2" fmla="*/ 5 w 14"/>
                <a:gd name="T3" fmla="*/ 0 h 13"/>
                <a:gd name="T4" fmla="*/ 5 w 14"/>
                <a:gd name="T5" fmla="*/ 0 h 13"/>
                <a:gd name="T6" fmla="*/ 3 w 14"/>
                <a:gd name="T7" fmla="*/ 2 h 13"/>
                <a:gd name="T8" fmla="*/ 0 w 14"/>
                <a:gd name="T9" fmla="*/ 5 h 13"/>
                <a:gd name="T10" fmla="*/ 0 w 14"/>
                <a:gd name="T11" fmla="*/ 5 h 13"/>
                <a:gd name="T12" fmla="*/ 0 w 14"/>
                <a:gd name="T13" fmla="*/ 9 h 13"/>
                <a:gd name="T14" fmla="*/ 2 w 14"/>
                <a:gd name="T15" fmla="*/ 11 h 13"/>
                <a:gd name="T16" fmla="*/ 3 w 14"/>
                <a:gd name="T17" fmla="*/ 9 h 13"/>
                <a:gd name="T18" fmla="*/ 3 w 14"/>
                <a:gd name="T19" fmla="*/ 13 h 13"/>
                <a:gd name="T20" fmla="*/ 3 w 14"/>
                <a:gd name="T21" fmla="*/ 13 h 13"/>
                <a:gd name="T22" fmla="*/ 5 w 14"/>
                <a:gd name="T23" fmla="*/ 13 h 13"/>
                <a:gd name="T24" fmla="*/ 11 w 14"/>
                <a:gd name="T25" fmla="*/ 13 h 13"/>
                <a:gd name="T26" fmla="*/ 11 w 14"/>
                <a:gd name="T27" fmla="*/ 13 h 13"/>
                <a:gd name="T28" fmla="*/ 13 w 14"/>
                <a:gd name="T29" fmla="*/ 9 h 13"/>
                <a:gd name="T30" fmla="*/ 14 w 14"/>
                <a:gd name="T31" fmla="*/ 5 h 13"/>
                <a:gd name="T32" fmla="*/ 14 w 14"/>
                <a:gd name="T33" fmla="*/ 5 h 13"/>
                <a:gd name="T34" fmla="*/ 5 w 14"/>
                <a:gd name="T35" fmla="*/ 0 h 13"/>
                <a:gd name="T36" fmla="*/ 5 w 14"/>
                <a:gd name="T3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AFB1A9A6-F84A-4166-8DC3-D10771B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261" y="16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37DC5DB1-460B-4214-AF36-075C3FEB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02EA3894-0E64-4828-ADE3-A157B71B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33" y="2622247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5F131848-CA35-4E4D-B56C-35F29A8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61495C65-DCDD-4290-96C6-DACFED92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2 w 11"/>
                <a:gd name="T1" fmla="*/ 0 h 11"/>
                <a:gd name="T2" fmla="*/ 2 w 11"/>
                <a:gd name="T3" fmla="*/ 0 h 11"/>
                <a:gd name="T4" fmla="*/ 2 w 11"/>
                <a:gd name="T5" fmla="*/ 1 h 11"/>
                <a:gd name="T6" fmla="*/ 0 w 11"/>
                <a:gd name="T7" fmla="*/ 5 h 11"/>
                <a:gd name="T8" fmla="*/ 0 w 11"/>
                <a:gd name="T9" fmla="*/ 5 h 11"/>
                <a:gd name="T10" fmla="*/ 2 w 11"/>
                <a:gd name="T11" fmla="*/ 7 h 11"/>
                <a:gd name="T12" fmla="*/ 4 w 11"/>
                <a:gd name="T13" fmla="*/ 9 h 11"/>
                <a:gd name="T14" fmla="*/ 4 w 11"/>
                <a:gd name="T15" fmla="*/ 9 h 11"/>
                <a:gd name="T16" fmla="*/ 7 w 11"/>
                <a:gd name="T17" fmla="*/ 11 h 11"/>
                <a:gd name="T18" fmla="*/ 7 w 11"/>
                <a:gd name="T19" fmla="*/ 9 h 11"/>
                <a:gd name="T20" fmla="*/ 5 w 11"/>
                <a:gd name="T21" fmla="*/ 9 h 11"/>
                <a:gd name="T22" fmla="*/ 7 w 11"/>
                <a:gd name="T23" fmla="*/ 7 h 11"/>
                <a:gd name="T24" fmla="*/ 7 w 11"/>
                <a:gd name="T25" fmla="*/ 7 h 11"/>
                <a:gd name="T26" fmla="*/ 11 w 11"/>
                <a:gd name="T27" fmla="*/ 5 h 11"/>
                <a:gd name="T28" fmla="*/ 9 w 11"/>
                <a:gd name="T29" fmla="*/ 3 h 11"/>
                <a:gd name="T30" fmla="*/ 2 w 11"/>
                <a:gd name="T31" fmla="*/ 0 h 11"/>
                <a:gd name="T32" fmla="*/ 2 w 11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37CC9A82-2315-451F-B309-A2D524C99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11 w 20"/>
                <a:gd name="T1" fmla="*/ 0 h 13"/>
                <a:gd name="T2" fmla="*/ 11 w 20"/>
                <a:gd name="T3" fmla="*/ 5 h 13"/>
                <a:gd name="T4" fmla="*/ 11 w 20"/>
                <a:gd name="T5" fmla="*/ 5 h 13"/>
                <a:gd name="T6" fmla="*/ 2 w 20"/>
                <a:gd name="T7" fmla="*/ 7 h 13"/>
                <a:gd name="T8" fmla="*/ 0 w 20"/>
                <a:gd name="T9" fmla="*/ 7 h 13"/>
                <a:gd name="T10" fmla="*/ 0 w 20"/>
                <a:gd name="T11" fmla="*/ 9 h 13"/>
                <a:gd name="T12" fmla="*/ 0 w 20"/>
                <a:gd name="T13" fmla="*/ 9 h 13"/>
                <a:gd name="T14" fmla="*/ 2 w 20"/>
                <a:gd name="T15" fmla="*/ 11 h 13"/>
                <a:gd name="T16" fmla="*/ 0 w 20"/>
                <a:gd name="T17" fmla="*/ 13 h 13"/>
                <a:gd name="T18" fmla="*/ 4 w 20"/>
                <a:gd name="T19" fmla="*/ 13 h 13"/>
                <a:gd name="T20" fmla="*/ 4 w 20"/>
                <a:gd name="T21" fmla="*/ 13 h 13"/>
                <a:gd name="T22" fmla="*/ 17 w 20"/>
                <a:gd name="T23" fmla="*/ 9 h 13"/>
                <a:gd name="T24" fmla="*/ 20 w 20"/>
                <a:gd name="T25" fmla="*/ 5 h 13"/>
                <a:gd name="T26" fmla="*/ 20 w 20"/>
                <a:gd name="T27" fmla="*/ 4 h 13"/>
                <a:gd name="T28" fmla="*/ 19 w 20"/>
                <a:gd name="T29" fmla="*/ 2 h 13"/>
                <a:gd name="T30" fmla="*/ 19 w 20"/>
                <a:gd name="T31" fmla="*/ 2 h 13"/>
                <a:gd name="T32" fmla="*/ 11 w 20"/>
                <a:gd name="T33" fmla="*/ 0 h 13"/>
                <a:gd name="T34" fmla="*/ 11 w 20"/>
                <a:gd name="T3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11" y="0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0C2AF51C-ECB8-4EB0-BAC8-CC311580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2 h 5"/>
                <a:gd name="T14" fmla="*/ 4 w 4"/>
                <a:gd name="T15" fmla="*/ 0 h 5"/>
                <a:gd name="T16" fmla="*/ 2 w 4"/>
                <a:gd name="T17" fmla="*/ 0 h 5"/>
                <a:gd name="T18" fmla="*/ 2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80271DF5-2766-4538-8CCE-4E03A2D2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FFEC0C97-77CE-4353-9BD5-D1278247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6 h 6"/>
                <a:gd name="T4" fmla="*/ 2 w 5"/>
                <a:gd name="T5" fmla="*/ 6 h 6"/>
                <a:gd name="T6" fmla="*/ 5 w 5"/>
                <a:gd name="T7" fmla="*/ 6 h 6"/>
                <a:gd name="T8" fmla="*/ 5 w 5"/>
                <a:gd name="T9" fmla="*/ 4 h 6"/>
                <a:gd name="T10" fmla="*/ 0 w 5"/>
                <a:gd name="T11" fmla="*/ 0 h 6"/>
                <a:gd name="T12" fmla="*/ 0 w 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468673F-BEC0-415C-8E42-5D7613C4D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5C70B448-8DD0-4FDA-B3AE-0612DAE9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805" y="1161487"/>
              <a:ext cx="13348" cy="7415"/>
            </a:xfrm>
            <a:custGeom>
              <a:avLst/>
              <a:gdLst>
                <a:gd name="T0" fmla="*/ 4 w 9"/>
                <a:gd name="T1" fmla="*/ 0 h 5"/>
                <a:gd name="T2" fmla="*/ 4 w 9"/>
                <a:gd name="T3" fmla="*/ 0 h 5"/>
                <a:gd name="T4" fmla="*/ 7 w 9"/>
                <a:gd name="T5" fmla="*/ 1 h 5"/>
                <a:gd name="T6" fmla="*/ 9 w 9"/>
                <a:gd name="T7" fmla="*/ 5 h 5"/>
                <a:gd name="T8" fmla="*/ 9 w 9"/>
                <a:gd name="T9" fmla="*/ 5 h 5"/>
                <a:gd name="T10" fmla="*/ 4 w 9"/>
                <a:gd name="T11" fmla="*/ 5 h 5"/>
                <a:gd name="T12" fmla="*/ 4 w 9"/>
                <a:gd name="T13" fmla="*/ 5 h 5"/>
                <a:gd name="T14" fmla="*/ 0 w 9"/>
                <a:gd name="T15" fmla="*/ 3 h 5"/>
                <a:gd name="T16" fmla="*/ 0 w 9"/>
                <a:gd name="T17" fmla="*/ 1 h 5"/>
                <a:gd name="T18" fmla="*/ 4 w 9"/>
                <a:gd name="T19" fmla="*/ 0 h 5"/>
                <a:gd name="T20" fmla="*/ 4 w 9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4" y="0"/>
                  </a:moveTo>
                  <a:lnTo>
                    <a:pt x="4" y="0"/>
                  </a:lnTo>
                  <a:lnTo>
                    <a:pt x="7" y="1"/>
                  </a:lnTo>
                  <a:lnTo>
                    <a:pt x="9" y="5"/>
                  </a:lnTo>
                  <a:lnTo>
                    <a:pt x="9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D9EA9A33-0FB5-448A-836C-9EF69738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8B6B91E3-ADED-4CC7-85C1-3680719F1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0 w 14"/>
                <a:gd name="T1" fmla="*/ 0 h 3"/>
                <a:gd name="T2" fmla="*/ 5 w 14"/>
                <a:gd name="T3" fmla="*/ 3 h 3"/>
                <a:gd name="T4" fmla="*/ 5 w 14"/>
                <a:gd name="T5" fmla="*/ 3 h 3"/>
                <a:gd name="T6" fmla="*/ 14 w 14"/>
                <a:gd name="T7" fmla="*/ 3 h 3"/>
                <a:gd name="T8" fmla="*/ 14 w 14"/>
                <a:gd name="T9" fmla="*/ 3 h 3"/>
                <a:gd name="T10" fmla="*/ 13 w 14"/>
                <a:gd name="T11" fmla="*/ 2 h 3"/>
                <a:gd name="T12" fmla="*/ 11 w 14"/>
                <a:gd name="T13" fmla="*/ 0 h 3"/>
                <a:gd name="T14" fmla="*/ 11 w 14"/>
                <a:gd name="T15" fmla="*/ 0 h 3"/>
                <a:gd name="T16" fmla="*/ 0 w 14"/>
                <a:gd name="T17" fmla="*/ 0 h 3"/>
                <a:gd name="T18" fmla="*/ 0 w 14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5A36C714-245E-4837-9CD6-6CD6C1DC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20 w 39"/>
                <a:gd name="T1" fmla="*/ 0 h 26"/>
                <a:gd name="T2" fmla="*/ 20 w 39"/>
                <a:gd name="T3" fmla="*/ 0 h 26"/>
                <a:gd name="T4" fmla="*/ 13 w 39"/>
                <a:gd name="T5" fmla="*/ 8 h 26"/>
                <a:gd name="T6" fmla="*/ 13 w 39"/>
                <a:gd name="T7" fmla="*/ 8 h 26"/>
                <a:gd name="T8" fmla="*/ 8 w 39"/>
                <a:gd name="T9" fmla="*/ 8 h 26"/>
                <a:gd name="T10" fmla="*/ 2 w 39"/>
                <a:gd name="T11" fmla="*/ 8 h 26"/>
                <a:gd name="T12" fmla="*/ 2 w 39"/>
                <a:gd name="T13" fmla="*/ 8 h 26"/>
                <a:gd name="T14" fmla="*/ 6 w 39"/>
                <a:gd name="T15" fmla="*/ 13 h 26"/>
                <a:gd name="T16" fmla="*/ 6 w 39"/>
                <a:gd name="T17" fmla="*/ 13 h 26"/>
                <a:gd name="T18" fmla="*/ 4 w 39"/>
                <a:gd name="T19" fmla="*/ 11 h 26"/>
                <a:gd name="T20" fmla="*/ 2 w 39"/>
                <a:gd name="T21" fmla="*/ 13 h 26"/>
                <a:gd name="T22" fmla="*/ 0 w 39"/>
                <a:gd name="T23" fmla="*/ 19 h 26"/>
                <a:gd name="T24" fmla="*/ 6 w 39"/>
                <a:gd name="T25" fmla="*/ 19 h 26"/>
                <a:gd name="T26" fmla="*/ 6 w 39"/>
                <a:gd name="T27" fmla="*/ 19 h 26"/>
                <a:gd name="T28" fmla="*/ 8 w 39"/>
                <a:gd name="T29" fmla="*/ 26 h 26"/>
                <a:gd name="T30" fmla="*/ 8 w 39"/>
                <a:gd name="T31" fmla="*/ 26 h 26"/>
                <a:gd name="T32" fmla="*/ 11 w 39"/>
                <a:gd name="T33" fmla="*/ 24 h 26"/>
                <a:gd name="T34" fmla="*/ 15 w 39"/>
                <a:gd name="T35" fmla="*/ 26 h 26"/>
                <a:gd name="T36" fmla="*/ 15 w 39"/>
                <a:gd name="T37" fmla="*/ 26 h 26"/>
                <a:gd name="T38" fmla="*/ 17 w 39"/>
                <a:gd name="T39" fmla="*/ 19 h 26"/>
                <a:gd name="T40" fmla="*/ 17 w 39"/>
                <a:gd name="T41" fmla="*/ 19 h 26"/>
                <a:gd name="T42" fmla="*/ 33 w 39"/>
                <a:gd name="T43" fmla="*/ 11 h 26"/>
                <a:gd name="T44" fmla="*/ 37 w 39"/>
                <a:gd name="T45" fmla="*/ 9 h 26"/>
                <a:gd name="T46" fmla="*/ 39 w 39"/>
                <a:gd name="T47" fmla="*/ 8 h 26"/>
                <a:gd name="T48" fmla="*/ 39 w 39"/>
                <a:gd name="T49" fmla="*/ 6 h 26"/>
                <a:gd name="T50" fmla="*/ 35 w 39"/>
                <a:gd name="T51" fmla="*/ 4 h 26"/>
                <a:gd name="T52" fmla="*/ 35 w 39"/>
                <a:gd name="T53" fmla="*/ 4 h 26"/>
                <a:gd name="T54" fmla="*/ 29 w 39"/>
                <a:gd name="T55" fmla="*/ 0 h 26"/>
                <a:gd name="T56" fmla="*/ 20 w 39"/>
                <a:gd name="T57" fmla="*/ 0 h 26"/>
                <a:gd name="T58" fmla="*/ 20 w 39"/>
                <a:gd name="T5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20" y="0"/>
                  </a:move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2ACD0C3D-C4B0-4288-BF58-7999F76A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8 w 19"/>
                <a:gd name="T1" fmla="*/ 0 h 11"/>
                <a:gd name="T2" fmla="*/ 8 w 19"/>
                <a:gd name="T3" fmla="*/ 0 h 11"/>
                <a:gd name="T4" fmla="*/ 4 w 19"/>
                <a:gd name="T5" fmla="*/ 2 h 11"/>
                <a:gd name="T6" fmla="*/ 0 w 19"/>
                <a:gd name="T7" fmla="*/ 4 h 11"/>
                <a:gd name="T8" fmla="*/ 0 w 19"/>
                <a:gd name="T9" fmla="*/ 4 h 11"/>
                <a:gd name="T10" fmla="*/ 4 w 19"/>
                <a:gd name="T11" fmla="*/ 11 h 11"/>
                <a:gd name="T12" fmla="*/ 4 w 19"/>
                <a:gd name="T13" fmla="*/ 11 h 11"/>
                <a:gd name="T14" fmla="*/ 13 w 19"/>
                <a:gd name="T15" fmla="*/ 8 h 11"/>
                <a:gd name="T16" fmla="*/ 19 w 19"/>
                <a:gd name="T17" fmla="*/ 6 h 11"/>
                <a:gd name="T18" fmla="*/ 17 w 19"/>
                <a:gd name="T19" fmla="*/ 4 h 11"/>
                <a:gd name="T20" fmla="*/ 8 w 19"/>
                <a:gd name="T21" fmla="*/ 0 h 11"/>
                <a:gd name="T22" fmla="*/ 8 w 19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8" y="0"/>
                  </a:move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A428A78E-15A4-4E16-94F0-09F0347F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49 w 111"/>
                <a:gd name="T1" fmla="*/ 0 h 75"/>
                <a:gd name="T2" fmla="*/ 40 w 111"/>
                <a:gd name="T3" fmla="*/ 9 h 75"/>
                <a:gd name="T4" fmla="*/ 36 w 111"/>
                <a:gd name="T5" fmla="*/ 11 h 75"/>
                <a:gd name="T6" fmla="*/ 27 w 111"/>
                <a:gd name="T7" fmla="*/ 11 h 75"/>
                <a:gd name="T8" fmla="*/ 23 w 111"/>
                <a:gd name="T9" fmla="*/ 20 h 75"/>
                <a:gd name="T10" fmla="*/ 22 w 111"/>
                <a:gd name="T11" fmla="*/ 29 h 75"/>
                <a:gd name="T12" fmla="*/ 14 w 111"/>
                <a:gd name="T13" fmla="*/ 29 h 75"/>
                <a:gd name="T14" fmla="*/ 7 w 111"/>
                <a:gd name="T15" fmla="*/ 29 h 75"/>
                <a:gd name="T16" fmla="*/ 0 w 111"/>
                <a:gd name="T17" fmla="*/ 36 h 75"/>
                <a:gd name="T18" fmla="*/ 14 w 111"/>
                <a:gd name="T19" fmla="*/ 36 h 75"/>
                <a:gd name="T20" fmla="*/ 16 w 111"/>
                <a:gd name="T21" fmla="*/ 40 h 75"/>
                <a:gd name="T22" fmla="*/ 36 w 111"/>
                <a:gd name="T23" fmla="*/ 42 h 75"/>
                <a:gd name="T24" fmla="*/ 56 w 111"/>
                <a:gd name="T25" fmla="*/ 44 h 75"/>
                <a:gd name="T26" fmla="*/ 45 w 111"/>
                <a:gd name="T27" fmla="*/ 44 h 75"/>
                <a:gd name="T28" fmla="*/ 36 w 111"/>
                <a:gd name="T29" fmla="*/ 47 h 75"/>
                <a:gd name="T30" fmla="*/ 34 w 111"/>
                <a:gd name="T31" fmla="*/ 51 h 75"/>
                <a:gd name="T32" fmla="*/ 18 w 111"/>
                <a:gd name="T33" fmla="*/ 60 h 75"/>
                <a:gd name="T34" fmla="*/ 18 w 111"/>
                <a:gd name="T35" fmla="*/ 66 h 75"/>
                <a:gd name="T36" fmla="*/ 34 w 111"/>
                <a:gd name="T37" fmla="*/ 67 h 75"/>
                <a:gd name="T38" fmla="*/ 49 w 111"/>
                <a:gd name="T39" fmla="*/ 73 h 75"/>
                <a:gd name="T40" fmla="*/ 65 w 111"/>
                <a:gd name="T41" fmla="*/ 75 h 75"/>
                <a:gd name="T42" fmla="*/ 80 w 111"/>
                <a:gd name="T43" fmla="*/ 75 h 75"/>
                <a:gd name="T44" fmla="*/ 93 w 111"/>
                <a:gd name="T45" fmla="*/ 69 h 75"/>
                <a:gd name="T46" fmla="*/ 102 w 111"/>
                <a:gd name="T47" fmla="*/ 69 h 75"/>
                <a:gd name="T48" fmla="*/ 104 w 111"/>
                <a:gd name="T49" fmla="*/ 69 h 75"/>
                <a:gd name="T50" fmla="*/ 104 w 111"/>
                <a:gd name="T51" fmla="*/ 62 h 75"/>
                <a:gd name="T52" fmla="*/ 111 w 111"/>
                <a:gd name="T53" fmla="*/ 58 h 75"/>
                <a:gd name="T54" fmla="*/ 111 w 111"/>
                <a:gd name="T55" fmla="*/ 53 h 75"/>
                <a:gd name="T56" fmla="*/ 109 w 111"/>
                <a:gd name="T57" fmla="*/ 47 h 75"/>
                <a:gd name="T58" fmla="*/ 102 w 111"/>
                <a:gd name="T59" fmla="*/ 44 h 75"/>
                <a:gd name="T60" fmla="*/ 100 w 111"/>
                <a:gd name="T61" fmla="*/ 49 h 75"/>
                <a:gd name="T62" fmla="*/ 96 w 111"/>
                <a:gd name="T63" fmla="*/ 53 h 75"/>
                <a:gd name="T64" fmla="*/ 89 w 111"/>
                <a:gd name="T65" fmla="*/ 53 h 75"/>
                <a:gd name="T66" fmla="*/ 93 w 111"/>
                <a:gd name="T67" fmla="*/ 40 h 75"/>
                <a:gd name="T68" fmla="*/ 89 w 111"/>
                <a:gd name="T69" fmla="*/ 38 h 75"/>
                <a:gd name="T70" fmla="*/ 85 w 111"/>
                <a:gd name="T71" fmla="*/ 40 h 75"/>
                <a:gd name="T72" fmla="*/ 67 w 111"/>
                <a:gd name="T73" fmla="*/ 44 h 75"/>
                <a:gd name="T74" fmla="*/ 80 w 111"/>
                <a:gd name="T75" fmla="*/ 38 h 75"/>
                <a:gd name="T76" fmla="*/ 80 w 111"/>
                <a:gd name="T77" fmla="*/ 33 h 75"/>
                <a:gd name="T78" fmla="*/ 80 w 111"/>
                <a:gd name="T79" fmla="*/ 26 h 75"/>
                <a:gd name="T80" fmla="*/ 82 w 111"/>
                <a:gd name="T81" fmla="*/ 26 h 75"/>
                <a:gd name="T82" fmla="*/ 82 w 111"/>
                <a:gd name="T83" fmla="*/ 24 h 75"/>
                <a:gd name="T84" fmla="*/ 49 w 111"/>
                <a:gd name="T8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49" y="0"/>
                  </a:move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9106F07E-BDF2-41DC-83EA-3F1308E1D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3 w 35"/>
                <a:gd name="T1" fmla="*/ 0 h 27"/>
                <a:gd name="T2" fmla="*/ 13 w 35"/>
                <a:gd name="T3" fmla="*/ 0 h 27"/>
                <a:gd name="T4" fmla="*/ 7 w 35"/>
                <a:gd name="T5" fmla="*/ 5 h 27"/>
                <a:gd name="T6" fmla="*/ 2 w 35"/>
                <a:gd name="T7" fmla="*/ 11 h 27"/>
                <a:gd name="T8" fmla="*/ 0 w 35"/>
                <a:gd name="T9" fmla="*/ 16 h 27"/>
                <a:gd name="T10" fmla="*/ 0 w 35"/>
                <a:gd name="T11" fmla="*/ 20 h 27"/>
                <a:gd name="T12" fmla="*/ 2 w 35"/>
                <a:gd name="T13" fmla="*/ 23 h 27"/>
                <a:gd name="T14" fmla="*/ 6 w 35"/>
                <a:gd name="T15" fmla="*/ 25 h 27"/>
                <a:gd name="T16" fmla="*/ 11 w 35"/>
                <a:gd name="T17" fmla="*/ 27 h 27"/>
                <a:gd name="T18" fmla="*/ 18 w 35"/>
                <a:gd name="T19" fmla="*/ 27 h 27"/>
                <a:gd name="T20" fmla="*/ 18 w 35"/>
                <a:gd name="T21" fmla="*/ 27 h 27"/>
                <a:gd name="T22" fmla="*/ 17 w 35"/>
                <a:gd name="T23" fmla="*/ 22 h 27"/>
                <a:gd name="T24" fmla="*/ 15 w 35"/>
                <a:gd name="T25" fmla="*/ 18 h 27"/>
                <a:gd name="T26" fmla="*/ 15 w 35"/>
                <a:gd name="T27" fmla="*/ 18 h 27"/>
                <a:gd name="T28" fmla="*/ 35 w 35"/>
                <a:gd name="T29" fmla="*/ 18 h 27"/>
                <a:gd name="T30" fmla="*/ 29 w 35"/>
                <a:gd name="T31" fmla="*/ 7 h 27"/>
                <a:gd name="T32" fmla="*/ 29 w 35"/>
                <a:gd name="T33" fmla="*/ 7 h 27"/>
                <a:gd name="T34" fmla="*/ 22 w 35"/>
                <a:gd name="T35" fmla="*/ 5 h 27"/>
                <a:gd name="T36" fmla="*/ 22 w 35"/>
                <a:gd name="T37" fmla="*/ 0 h 27"/>
                <a:gd name="T38" fmla="*/ 22 w 35"/>
                <a:gd name="T39" fmla="*/ 0 h 27"/>
                <a:gd name="T40" fmla="*/ 18 w 35"/>
                <a:gd name="T41" fmla="*/ 0 h 27"/>
                <a:gd name="T42" fmla="*/ 13 w 35"/>
                <a:gd name="T43" fmla="*/ 0 h 27"/>
                <a:gd name="T44" fmla="*/ 13 w 3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3" y="0"/>
                  </a:move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F58E43A6-DDEB-40D8-A44B-7524139C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73 w 144"/>
                <a:gd name="T1" fmla="*/ 4 h 33"/>
                <a:gd name="T2" fmla="*/ 64 w 144"/>
                <a:gd name="T3" fmla="*/ 6 h 33"/>
                <a:gd name="T4" fmla="*/ 49 w 144"/>
                <a:gd name="T5" fmla="*/ 2 h 33"/>
                <a:gd name="T6" fmla="*/ 40 w 144"/>
                <a:gd name="T7" fmla="*/ 2 h 33"/>
                <a:gd name="T8" fmla="*/ 18 w 144"/>
                <a:gd name="T9" fmla="*/ 11 h 33"/>
                <a:gd name="T10" fmla="*/ 16 w 144"/>
                <a:gd name="T11" fmla="*/ 11 h 33"/>
                <a:gd name="T12" fmla="*/ 13 w 144"/>
                <a:gd name="T13" fmla="*/ 9 h 33"/>
                <a:gd name="T14" fmla="*/ 9 w 144"/>
                <a:gd name="T15" fmla="*/ 9 h 33"/>
                <a:gd name="T16" fmla="*/ 4 w 144"/>
                <a:gd name="T17" fmla="*/ 15 h 33"/>
                <a:gd name="T18" fmla="*/ 0 w 144"/>
                <a:gd name="T19" fmla="*/ 22 h 33"/>
                <a:gd name="T20" fmla="*/ 16 w 144"/>
                <a:gd name="T21" fmla="*/ 22 h 33"/>
                <a:gd name="T22" fmla="*/ 16 w 144"/>
                <a:gd name="T23" fmla="*/ 24 h 33"/>
                <a:gd name="T24" fmla="*/ 40 w 144"/>
                <a:gd name="T25" fmla="*/ 19 h 33"/>
                <a:gd name="T26" fmla="*/ 44 w 144"/>
                <a:gd name="T27" fmla="*/ 24 h 33"/>
                <a:gd name="T28" fmla="*/ 55 w 144"/>
                <a:gd name="T29" fmla="*/ 19 h 33"/>
                <a:gd name="T30" fmla="*/ 60 w 144"/>
                <a:gd name="T31" fmla="*/ 11 h 33"/>
                <a:gd name="T32" fmla="*/ 71 w 144"/>
                <a:gd name="T33" fmla="*/ 17 h 33"/>
                <a:gd name="T34" fmla="*/ 80 w 144"/>
                <a:gd name="T35" fmla="*/ 19 h 33"/>
                <a:gd name="T36" fmla="*/ 75 w 144"/>
                <a:gd name="T37" fmla="*/ 26 h 33"/>
                <a:gd name="T38" fmla="*/ 80 w 144"/>
                <a:gd name="T39" fmla="*/ 28 h 33"/>
                <a:gd name="T40" fmla="*/ 86 w 144"/>
                <a:gd name="T41" fmla="*/ 29 h 33"/>
                <a:gd name="T42" fmla="*/ 87 w 144"/>
                <a:gd name="T43" fmla="*/ 33 h 33"/>
                <a:gd name="T44" fmla="*/ 98 w 144"/>
                <a:gd name="T45" fmla="*/ 29 h 33"/>
                <a:gd name="T46" fmla="*/ 109 w 144"/>
                <a:gd name="T47" fmla="*/ 22 h 33"/>
                <a:gd name="T48" fmla="*/ 115 w 144"/>
                <a:gd name="T49" fmla="*/ 22 h 33"/>
                <a:gd name="T50" fmla="*/ 124 w 144"/>
                <a:gd name="T51" fmla="*/ 24 h 33"/>
                <a:gd name="T52" fmla="*/ 124 w 144"/>
                <a:gd name="T53" fmla="*/ 19 h 33"/>
                <a:gd name="T54" fmla="*/ 144 w 144"/>
                <a:gd name="T55" fmla="*/ 17 h 33"/>
                <a:gd name="T56" fmla="*/ 144 w 144"/>
                <a:gd name="T57" fmla="*/ 8 h 33"/>
                <a:gd name="T58" fmla="*/ 133 w 144"/>
                <a:gd name="T59" fmla="*/ 11 h 33"/>
                <a:gd name="T60" fmla="*/ 133 w 144"/>
                <a:gd name="T61" fmla="*/ 9 h 33"/>
                <a:gd name="T62" fmla="*/ 137 w 144"/>
                <a:gd name="T63" fmla="*/ 4 h 33"/>
                <a:gd name="T64" fmla="*/ 118 w 144"/>
                <a:gd name="T65" fmla="*/ 4 h 33"/>
                <a:gd name="T66" fmla="*/ 122 w 144"/>
                <a:gd name="T67" fmla="*/ 6 h 33"/>
                <a:gd name="T68" fmla="*/ 122 w 144"/>
                <a:gd name="T69" fmla="*/ 9 h 33"/>
                <a:gd name="T70" fmla="*/ 118 w 144"/>
                <a:gd name="T71" fmla="*/ 11 h 33"/>
                <a:gd name="T72" fmla="*/ 107 w 144"/>
                <a:gd name="T73" fmla="*/ 15 h 33"/>
                <a:gd name="T74" fmla="*/ 73 w 144"/>
                <a:gd name="T75" fmla="*/ 11 h 33"/>
                <a:gd name="T76" fmla="*/ 98 w 144"/>
                <a:gd name="T77" fmla="*/ 11 h 33"/>
                <a:gd name="T78" fmla="*/ 107 w 144"/>
                <a:gd name="T79" fmla="*/ 9 h 33"/>
                <a:gd name="T80" fmla="*/ 107 w 144"/>
                <a:gd name="T81" fmla="*/ 9 h 33"/>
                <a:gd name="T82" fmla="*/ 97 w 144"/>
                <a:gd name="T83" fmla="*/ 8 h 33"/>
                <a:gd name="T84" fmla="*/ 87 w 144"/>
                <a:gd name="T85" fmla="*/ 2 h 33"/>
                <a:gd name="T86" fmla="*/ 78 w 144"/>
                <a:gd name="T8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33">
                  <a:moveTo>
                    <a:pt x="78" y="0"/>
                  </a:move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580EF408-1F74-44A5-9BF9-04F70F16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1845EF60-B9BD-4930-B60D-4067A642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0 w 20"/>
                <a:gd name="T1" fmla="*/ 0 h 17"/>
                <a:gd name="T2" fmla="*/ 0 w 20"/>
                <a:gd name="T3" fmla="*/ 0 h 17"/>
                <a:gd name="T4" fmla="*/ 0 w 20"/>
                <a:gd name="T5" fmla="*/ 10 h 17"/>
                <a:gd name="T6" fmla="*/ 0 w 20"/>
                <a:gd name="T7" fmla="*/ 17 h 17"/>
                <a:gd name="T8" fmla="*/ 0 w 20"/>
                <a:gd name="T9" fmla="*/ 17 h 17"/>
                <a:gd name="T10" fmla="*/ 4 w 20"/>
                <a:gd name="T11" fmla="*/ 17 h 17"/>
                <a:gd name="T12" fmla="*/ 9 w 20"/>
                <a:gd name="T13" fmla="*/ 17 h 17"/>
                <a:gd name="T14" fmla="*/ 9 w 20"/>
                <a:gd name="T15" fmla="*/ 17 h 17"/>
                <a:gd name="T16" fmla="*/ 11 w 20"/>
                <a:gd name="T17" fmla="*/ 17 h 17"/>
                <a:gd name="T18" fmla="*/ 11 w 20"/>
                <a:gd name="T19" fmla="*/ 15 h 17"/>
                <a:gd name="T20" fmla="*/ 11 w 20"/>
                <a:gd name="T21" fmla="*/ 10 h 17"/>
                <a:gd name="T22" fmla="*/ 11 w 20"/>
                <a:gd name="T23" fmla="*/ 10 h 17"/>
                <a:gd name="T24" fmla="*/ 18 w 20"/>
                <a:gd name="T25" fmla="*/ 10 h 17"/>
                <a:gd name="T26" fmla="*/ 20 w 20"/>
                <a:gd name="T27" fmla="*/ 8 h 17"/>
                <a:gd name="T28" fmla="*/ 20 w 20"/>
                <a:gd name="T29" fmla="*/ 6 h 17"/>
                <a:gd name="T30" fmla="*/ 17 w 20"/>
                <a:gd name="T31" fmla="*/ 6 h 17"/>
                <a:gd name="T32" fmla="*/ 0 w 20"/>
                <a:gd name="T33" fmla="*/ 0 h 17"/>
                <a:gd name="T34" fmla="*/ 0 w 20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C3F3B16D-A814-4B69-B8C8-F0469CCD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9 w 21"/>
                <a:gd name="T1" fmla="*/ 0 h 11"/>
                <a:gd name="T2" fmla="*/ 9 w 21"/>
                <a:gd name="T3" fmla="*/ 0 h 11"/>
                <a:gd name="T4" fmla="*/ 0 w 21"/>
                <a:gd name="T5" fmla="*/ 5 h 11"/>
                <a:gd name="T6" fmla="*/ 0 w 21"/>
                <a:gd name="T7" fmla="*/ 7 h 11"/>
                <a:gd name="T8" fmla="*/ 1 w 21"/>
                <a:gd name="T9" fmla="*/ 9 h 11"/>
                <a:gd name="T10" fmla="*/ 20 w 21"/>
                <a:gd name="T11" fmla="*/ 11 h 11"/>
                <a:gd name="T12" fmla="*/ 21 w 21"/>
                <a:gd name="T13" fmla="*/ 4 h 11"/>
                <a:gd name="T14" fmla="*/ 21 w 21"/>
                <a:gd name="T15" fmla="*/ 4 h 11"/>
                <a:gd name="T16" fmla="*/ 14 w 21"/>
                <a:gd name="T17" fmla="*/ 2 h 11"/>
                <a:gd name="T18" fmla="*/ 9 w 21"/>
                <a:gd name="T19" fmla="*/ 0 h 11"/>
                <a:gd name="T20" fmla="*/ 9 w 21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9" y="0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BC081A4F-CF22-41A2-AF19-396DADBB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B727B780-F3EC-4005-BC67-D68D64947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E23390B-D274-4BF7-897E-D5F2A3B8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6 w 13"/>
                <a:gd name="T1" fmla="*/ 0 h 7"/>
                <a:gd name="T2" fmla="*/ 6 w 13"/>
                <a:gd name="T3" fmla="*/ 0 h 7"/>
                <a:gd name="T4" fmla="*/ 8 w 13"/>
                <a:gd name="T5" fmla="*/ 2 h 7"/>
                <a:gd name="T6" fmla="*/ 6 w 13"/>
                <a:gd name="T7" fmla="*/ 2 h 7"/>
                <a:gd name="T8" fmla="*/ 0 w 13"/>
                <a:gd name="T9" fmla="*/ 3 h 7"/>
                <a:gd name="T10" fmla="*/ 0 w 13"/>
                <a:gd name="T11" fmla="*/ 3 h 7"/>
                <a:gd name="T12" fmla="*/ 2 w 13"/>
                <a:gd name="T13" fmla="*/ 5 h 7"/>
                <a:gd name="T14" fmla="*/ 4 w 13"/>
                <a:gd name="T15" fmla="*/ 7 h 7"/>
                <a:gd name="T16" fmla="*/ 4 w 13"/>
                <a:gd name="T17" fmla="*/ 7 h 7"/>
                <a:gd name="T18" fmla="*/ 13 w 13"/>
                <a:gd name="T19" fmla="*/ 7 h 7"/>
                <a:gd name="T20" fmla="*/ 13 w 13"/>
                <a:gd name="T21" fmla="*/ 7 h 7"/>
                <a:gd name="T22" fmla="*/ 11 w 13"/>
                <a:gd name="T23" fmla="*/ 3 h 7"/>
                <a:gd name="T24" fmla="*/ 11 w 13"/>
                <a:gd name="T25" fmla="*/ 2 h 7"/>
                <a:gd name="T26" fmla="*/ 8 w 13"/>
                <a:gd name="T27" fmla="*/ 0 h 7"/>
                <a:gd name="T28" fmla="*/ 6 w 13"/>
                <a:gd name="T2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6" y="0"/>
                  </a:move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EE088875-0B50-42EE-9FAA-036763E0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6 w 13"/>
                <a:gd name="T1" fmla="*/ 0 h 15"/>
                <a:gd name="T2" fmla="*/ 6 w 13"/>
                <a:gd name="T3" fmla="*/ 0 h 15"/>
                <a:gd name="T4" fmla="*/ 0 w 13"/>
                <a:gd name="T5" fmla="*/ 4 h 15"/>
                <a:gd name="T6" fmla="*/ 0 w 13"/>
                <a:gd name="T7" fmla="*/ 6 h 15"/>
                <a:gd name="T8" fmla="*/ 0 w 13"/>
                <a:gd name="T9" fmla="*/ 8 h 15"/>
                <a:gd name="T10" fmla="*/ 6 w 13"/>
                <a:gd name="T11" fmla="*/ 11 h 15"/>
                <a:gd name="T12" fmla="*/ 11 w 13"/>
                <a:gd name="T13" fmla="*/ 15 h 15"/>
                <a:gd name="T14" fmla="*/ 13 w 13"/>
                <a:gd name="T15" fmla="*/ 2 h 15"/>
                <a:gd name="T16" fmla="*/ 6 w 1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5">
                  <a:moveTo>
                    <a:pt x="6" y="0"/>
                  </a:move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3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4B48D56B-E6D1-4B87-9C8C-A4E78164B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7BE35565-6627-40FB-8665-9C924417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 w 34"/>
                <a:gd name="T1" fmla="*/ 0 h 22"/>
                <a:gd name="T2" fmla="*/ 3 w 34"/>
                <a:gd name="T3" fmla="*/ 0 h 22"/>
                <a:gd name="T4" fmla="*/ 0 w 34"/>
                <a:gd name="T5" fmla="*/ 13 h 22"/>
                <a:gd name="T6" fmla="*/ 0 w 34"/>
                <a:gd name="T7" fmla="*/ 22 h 22"/>
                <a:gd name="T8" fmla="*/ 0 w 34"/>
                <a:gd name="T9" fmla="*/ 22 h 22"/>
                <a:gd name="T10" fmla="*/ 16 w 34"/>
                <a:gd name="T11" fmla="*/ 22 h 22"/>
                <a:gd name="T12" fmla="*/ 32 w 34"/>
                <a:gd name="T13" fmla="*/ 20 h 22"/>
                <a:gd name="T14" fmla="*/ 32 w 34"/>
                <a:gd name="T15" fmla="*/ 20 h 22"/>
                <a:gd name="T16" fmla="*/ 32 w 34"/>
                <a:gd name="T17" fmla="*/ 16 h 22"/>
                <a:gd name="T18" fmla="*/ 34 w 34"/>
                <a:gd name="T19" fmla="*/ 13 h 22"/>
                <a:gd name="T20" fmla="*/ 32 w 34"/>
                <a:gd name="T21" fmla="*/ 11 h 22"/>
                <a:gd name="T22" fmla="*/ 32 w 34"/>
                <a:gd name="T23" fmla="*/ 11 h 22"/>
                <a:gd name="T24" fmla="*/ 25 w 34"/>
                <a:gd name="T25" fmla="*/ 6 h 22"/>
                <a:gd name="T26" fmla="*/ 20 w 34"/>
                <a:gd name="T27" fmla="*/ 4 h 22"/>
                <a:gd name="T28" fmla="*/ 3 w 34"/>
                <a:gd name="T29" fmla="*/ 0 h 22"/>
                <a:gd name="T30" fmla="*/ 3 w 34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" y="0"/>
                  </a:move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2B54D631-877B-440E-929F-8385F127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34 w 78"/>
                <a:gd name="T1" fmla="*/ 0 h 51"/>
                <a:gd name="T2" fmla="*/ 34 w 78"/>
                <a:gd name="T3" fmla="*/ 4 h 51"/>
                <a:gd name="T4" fmla="*/ 34 w 78"/>
                <a:gd name="T5" fmla="*/ 4 h 51"/>
                <a:gd name="T6" fmla="*/ 31 w 78"/>
                <a:gd name="T7" fmla="*/ 4 h 51"/>
                <a:gd name="T8" fmla="*/ 31 w 78"/>
                <a:gd name="T9" fmla="*/ 4 h 51"/>
                <a:gd name="T10" fmla="*/ 33 w 78"/>
                <a:gd name="T11" fmla="*/ 2 h 51"/>
                <a:gd name="T12" fmla="*/ 27 w 78"/>
                <a:gd name="T13" fmla="*/ 2 h 51"/>
                <a:gd name="T14" fmla="*/ 27 w 78"/>
                <a:gd name="T15" fmla="*/ 2 h 51"/>
                <a:gd name="T16" fmla="*/ 27 w 78"/>
                <a:gd name="T17" fmla="*/ 4 h 51"/>
                <a:gd name="T18" fmla="*/ 29 w 78"/>
                <a:gd name="T19" fmla="*/ 5 h 51"/>
                <a:gd name="T20" fmla="*/ 29 w 78"/>
                <a:gd name="T21" fmla="*/ 5 h 51"/>
                <a:gd name="T22" fmla="*/ 29 w 78"/>
                <a:gd name="T23" fmla="*/ 7 h 51"/>
                <a:gd name="T24" fmla="*/ 14 w 78"/>
                <a:gd name="T25" fmla="*/ 29 h 51"/>
                <a:gd name="T26" fmla="*/ 14 w 78"/>
                <a:gd name="T27" fmla="*/ 29 h 51"/>
                <a:gd name="T28" fmla="*/ 14 w 78"/>
                <a:gd name="T29" fmla="*/ 35 h 51"/>
                <a:gd name="T30" fmla="*/ 14 w 78"/>
                <a:gd name="T31" fmla="*/ 38 h 51"/>
                <a:gd name="T32" fmla="*/ 14 w 78"/>
                <a:gd name="T33" fmla="*/ 38 h 51"/>
                <a:gd name="T34" fmla="*/ 7 w 78"/>
                <a:gd name="T35" fmla="*/ 46 h 51"/>
                <a:gd name="T36" fmla="*/ 0 w 78"/>
                <a:gd name="T37" fmla="*/ 51 h 51"/>
                <a:gd name="T38" fmla="*/ 0 w 78"/>
                <a:gd name="T39" fmla="*/ 51 h 51"/>
                <a:gd name="T40" fmla="*/ 5 w 78"/>
                <a:gd name="T41" fmla="*/ 51 h 51"/>
                <a:gd name="T42" fmla="*/ 11 w 78"/>
                <a:gd name="T43" fmla="*/ 51 h 51"/>
                <a:gd name="T44" fmla="*/ 14 w 78"/>
                <a:gd name="T45" fmla="*/ 51 h 51"/>
                <a:gd name="T46" fmla="*/ 20 w 78"/>
                <a:gd name="T47" fmla="*/ 49 h 51"/>
                <a:gd name="T48" fmla="*/ 20 w 78"/>
                <a:gd name="T49" fmla="*/ 49 h 51"/>
                <a:gd name="T50" fmla="*/ 23 w 78"/>
                <a:gd name="T51" fmla="*/ 44 h 51"/>
                <a:gd name="T52" fmla="*/ 27 w 78"/>
                <a:gd name="T53" fmla="*/ 38 h 51"/>
                <a:gd name="T54" fmla="*/ 27 w 78"/>
                <a:gd name="T55" fmla="*/ 38 h 51"/>
                <a:gd name="T56" fmla="*/ 40 w 78"/>
                <a:gd name="T57" fmla="*/ 44 h 51"/>
                <a:gd name="T58" fmla="*/ 40 w 78"/>
                <a:gd name="T59" fmla="*/ 44 h 51"/>
                <a:gd name="T60" fmla="*/ 47 w 78"/>
                <a:gd name="T61" fmla="*/ 44 h 51"/>
                <a:gd name="T62" fmla="*/ 54 w 78"/>
                <a:gd name="T63" fmla="*/ 42 h 51"/>
                <a:gd name="T64" fmla="*/ 65 w 78"/>
                <a:gd name="T65" fmla="*/ 36 h 51"/>
                <a:gd name="T66" fmla="*/ 65 w 78"/>
                <a:gd name="T67" fmla="*/ 36 h 51"/>
                <a:gd name="T68" fmla="*/ 71 w 78"/>
                <a:gd name="T69" fmla="*/ 36 h 51"/>
                <a:gd name="T70" fmla="*/ 76 w 78"/>
                <a:gd name="T71" fmla="*/ 36 h 51"/>
                <a:gd name="T72" fmla="*/ 76 w 78"/>
                <a:gd name="T73" fmla="*/ 36 h 51"/>
                <a:gd name="T74" fmla="*/ 78 w 78"/>
                <a:gd name="T75" fmla="*/ 31 h 51"/>
                <a:gd name="T76" fmla="*/ 78 w 78"/>
                <a:gd name="T77" fmla="*/ 26 h 51"/>
                <a:gd name="T78" fmla="*/ 78 w 78"/>
                <a:gd name="T79" fmla="*/ 26 h 51"/>
                <a:gd name="T80" fmla="*/ 62 w 78"/>
                <a:gd name="T81" fmla="*/ 16 h 51"/>
                <a:gd name="T82" fmla="*/ 47 w 78"/>
                <a:gd name="T83" fmla="*/ 7 h 51"/>
                <a:gd name="T84" fmla="*/ 47 w 78"/>
                <a:gd name="T85" fmla="*/ 7 h 51"/>
                <a:gd name="T86" fmla="*/ 44 w 78"/>
                <a:gd name="T87" fmla="*/ 9 h 51"/>
                <a:gd name="T88" fmla="*/ 40 w 78"/>
                <a:gd name="T89" fmla="*/ 11 h 51"/>
                <a:gd name="T90" fmla="*/ 40 w 78"/>
                <a:gd name="T91" fmla="*/ 11 h 51"/>
                <a:gd name="T92" fmla="*/ 38 w 78"/>
                <a:gd name="T93" fmla="*/ 9 h 51"/>
                <a:gd name="T94" fmla="*/ 40 w 78"/>
                <a:gd name="T95" fmla="*/ 5 h 51"/>
                <a:gd name="T96" fmla="*/ 42 w 78"/>
                <a:gd name="T97" fmla="*/ 2 h 51"/>
                <a:gd name="T98" fmla="*/ 42 w 78"/>
                <a:gd name="T99" fmla="*/ 2 h 51"/>
                <a:gd name="T100" fmla="*/ 36 w 78"/>
                <a:gd name="T101" fmla="*/ 2 h 51"/>
                <a:gd name="T102" fmla="*/ 34 w 78"/>
                <a:gd name="T103" fmla="*/ 0 h 51"/>
                <a:gd name="T104" fmla="*/ 34 w 78"/>
                <a:gd name="T105" fmla="*/ 0 h 51"/>
                <a:gd name="T106" fmla="*/ 34 w 78"/>
                <a:gd name="T10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34" y="0"/>
                  </a:move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95347047-F5B5-412F-B829-5C17E8F59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26 w 255"/>
                <a:gd name="T1" fmla="*/ 13 h 204"/>
                <a:gd name="T2" fmla="*/ 219 w 255"/>
                <a:gd name="T3" fmla="*/ 11 h 204"/>
                <a:gd name="T4" fmla="*/ 197 w 255"/>
                <a:gd name="T5" fmla="*/ 22 h 204"/>
                <a:gd name="T6" fmla="*/ 175 w 255"/>
                <a:gd name="T7" fmla="*/ 28 h 204"/>
                <a:gd name="T8" fmla="*/ 170 w 255"/>
                <a:gd name="T9" fmla="*/ 26 h 204"/>
                <a:gd name="T10" fmla="*/ 153 w 255"/>
                <a:gd name="T11" fmla="*/ 20 h 204"/>
                <a:gd name="T12" fmla="*/ 133 w 255"/>
                <a:gd name="T13" fmla="*/ 28 h 204"/>
                <a:gd name="T14" fmla="*/ 119 w 255"/>
                <a:gd name="T15" fmla="*/ 35 h 204"/>
                <a:gd name="T16" fmla="*/ 104 w 255"/>
                <a:gd name="T17" fmla="*/ 46 h 204"/>
                <a:gd name="T18" fmla="*/ 80 w 255"/>
                <a:gd name="T19" fmla="*/ 49 h 204"/>
                <a:gd name="T20" fmla="*/ 71 w 255"/>
                <a:gd name="T21" fmla="*/ 51 h 204"/>
                <a:gd name="T22" fmla="*/ 64 w 255"/>
                <a:gd name="T23" fmla="*/ 55 h 204"/>
                <a:gd name="T24" fmla="*/ 64 w 255"/>
                <a:gd name="T25" fmla="*/ 59 h 204"/>
                <a:gd name="T26" fmla="*/ 62 w 255"/>
                <a:gd name="T27" fmla="*/ 64 h 204"/>
                <a:gd name="T28" fmla="*/ 51 w 255"/>
                <a:gd name="T29" fmla="*/ 71 h 204"/>
                <a:gd name="T30" fmla="*/ 49 w 255"/>
                <a:gd name="T31" fmla="*/ 77 h 204"/>
                <a:gd name="T32" fmla="*/ 39 w 255"/>
                <a:gd name="T33" fmla="*/ 79 h 204"/>
                <a:gd name="T34" fmla="*/ 28 w 255"/>
                <a:gd name="T35" fmla="*/ 86 h 204"/>
                <a:gd name="T36" fmla="*/ 35 w 255"/>
                <a:gd name="T37" fmla="*/ 95 h 204"/>
                <a:gd name="T38" fmla="*/ 35 w 255"/>
                <a:gd name="T39" fmla="*/ 106 h 204"/>
                <a:gd name="T40" fmla="*/ 15 w 255"/>
                <a:gd name="T41" fmla="*/ 119 h 204"/>
                <a:gd name="T42" fmla="*/ 15 w 255"/>
                <a:gd name="T43" fmla="*/ 133 h 204"/>
                <a:gd name="T44" fmla="*/ 15 w 255"/>
                <a:gd name="T45" fmla="*/ 137 h 204"/>
                <a:gd name="T46" fmla="*/ 13 w 255"/>
                <a:gd name="T47" fmla="*/ 141 h 204"/>
                <a:gd name="T48" fmla="*/ 15 w 255"/>
                <a:gd name="T49" fmla="*/ 148 h 204"/>
                <a:gd name="T50" fmla="*/ 4 w 255"/>
                <a:gd name="T51" fmla="*/ 172 h 204"/>
                <a:gd name="T52" fmla="*/ 13 w 255"/>
                <a:gd name="T53" fmla="*/ 164 h 204"/>
                <a:gd name="T54" fmla="*/ 24 w 255"/>
                <a:gd name="T55" fmla="*/ 168 h 204"/>
                <a:gd name="T56" fmla="*/ 33 w 255"/>
                <a:gd name="T57" fmla="*/ 164 h 204"/>
                <a:gd name="T58" fmla="*/ 33 w 255"/>
                <a:gd name="T59" fmla="*/ 177 h 204"/>
                <a:gd name="T60" fmla="*/ 46 w 255"/>
                <a:gd name="T61" fmla="*/ 182 h 204"/>
                <a:gd name="T62" fmla="*/ 33 w 255"/>
                <a:gd name="T63" fmla="*/ 190 h 204"/>
                <a:gd name="T64" fmla="*/ 31 w 255"/>
                <a:gd name="T65" fmla="*/ 197 h 204"/>
                <a:gd name="T66" fmla="*/ 57 w 255"/>
                <a:gd name="T67" fmla="*/ 204 h 204"/>
                <a:gd name="T68" fmla="*/ 68 w 255"/>
                <a:gd name="T69" fmla="*/ 199 h 204"/>
                <a:gd name="T70" fmla="*/ 82 w 255"/>
                <a:gd name="T71" fmla="*/ 193 h 204"/>
                <a:gd name="T72" fmla="*/ 91 w 255"/>
                <a:gd name="T73" fmla="*/ 192 h 204"/>
                <a:gd name="T74" fmla="*/ 104 w 255"/>
                <a:gd name="T75" fmla="*/ 192 h 204"/>
                <a:gd name="T76" fmla="*/ 91 w 255"/>
                <a:gd name="T77" fmla="*/ 186 h 204"/>
                <a:gd name="T78" fmla="*/ 64 w 255"/>
                <a:gd name="T79" fmla="*/ 148 h 204"/>
                <a:gd name="T80" fmla="*/ 68 w 255"/>
                <a:gd name="T81" fmla="*/ 135 h 204"/>
                <a:gd name="T82" fmla="*/ 70 w 255"/>
                <a:gd name="T83" fmla="*/ 111 h 204"/>
                <a:gd name="T84" fmla="*/ 82 w 255"/>
                <a:gd name="T85" fmla="*/ 108 h 204"/>
                <a:gd name="T86" fmla="*/ 82 w 255"/>
                <a:gd name="T87" fmla="*/ 97 h 204"/>
                <a:gd name="T88" fmla="*/ 90 w 255"/>
                <a:gd name="T89" fmla="*/ 99 h 204"/>
                <a:gd name="T90" fmla="*/ 97 w 255"/>
                <a:gd name="T91" fmla="*/ 91 h 204"/>
                <a:gd name="T92" fmla="*/ 104 w 255"/>
                <a:gd name="T93" fmla="*/ 84 h 204"/>
                <a:gd name="T94" fmla="*/ 113 w 255"/>
                <a:gd name="T95" fmla="*/ 75 h 204"/>
                <a:gd name="T96" fmla="*/ 139 w 255"/>
                <a:gd name="T97" fmla="*/ 62 h 204"/>
                <a:gd name="T98" fmla="*/ 148 w 255"/>
                <a:gd name="T99" fmla="*/ 49 h 204"/>
                <a:gd name="T100" fmla="*/ 175 w 255"/>
                <a:gd name="T101" fmla="*/ 48 h 204"/>
                <a:gd name="T102" fmla="*/ 192 w 255"/>
                <a:gd name="T103" fmla="*/ 46 h 204"/>
                <a:gd name="T104" fmla="*/ 255 w 255"/>
                <a:gd name="T105" fmla="*/ 20 h 204"/>
                <a:gd name="T106" fmla="*/ 241 w 255"/>
                <a:gd name="T10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204">
                  <a:moveTo>
                    <a:pt x="241" y="0"/>
                  </a:move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8EEF475-04D3-4BE6-81CE-41F12D1C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385" y="1422496"/>
              <a:ext cx="11864" cy="19280"/>
            </a:xfrm>
            <a:custGeom>
              <a:avLst/>
              <a:gdLst>
                <a:gd name="T0" fmla="*/ 6 w 8"/>
                <a:gd name="T1" fmla="*/ 0 h 13"/>
                <a:gd name="T2" fmla="*/ 6 w 8"/>
                <a:gd name="T3" fmla="*/ 0 h 13"/>
                <a:gd name="T4" fmla="*/ 6 w 8"/>
                <a:gd name="T5" fmla="*/ 6 h 13"/>
                <a:gd name="T6" fmla="*/ 8 w 8"/>
                <a:gd name="T7" fmla="*/ 13 h 13"/>
                <a:gd name="T8" fmla="*/ 8 w 8"/>
                <a:gd name="T9" fmla="*/ 13 h 13"/>
                <a:gd name="T10" fmla="*/ 0 w 8"/>
                <a:gd name="T11" fmla="*/ 13 h 13"/>
                <a:gd name="T12" fmla="*/ 0 w 8"/>
                <a:gd name="T13" fmla="*/ 13 h 13"/>
                <a:gd name="T14" fmla="*/ 4 w 8"/>
                <a:gd name="T15" fmla="*/ 6 h 13"/>
                <a:gd name="T16" fmla="*/ 6 w 8"/>
                <a:gd name="T17" fmla="*/ 0 h 13"/>
                <a:gd name="T18" fmla="*/ 6 w 8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3">
                  <a:moveTo>
                    <a:pt x="6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4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1DE2801F-D86A-44B7-A047-5B3C388AA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6323" y="1434360"/>
              <a:ext cx="68218" cy="47456"/>
            </a:xfrm>
            <a:custGeom>
              <a:avLst/>
              <a:gdLst>
                <a:gd name="T0" fmla="*/ 38 w 46"/>
                <a:gd name="T1" fmla="*/ 0 h 32"/>
                <a:gd name="T2" fmla="*/ 38 w 46"/>
                <a:gd name="T3" fmla="*/ 0 h 32"/>
                <a:gd name="T4" fmla="*/ 44 w 46"/>
                <a:gd name="T5" fmla="*/ 3 h 32"/>
                <a:gd name="T6" fmla="*/ 46 w 46"/>
                <a:gd name="T7" fmla="*/ 7 h 32"/>
                <a:gd name="T8" fmla="*/ 44 w 46"/>
                <a:gd name="T9" fmla="*/ 9 h 32"/>
                <a:gd name="T10" fmla="*/ 42 w 46"/>
                <a:gd name="T11" fmla="*/ 11 h 32"/>
                <a:gd name="T12" fmla="*/ 27 w 46"/>
                <a:gd name="T13" fmla="*/ 18 h 32"/>
                <a:gd name="T14" fmla="*/ 27 w 46"/>
                <a:gd name="T15" fmla="*/ 18 h 32"/>
                <a:gd name="T16" fmla="*/ 18 w 46"/>
                <a:gd name="T17" fmla="*/ 23 h 32"/>
                <a:gd name="T18" fmla="*/ 9 w 46"/>
                <a:gd name="T19" fmla="*/ 32 h 32"/>
                <a:gd name="T20" fmla="*/ 9 w 46"/>
                <a:gd name="T21" fmla="*/ 27 h 32"/>
                <a:gd name="T22" fmla="*/ 9 w 46"/>
                <a:gd name="T23" fmla="*/ 27 h 32"/>
                <a:gd name="T24" fmla="*/ 0 w 46"/>
                <a:gd name="T25" fmla="*/ 25 h 32"/>
                <a:gd name="T26" fmla="*/ 0 w 46"/>
                <a:gd name="T27" fmla="*/ 25 h 32"/>
                <a:gd name="T28" fmla="*/ 2 w 46"/>
                <a:gd name="T29" fmla="*/ 18 h 32"/>
                <a:gd name="T30" fmla="*/ 4 w 46"/>
                <a:gd name="T31" fmla="*/ 12 h 32"/>
                <a:gd name="T32" fmla="*/ 2 w 46"/>
                <a:gd name="T33" fmla="*/ 11 h 32"/>
                <a:gd name="T34" fmla="*/ 2 w 46"/>
                <a:gd name="T35" fmla="*/ 11 h 32"/>
                <a:gd name="T36" fmla="*/ 6 w 46"/>
                <a:gd name="T37" fmla="*/ 11 h 32"/>
                <a:gd name="T38" fmla="*/ 6 w 46"/>
                <a:gd name="T39" fmla="*/ 12 h 32"/>
                <a:gd name="T40" fmla="*/ 7 w 46"/>
                <a:gd name="T41" fmla="*/ 14 h 32"/>
                <a:gd name="T42" fmla="*/ 7 w 46"/>
                <a:gd name="T43" fmla="*/ 14 h 32"/>
                <a:gd name="T44" fmla="*/ 11 w 46"/>
                <a:gd name="T45" fmla="*/ 16 h 32"/>
                <a:gd name="T46" fmla="*/ 17 w 46"/>
                <a:gd name="T47" fmla="*/ 16 h 32"/>
                <a:gd name="T48" fmla="*/ 26 w 46"/>
                <a:gd name="T49" fmla="*/ 14 h 32"/>
                <a:gd name="T50" fmla="*/ 38 w 46"/>
                <a:gd name="T51" fmla="*/ 7 h 32"/>
                <a:gd name="T52" fmla="*/ 38 w 46"/>
                <a:gd name="T53" fmla="*/ 7 h 32"/>
                <a:gd name="T54" fmla="*/ 37 w 46"/>
                <a:gd name="T55" fmla="*/ 5 h 32"/>
                <a:gd name="T56" fmla="*/ 37 w 46"/>
                <a:gd name="T57" fmla="*/ 3 h 32"/>
                <a:gd name="T58" fmla="*/ 38 w 46"/>
                <a:gd name="T59" fmla="*/ 0 h 32"/>
                <a:gd name="T60" fmla="*/ 38 w 46"/>
                <a:gd name="T6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6" h="32">
                  <a:moveTo>
                    <a:pt x="38" y="0"/>
                  </a:moveTo>
                  <a:lnTo>
                    <a:pt x="38" y="0"/>
                  </a:lnTo>
                  <a:lnTo>
                    <a:pt x="44" y="3"/>
                  </a:lnTo>
                  <a:lnTo>
                    <a:pt x="46" y="7"/>
                  </a:lnTo>
                  <a:lnTo>
                    <a:pt x="44" y="9"/>
                  </a:lnTo>
                  <a:lnTo>
                    <a:pt x="42" y="11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18" y="23"/>
                  </a:lnTo>
                  <a:lnTo>
                    <a:pt x="9" y="32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7" y="16"/>
                  </a:lnTo>
                  <a:lnTo>
                    <a:pt x="26" y="14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31DF7C3-DD88-4A72-AB41-273F003C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0 h 14"/>
                <a:gd name="T2" fmla="*/ 4 w 13"/>
                <a:gd name="T3" fmla="*/ 0 h 14"/>
                <a:gd name="T4" fmla="*/ 0 w 13"/>
                <a:gd name="T5" fmla="*/ 11 h 14"/>
                <a:gd name="T6" fmla="*/ 0 w 13"/>
                <a:gd name="T7" fmla="*/ 13 h 14"/>
                <a:gd name="T8" fmla="*/ 4 w 13"/>
                <a:gd name="T9" fmla="*/ 14 h 14"/>
                <a:gd name="T10" fmla="*/ 4 w 13"/>
                <a:gd name="T11" fmla="*/ 14 h 14"/>
                <a:gd name="T12" fmla="*/ 9 w 13"/>
                <a:gd name="T13" fmla="*/ 14 h 14"/>
                <a:gd name="T14" fmla="*/ 13 w 13"/>
                <a:gd name="T15" fmla="*/ 14 h 14"/>
                <a:gd name="T16" fmla="*/ 13 w 13"/>
                <a:gd name="T17" fmla="*/ 14 h 14"/>
                <a:gd name="T18" fmla="*/ 13 w 13"/>
                <a:gd name="T19" fmla="*/ 13 h 14"/>
                <a:gd name="T20" fmla="*/ 13 w 13"/>
                <a:gd name="T21" fmla="*/ 9 h 14"/>
                <a:gd name="T22" fmla="*/ 11 w 13"/>
                <a:gd name="T23" fmla="*/ 5 h 14"/>
                <a:gd name="T24" fmla="*/ 13 w 13"/>
                <a:gd name="T25" fmla="*/ 2 h 14"/>
                <a:gd name="T26" fmla="*/ 13 w 13"/>
                <a:gd name="T27" fmla="*/ 2 h 14"/>
                <a:gd name="T28" fmla="*/ 9 w 13"/>
                <a:gd name="T29" fmla="*/ 2 h 14"/>
                <a:gd name="T30" fmla="*/ 4 w 13"/>
                <a:gd name="T31" fmla="*/ 0 h 14"/>
                <a:gd name="T32" fmla="*/ 4 w 13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2743858B-EE3D-4383-84F3-76C7DFAA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934" y="1547068"/>
              <a:ext cx="8898" cy="5932"/>
            </a:xfrm>
            <a:custGeom>
              <a:avLst/>
              <a:gdLst>
                <a:gd name="T0" fmla="*/ 4 w 6"/>
                <a:gd name="T1" fmla="*/ 0 h 4"/>
                <a:gd name="T2" fmla="*/ 4 w 6"/>
                <a:gd name="T3" fmla="*/ 0 h 4"/>
                <a:gd name="T4" fmla="*/ 6 w 6"/>
                <a:gd name="T5" fmla="*/ 0 h 4"/>
                <a:gd name="T6" fmla="*/ 6 w 6"/>
                <a:gd name="T7" fmla="*/ 2 h 4"/>
                <a:gd name="T8" fmla="*/ 4 w 6"/>
                <a:gd name="T9" fmla="*/ 4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0 h 4"/>
                <a:gd name="T16" fmla="*/ 0 w 6"/>
                <a:gd name="T17" fmla="*/ 0 h 4"/>
                <a:gd name="T18" fmla="*/ 4 w 6"/>
                <a:gd name="T19" fmla="*/ 0 h 4"/>
                <a:gd name="T20" fmla="*/ 4 w 6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26C7E646-925D-4106-B977-A40CF648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550035"/>
              <a:ext cx="14830" cy="7415"/>
            </a:xfrm>
            <a:custGeom>
              <a:avLst/>
              <a:gdLst>
                <a:gd name="T0" fmla="*/ 4 w 10"/>
                <a:gd name="T1" fmla="*/ 0 h 5"/>
                <a:gd name="T2" fmla="*/ 4 w 10"/>
                <a:gd name="T3" fmla="*/ 0 h 5"/>
                <a:gd name="T4" fmla="*/ 8 w 10"/>
                <a:gd name="T5" fmla="*/ 0 h 5"/>
                <a:gd name="T6" fmla="*/ 8 w 10"/>
                <a:gd name="T7" fmla="*/ 2 h 5"/>
                <a:gd name="T8" fmla="*/ 10 w 10"/>
                <a:gd name="T9" fmla="*/ 5 h 5"/>
                <a:gd name="T10" fmla="*/ 10 w 10"/>
                <a:gd name="T11" fmla="*/ 5 h 5"/>
                <a:gd name="T12" fmla="*/ 2 w 10"/>
                <a:gd name="T13" fmla="*/ 2 h 5"/>
                <a:gd name="T14" fmla="*/ 0 w 10"/>
                <a:gd name="T15" fmla="*/ 0 h 5"/>
                <a:gd name="T16" fmla="*/ 4 w 10"/>
                <a:gd name="T17" fmla="*/ 0 h 5"/>
                <a:gd name="T18" fmla="*/ 4 w 10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">
                  <a:moveTo>
                    <a:pt x="4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9" name="Freeform 151">
              <a:extLst>
                <a:ext uri="{FF2B5EF4-FFF2-40B4-BE49-F238E27FC236}">
                  <a16:creationId xmlns:a16="http://schemas.microsoft.com/office/drawing/2014/main" id="{973BFDDB-37C3-4ED1-90AC-4A550D49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538" y="1550035"/>
              <a:ext cx="16314" cy="19280"/>
            </a:xfrm>
            <a:custGeom>
              <a:avLst/>
              <a:gdLst>
                <a:gd name="T0" fmla="*/ 11 w 11"/>
                <a:gd name="T1" fmla="*/ 0 h 13"/>
                <a:gd name="T2" fmla="*/ 11 w 11"/>
                <a:gd name="T3" fmla="*/ 0 h 13"/>
                <a:gd name="T4" fmla="*/ 8 w 11"/>
                <a:gd name="T5" fmla="*/ 7 h 13"/>
                <a:gd name="T6" fmla="*/ 6 w 11"/>
                <a:gd name="T7" fmla="*/ 13 h 13"/>
                <a:gd name="T8" fmla="*/ 6 w 11"/>
                <a:gd name="T9" fmla="*/ 13 h 13"/>
                <a:gd name="T10" fmla="*/ 4 w 11"/>
                <a:gd name="T11" fmla="*/ 13 h 13"/>
                <a:gd name="T12" fmla="*/ 2 w 11"/>
                <a:gd name="T13" fmla="*/ 13 h 13"/>
                <a:gd name="T14" fmla="*/ 0 w 11"/>
                <a:gd name="T15" fmla="*/ 9 h 13"/>
                <a:gd name="T16" fmla="*/ 0 w 11"/>
                <a:gd name="T17" fmla="*/ 9 h 13"/>
                <a:gd name="T18" fmla="*/ 11 w 11"/>
                <a:gd name="T19" fmla="*/ 0 h 13"/>
                <a:gd name="T20" fmla="*/ 11 w 11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lnTo>
                    <a:pt x="11" y="0"/>
                  </a:lnTo>
                  <a:lnTo>
                    <a:pt x="8" y="7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0EFDB67C-C045-4EAE-A9F6-D6EC95DB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7 w 14"/>
                <a:gd name="T1" fmla="*/ 0 h 16"/>
                <a:gd name="T2" fmla="*/ 7 w 14"/>
                <a:gd name="T3" fmla="*/ 0 h 16"/>
                <a:gd name="T4" fmla="*/ 0 w 14"/>
                <a:gd name="T5" fmla="*/ 7 h 16"/>
                <a:gd name="T6" fmla="*/ 0 w 14"/>
                <a:gd name="T7" fmla="*/ 7 h 16"/>
                <a:gd name="T8" fmla="*/ 3 w 14"/>
                <a:gd name="T9" fmla="*/ 13 h 16"/>
                <a:gd name="T10" fmla="*/ 5 w 14"/>
                <a:gd name="T11" fmla="*/ 16 h 16"/>
                <a:gd name="T12" fmla="*/ 5 w 14"/>
                <a:gd name="T13" fmla="*/ 16 h 16"/>
                <a:gd name="T14" fmla="*/ 9 w 14"/>
                <a:gd name="T15" fmla="*/ 14 h 16"/>
                <a:gd name="T16" fmla="*/ 13 w 14"/>
                <a:gd name="T17" fmla="*/ 16 h 16"/>
                <a:gd name="T18" fmla="*/ 14 w 14"/>
                <a:gd name="T19" fmla="*/ 5 h 16"/>
                <a:gd name="T20" fmla="*/ 7 w 1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7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4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1" name="Freeform 153">
              <a:extLst>
                <a:ext uri="{FF2B5EF4-FFF2-40B4-BE49-F238E27FC236}">
                  <a16:creationId xmlns:a16="http://schemas.microsoft.com/office/drawing/2014/main" id="{3CACC87A-1FCF-499F-A646-7B646736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13 w 24"/>
                <a:gd name="T1" fmla="*/ 0 h 14"/>
                <a:gd name="T2" fmla="*/ 13 w 24"/>
                <a:gd name="T3" fmla="*/ 0 h 14"/>
                <a:gd name="T4" fmla="*/ 7 w 24"/>
                <a:gd name="T5" fmla="*/ 7 h 14"/>
                <a:gd name="T6" fmla="*/ 6 w 24"/>
                <a:gd name="T7" fmla="*/ 11 h 14"/>
                <a:gd name="T8" fmla="*/ 2 w 24"/>
                <a:gd name="T9" fmla="*/ 13 h 14"/>
                <a:gd name="T10" fmla="*/ 2 w 24"/>
                <a:gd name="T11" fmla="*/ 13 h 14"/>
                <a:gd name="T12" fmla="*/ 0 w 24"/>
                <a:gd name="T13" fmla="*/ 13 h 14"/>
                <a:gd name="T14" fmla="*/ 2 w 24"/>
                <a:gd name="T15" fmla="*/ 14 h 14"/>
                <a:gd name="T16" fmla="*/ 9 w 24"/>
                <a:gd name="T17" fmla="*/ 13 h 14"/>
                <a:gd name="T18" fmla="*/ 24 w 24"/>
                <a:gd name="T19" fmla="*/ 11 h 14"/>
                <a:gd name="T20" fmla="*/ 24 w 24"/>
                <a:gd name="T21" fmla="*/ 11 h 14"/>
                <a:gd name="T22" fmla="*/ 24 w 24"/>
                <a:gd name="T23" fmla="*/ 3 h 14"/>
                <a:gd name="T24" fmla="*/ 24 w 24"/>
                <a:gd name="T25" fmla="*/ 3 h 14"/>
                <a:gd name="T26" fmla="*/ 18 w 24"/>
                <a:gd name="T27" fmla="*/ 2 h 14"/>
                <a:gd name="T28" fmla="*/ 13 w 24"/>
                <a:gd name="T29" fmla="*/ 0 h 14"/>
                <a:gd name="T30" fmla="*/ 13 w 24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13" y="0"/>
                  </a:move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2" name="Freeform 154">
              <a:extLst>
                <a:ext uri="{FF2B5EF4-FFF2-40B4-BE49-F238E27FC236}">
                  <a16:creationId xmlns:a16="http://schemas.microsoft.com/office/drawing/2014/main" id="{0579B2B3-E976-4590-ADCA-EF2693C6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0578" y="1677573"/>
              <a:ext cx="8898" cy="7415"/>
            </a:xfrm>
            <a:custGeom>
              <a:avLst/>
              <a:gdLst>
                <a:gd name="T0" fmla="*/ 4 w 6"/>
                <a:gd name="T1" fmla="*/ 0 h 5"/>
                <a:gd name="T2" fmla="*/ 4 w 6"/>
                <a:gd name="T3" fmla="*/ 0 h 5"/>
                <a:gd name="T4" fmla="*/ 6 w 6"/>
                <a:gd name="T5" fmla="*/ 1 h 5"/>
                <a:gd name="T6" fmla="*/ 6 w 6"/>
                <a:gd name="T7" fmla="*/ 1 h 5"/>
                <a:gd name="T8" fmla="*/ 4 w 6"/>
                <a:gd name="T9" fmla="*/ 3 h 5"/>
                <a:gd name="T10" fmla="*/ 2 w 6"/>
                <a:gd name="T11" fmla="*/ 5 h 5"/>
                <a:gd name="T12" fmla="*/ 2 w 6"/>
                <a:gd name="T13" fmla="*/ 5 h 5"/>
                <a:gd name="T14" fmla="*/ 0 w 6"/>
                <a:gd name="T15" fmla="*/ 1 h 5"/>
                <a:gd name="T16" fmla="*/ 2 w 6"/>
                <a:gd name="T17" fmla="*/ 0 h 5"/>
                <a:gd name="T18" fmla="*/ 4 w 6"/>
                <a:gd name="T19" fmla="*/ 0 h 5"/>
                <a:gd name="T20" fmla="*/ 4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3" name="Freeform 155">
              <a:extLst>
                <a:ext uri="{FF2B5EF4-FFF2-40B4-BE49-F238E27FC236}">
                  <a16:creationId xmlns:a16="http://schemas.microsoft.com/office/drawing/2014/main" id="{EB4076B1-8545-4CEB-ABFA-FD433075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0 w 27"/>
                <a:gd name="T1" fmla="*/ 0 h 23"/>
                <a:gd name="T2" fmla="*/ 0 w 27"/>
                <a:gd name="T3" fmla="*/ 0 h 23"/>
                <a:gd name="T4" fmla="*/ 2 w 27"/>
                <a:gd name="T5" fmla="*/ 7 h 23"/>
                <a:gd name="T6" fmla="*/ 0 w 27"/>
                <a:gd name="T7" fmla="*/ 16 h 23"/>
                <a:gd name="T8" fmla="*/ 0 w 27"/>
                <a:gd name="T9" fmla="*/ 16 h 23"/>
                <a:gd name="T10" fmla="*/ 9 w 27"/>
                <a:gd name="T11" fmla="*/ 16 h 23"/>
                <a:gd name="T12" fmla="*/ 16 w 27"/>
                <a:gd name="T13" fmla="*/ 18 h 23"/>
                <a:gd name="T14" fmla="*/ 16 w 27"/>
                <a:gd name="T15" fmla="*/ 23 h 23"/>
                <a:gd name="T16" fmla="*/ 16 w 27"/>
                <a:gd name="T17" fmla="*/ 23 h 23"/>
                <a:gd name="T18" fmla="*/ 22 w 27"/>
                <a:gd name="T19" fmla="*/ 23 h 23"/>
                <a:gd name="T20" fmla="*/ 27 w 27"/>
                <a:gd name="T21" fmla="*/ 23 h 23"/>
                <a:gd name="T22" fmla="*/ 27 w 27"/>
                <a:gd name="T23" fmla="*/ 23 h 23"/>
                <a:gd name="T24" fmla="*/ 27 w 27"/>
                <a:gd name="T25" fmla="*/ 12 h 23"/>
                <a:gd name="T26" fmla="*/ 27 w 27"/>
                <a:gd name="T27" fmla="*/ 12 h 23"/>
                <a:gd name="T28" fmla="*/ 11 w 27"/>
                <a:gd name="T29" fmla="*/ 0 h 23"/>
                <a:gd name="T30" fmla="*/ 11 w 27"/>
                <a:gd name="T31" fmla="*/ 0 h 23"/>
                <a:gd name="T32" fmla="*/ 6 w 27"/>
                <a:gd name="T33" fmla="*/ 0 h 23"/>
                <a:gd name="T34" fmla="*/ 0 w 27"/>
                <a:gd name="T35" fmla="*/ 0 h 23"/>
                <a:gd name="T36" fmla="*/ 0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4" name="Freeform 156">
              <a:extLst>
                <a:ext uri="{FF2B5EF4-FFF2-40B4-BE49-F238E27FC236}">
                  <a16:creationId xmlns:a16="http://schemas.microsoft.com/office/drawing/2014/main" id="{C3D94AEF-7EC2-45C7-977E-24715A0E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7 w 18"/>
                <a:gd name="T1" fmla="*/ 0 h 22"/>
                <a:gd name="T2" fmla="*/ 7 w 18"/>
                <a:gd name="T3" fmla="*/ 0 h 22"/>
                <a:gd name="T4" fmla="*/ 4 w 18"/>
                <a:gd name="T5" fmla="*/ 2 h 22"/>
                <a:gd name="T6" fmla="*/ 0 w 18"/>
                <a:gd name="T7" fmla="*/ 4 h 22"/>
                <a:gd name="T8" fmla="*/ 0 w 18"/>
                <a:gd name="T9" fmla="*/ 4 h 22"/>
                <a:gd name="T10" fmla="*/ 0 w 18"/>
                <a:gd name="T11" fmla="*/ 11 h 22"/>
                <a:gd name="T12" fmla="*/ 0 w 18"/>
                <a:gd name="T13" fmla="*/ 17 h 22"/>
                <a:gd name="T14" fmla="*/ 0 w 18"/>
                <a:gd name="T15" fmla="*/ 17 h 22"/>
                <a:gd name="T16" fmla="*/ 2 w 18"/>
                <a:gd name="T17" fmla="*/ 17 h 22"/>
                <a:gd name="T18" fmla="*/ 2 w 18"/>
                <a:gd name="T19" fmla="*/ 19 h 22"/>
                <a:gd name="T20" fmla="*/ 4 w 18"/>
                <a:gd name="T21" fmla="*/ 22 h 22"/>
                <a:gd name="T22" fmla="*/ 4 w 18"/>
                <a:gd name="T23" fmla="*/ 22 h 22"/>
                <a:gd name="T24" fmla="*/ 9 w 18"/>
                <a:gd name="T25" fmla="*/ 20 h 22"/>
                <a:gd name="T26" fmla="*/ 11 w 18"/>
                <a:gd name="T27" fmla="*/ 20 h 22"/>
                <a:gd name="T28" fmla="*/ 11 w 18"/>
                <a:gd name="T29" fmla="*/ 19 h 22"/>
                <a:gd name="T30" fmla="*/ 11 w 18"/>
                <a:gd name="T31" fmla="*/ 19 h 22"/>
                <a:gd name="T32" fmla="*/ 15 w 18"/>
                <a:gd name="T33" fmla="*/ 17 h 22"/>
                <a:gd name="T34" fmla="*/ 18 w 18"/>
                <a:gd name="T35" fmla="*/ 15 h 22"/>
                <a:gd name="T36" fmla="*/ 18 w 18"/>
                <a:gd name="T37" fmla="*/ 15 h 22"/>
                <a:gd name="T38" fmla="*/ 18 w 18"/>
                <a:gd name="T39" fmla="*/ 9 h 22"/>
                <a:gd name="T40" fmla="*/ 18 w 18"/>
                <a:gd name="T41" fmla="*/ 4 h 22"/>
                <a:gd name="T42" fmla="*/ 18 w 18"/>
                <a:gd name="T43" fmla="*/ 4 h 22"/>
                <a:gd name="T44" fmla="*/ 13 w 18"/>
                <a:gd name="T45" fmla="*/ 2 h 22"/>
                <a:gd name="T46" fmla="*/ 7 w 18"/>
                <a:gd name="T47" fmla="*/ 0 h 22"/>
                <a:gd name="T48" fmla="*/ 7 w 18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7" y="0"/>
                  </a:move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5" name="Freeform 157">
              <a:extLst>
                <a:ext uri="{FF2B5EF4-FFF2-40B4-BE49-F238E27FC236}">
                  <a16:creationId xmlns:a16="http://schemas.microsoft.com/office/drawing/2014/main" id="{830A685C-6558-485B-8D5E-177E8526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18 w 44"/>
                <a:gd name="T1" fmla="*/ 0 h 197"/>
                <a:gd name="T2" fmla="*/ 9 w 44"/>
                <a:gd name="T3" fmla="*/ 7 h 197"/>
                <a:gd name="T4" fmla="*/ 14 w 44"/>
                <a:gd name="T5" fmla="*/ 16 h 197"/>
                <a:gd name="T6" fmla="*/ 14 w 44"/>
                <a:gd name="T7" fmla="*/ 27 h 197"/>
                <a:gd name="T8" fmla="*/ 9 w 44"/>
                <a:gd name="T9" fmla="*/ 31 h 197"/>
                <a:gd name="T10" fmla="*/ 2 w 44"/>
                <a:gd name="T11" fmla="*/ 38 h 197"/>
                <a:gd name="T12" fmla="*/ 0 w 44"/>
                <a:gd name="T13" fmla="*/ 49 h 197"/>
                <a:gd name="T14" fmla="*/ 5 w 44"/>
                <a:gd name="T15" fmla="*/ 73 h 197"/>
                <a:gd name="T16" fmla="*/ 5 w 44"/>
                <a:gd name="T17" fmla="*/ 86 h 197"/>
                <a:gd name="T18" fmla="*/ 2 w 44"/>
                <a:gd name="T19" fmla="*/ 124 h 197"/>
                <a:gd name="T20" fmla="*/ 5 w 44"/>
                <a:gd name="T21" fmla="*/ 124 h 197"/>
                <a:gd name="T22" fmla="*/ 5 w 44"/>
                <a:gd name="T23" fmla="*/ 135 h 197"/>
                <a:gd name="T24" fmla="*/ 4 w 44"/>
                <a:gd name="T25" fmla="*/ 135 h 197"/>
                <a:gd name="T26" fmla="*/ 7 w 44"/>
                <a:gd name="T27" fmla="*/ 149 h 197"/>
                <a:gd name="T28" fmla="*/ 7 w 44"/>
                <a:gd name="T29" fmla="*/ 159 h 197"/>
                <a:gd name="T30" fmla="*/ 0 w 44"/>
                <a:gd name="T31" fmla="*/ 195 h 197"/>
                <a:gd name="T32" fmla="*/ 5 w 44"/>
                <a:gd name="T33" fmla="*/ 186 h 197"/>
                <a:gd name="T34" fmla="*/ 13 w 44"/>
                <a:gd name="T35" fmla="*/ 184 h 197"/>
                <a:gd name="T36" fmla="*/ 20 w 44"/>
                <a:gd name="T37" fmla="*/ 189 h 197"/>
                <a:gd name="T38" fmla="*/ 25 w 44"/>
                <a:gd name="T39" fmla="*/ 197 h 197"/>
                <a:gd name="T40" fmla="*/ 25 w 44"/>
                <a:gd name="T41" fmla="*/ 191 h 197"/>
                <a:gd name="T42" fmla="*/ 25 w 44"/>
                <a:gd name="T43" fmla="*/ 186 h 197"/>
                <a:gd name="T44" fmla="*/ 14 w 44"/>
                <a:gd name="T45" fmla="*/ 169 h 197"/>
                <a:gd name="T46" fmla="*/ 13 w 44"/>
                <a:gd name="T47" fmla="*/ 164 h 197"/>
                <a:gd name="T48" fmla="*/ 14 w 44"/>
                <a:gd name="T49" fmla="*/ 142 h 197"/>
                <a:gd name="T50" fmla="*/ 20 w 44"/>
                <a:gd name="T51" fmla="*/ 120 h 197"/>
                <a:gd name="T52" fmla="*/ 22 w 44"/>
                <a:gd name="T53" fmla="*/ 118 h 197"/>
                <a:gd name="T54" fmla="*/ 22 w 44"/>
                <a:gd name="T55" fmla="*/ 115 h 197"/>
                <a:gd name="T56" fmla="*/ 35 w 44"/>
                <a:gd name="T57" fmla="*/ 115 h 197"/>
                <a:gd name="T58" fmla="*/ 44 w 44"/>
                <a:gd name="T59" fmla="*/ 124 h 197"/>
                <a:gd name="T60" fmla="*/ 38 w 44"/>
                <a:gd name="T61" fmla="*/ 111 h 197"/>
                <a:gd name="T62" fmla="*/ 29 w 44"/>
                <a:gd name="T63" fmla="*/ 100 h 197"/>
                <a:gd name="T64" fmla="*/ 27 w 44"/>
                <a:gd name="T65" fmla="*/ 100 h 197"/>
                <a:gd name="T66" fmla="*/ 27 w 44"/>
                <a:gd name="T67" fmla="*/ 75 h 197"/>
                <a:gd name="T68" fmla="*/ 25 w 44"/>
                <a:gd name="T69" fmla="*/ 56 h 197"/>
                <a:gd name="T70" fmla="*/ 25 w 44"/>
                <a:gd name="T71" fmla="*/ 53 h 197"/>
                <a:gd name="T72" fmla="*/ 29 w 44"/>
                <a:gd name="T73" fmla="*/ 46 h 197"/>
                <a:gd name="T74" fmla="*/ 29 w 44"/>
                <a:gd name="T75" fmla="*/ 42 h 197"/>
                <a:gd name="T76" fmla="*/ 22 w 44"/>
                <a:gd name="T77" fmla="*/ 27 h 197"/>
                <a:gd name="T78" fmla="*/ 20 w 44"/>
                <a:gd name="T79" fmla="*/ 24 h 197"/>
                <a:gd name="T80" fmla="*/ 22 w 44"/>
                <a:gd name="T81" fmla="*/ 16 h 197"/>
                <a:gd name="T82" fmla="*/ 25 w 44"/>
                <a:gd name="T83" fmla="*/ 9 h 197"/>
                <a:gd name="T84" fmla="*/ 22 w 44"/>
                <a:gd name="T85" fmla="*/ 4 h 197"/>
                <a:gd name="T86" fmla="*/ 18 w 44"/>
                <a:gd name="T8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18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6" name="Freeform 158">
              <a:extLst>
                <a:ext uri="{FF2B5EF4-FFF2-40B4-BE49-F238E27FC236}">
                  <a16:creationId xmlns:a16="http://schemas.microsoft.com/office/drawing/2014/main" id="{70F9738C-4058-4AEC-8277-ECF78C0E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195" y="2298952"/>
              <a:ext cx="145334" cy="164614"/>
            </a:xfrm>
            <a:custGeom>
              <a:avLst/>
              <a:gdLst>
                <a:gd name="T0" fmla="*/ 98 w 98"/>
                <a:gd name="T1" fmla="*/ 0 h 111"/>
                <a:gd name="T2" fmla="*/ 92 w 98"/>
                <a:gd name="T3" fmla="*/ 14 h 111"/>
                <a:gd name="T4" fmla="*/ 94 w 98"/>
                <a:gd name="T5" fmla="*/ 16 h 111"/>
                <a:gd name="T6" fmla="*/ 94 w 98"/>
                <a:gd name="T7" fmla="*/ 36 h 111"/>
                <a:gd name="T8" fmla="*/ 87 w 98"/>
                <a:gd name="T9" fmla="*/ 45 h 111"/>
                <a:gd name="T10" fmla="*/ 89 w 98"/>
                <a:gd name="T11" fmla="*/ 43 h 111"/>
                <a:gd name="T12" fmla="*/ 83 w 98"/>
                <a:gd name="T13" fmla="*/ 43 h 111"/>
                <a:gd name="T14" fmla="*/ 82 w 98"/>
                <a:gd name="T15" fmla="*/ 47 h 111"/>
                <a:gd name="T16" fmla="*/ 78 w 98"/>
                <a:gd name="T17" fmla="*/ 51 h 111"/>
                <a:gd name="T18" fmla="*/ 82 w 98"/>
                <a:gd name="T19" fmla="*/ 52 h 111"/>
                <a:gd name="T20" fmla="*/ 85 w 98"/>
                <a:gd name="T21" fmla="*/ 54 h 111"/>
                <a:gd name="T22" fmla="*/ 72 w 98"/>
                <a:gd name="T23" fmla="*/ 67 h 111"/>
                <a:gd name="T24" fmla="*/ 69 w 98"/>
                <a:gd name="T25" fmla="*/ 67 h 111"/>
                <a:gd name="T26" fmla="*/ 63 w 98"/>
                <a:gd name="T27" fmla="*/ 67 h 111"/>
                <a:gd name="T28" fmla="*/ 60 w 98"/>
                <a:gd name="T29" fmla="*/ 74 h 111"/>
                <a:gd name="T30" fmla="*/ 56 w 98"/>
                <a:gd name="T31" fmla="*/ 80 h 111"/>
                <a:gd name="T32" fmla="*/ 51 w 98"/>
                <a:gd name="T33" fmla="*/ 80 h 111"/>
                <a:gd name="T34" fmla="*/ 47 w 98"/>
                <a:gd name="T35" fmla="*/ 80 h 111"/>
                <a:gd name="T36" fmla="*/ 40 w 98"/>
                <a:gd name="T37" fmla="*/ 87 h 111"/>
                <a:gd name="T38" fmla="*/ 27 w 98"/>
                <a:gd name="T39" fmla="*/ 107 h 111"/>
                <a:gd name="T40" fmla="*/ 16 w 98"/>
                <a:gd name="T41" fmla="*/ 111 h 111"/>
                <a:gd name="T42" fmla="*/ 10 w 98"/>
                <a:gd name="T43" fmla="*/ 111 h 111"/>
                <a:gd name="T44" fmla="*/ 0 w 98"/>
                <a:gd name="T45" fmla="*/ 103 h 111"/>
                <a:gd name="T46" fmla="*/ 16 w 98"/>
                <a:gd name="T47" fmla="*/ 96 h 111"/>
                <a:gd name="T48" fmla="*/ 29 w 98"/>
                <a:gd name="T49" fmla="*/ 85 h 111"/>
                <a:gd name="T50" fmla="*/ 31 w 98"/>
                <a:gd name="T51" fmla="*/ 78 h 111"/>
                <a:gd name="T52" fmla="*/ 34 w 98"/>
                <a:gd name="T53" fmla="*/ 72 h 111"/>
                <a:gd name="T54" fmla="*/ 43 w 98"/>
                <a:gd name="T55" fmla="*/ 71 h 111"/>
                <a:gd name="T56" fmla="*/ 45 w 98"/>
                <a:gd name="T57" fmla="*/ 67 h 111"/>
                <a:gd name="T58" fmla="*/ 49 w 98"/>
                <a:gd name="T59" fmla="*/ 60 h 111"/>
                <a:gd name="T60" fmla="*/ 52 w 98"/>
                <a:gd name="T61" fmla="*/ 58 h 111"/>
                <a:gd name="T62" fmla="*/ 56 w 98"/>
                <a:gd name="T63" fmla="*/ 58 h 111"/>
                <a:gd name="T64" fmla="*/ 65 w 98"/>
                <a:gd name="T65" fmla="*/ 47 h 111"/>
                <a:gd name="T66" fmla="*/ 85 w 98"/>
                <a:gd name="T67" fmla="*/ 14 h 111"/>
                <a:gd name="T68" fmla="*/ 94 w 98"/>
                <a:gd name="T6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111">
                  <a:moveTo>
                    <a:pt x="94" y="0"/>
                  </a:moveTo>
                  <a:lnTo>
                    <a:pt x="98" y="0"/>
                  </a:lnTo>
                  <a:lnTo>
                    <a:pt x="98" y="0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4" y="23"/>
                  </a:lnTo>
                  <a:lnTo>
                    <a:pt x="94" y="36"/>
                  </a:lnTo>
                  <a:lnTo>
                    <a:pt x="94" y="3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9" y="43"/>
                  </a:lnTo>
                  <a:lnTo>
                    <a:pt x="87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2" y="47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2" y="52"/>
                  </a:lnTo>
                  <a:lnTo>
                    <a:pt x="85" y="54"/>
                  </a:lnTo>
                  <a:lnTo>
                    <a:pt x="85" y="54"/>
                  </a:lnTo>
                  <a:lnTo>
                    <a:pt x="72" y="65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69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2" y="71"/>
                  </a:lnTo>
                  <a:lnTo>
                    <a:pt x="60" y="74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6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41" y="83"/>
                  </a:lnTo>
                  <a:lnTo>
                    <a:pt x="40" y="87"/>
                  </a:lnTo>
                  <a:lnTo>
                    <a:pt x="32" y="98"/>
                  </a:lnTo>
                  <a:lnTo>
                    <a:pt x="27" y="107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0" y="111"/>
                  </a:lnTo>
                  <a:lnTo>
                    <a:pt x="7" y="109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6" y="96"/>
                  </a:lnTo>
                  <a:lnTo>
                    <a:pt x="23" y="91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78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8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5" y="67"/>
                  </a:lnTo>
                  <a:lnTo>
                    <a:pt x="47" y="65"/>
                  </a:lnTo>
                  <a:lnTo>
                    <a:pt x="49" y="60"/>
                  </a:lnTo>
                  <a:lnTo>
                    <a:pt x="49" y="60"/>
                  </a:lnTo>
                  <a:lnTo>
                    <a:pt x="52" y="58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60" y="54"/>
                  </a:lnTo>
                  <a:lnTo>
                    <a:pt x="65" y="47"/>
                  </a:lnTo>
                  <a:lnTo>
                    <a:pt x="76" y="31"/>
                  </a:lnTo>
                  <a:lnTo>
                    <a:pt x="85" y="14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7" name="Freeform 159">
              <a:extLst>
                <a:ext uri="{FF2B5EF4-FFF2-40B4-BE49-F238E27FC236}">
                  <a16:creationId xmlns:a16="http://schemas.microsoft.com/office/drawing/2014/main" id="{D4FC8C5D-BC0D-4E57-BF75-9EA75F813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0 w 44"/>
                <a:gd name="T1" fmla="*/ 0 h 62"/>
                <a:gd name="T2" fmla="*/ 20 w 44"/>
                <a:gd name="T3" fmla="*/ 0 h 62"/>
                <a:gd name="T4" fmla="*/ 11 w 44"/>
                <a:gd name="T5" fmla="*/ 11 h 62"/>
                <a:gd name="T6" fmla="*/ 6 w 44"/>
                <a:gd name="T7" fmla="*/ 26 h 62"/>
                <a:gd name="T8" fmla="*/ 0 w 44"/>
                <a:gd name="T9" fmla="*/ 28 h 62"/>
                <a:gd name="T10" fmla="*/ 0 w 44"/>
                <a:gd name="T11" fmla="*/ 28 h 62"/>
                <a:gd name="T12" fmla="*/ 4 w 44"/>
                <a:gd name="T13" fmla="*/ 44 h 62"/>
                <a:gd name="T14" fmla="*/ 8 w 44"/>
                <a:gd name="T15" fmla="*/ 53 h 62"/>
                <a:gd name="T16" fmla="*/ 9 w 44"/>
                <a:gd name="T17" fmla="*/ 59 h 62"/>
                <a:gd name="T18" fmla="*/ 9 w 44"/>
                <a:gd name="T19" fmla="*/ 59 h 62"/>
                <a:gd name="T20" fmla="*/ 13 w 44"/>
                <a:gd name="T21" fmla="*/ 60 h 62"/>
                <a:gd name="T22" fmla="*/ 17 w 44"/>
                <a:gd name="T23" fmla="*/ 60 h 62"/>
                <a:gd name="T24" fmla="*/ 20 w 44"/>
                <a:gd name="T25" fmla="*/ 60 h 62"/>
                <a:gd name="T26" fmla="*/ 24 w 44"/>
                <a:gd name="T27" fmla="*/ 62 h 62"/>
                <a:gd name="T28" fmla="*/ 24 w 44"/>
                <a:gd name="T29" fmla="*/ 62 h 62"/>
                <a:gd name="T30" fmla="*/ 28 w 44"/>
                <a:gd name="T31" fmla="*/ 57 h 62"/>
                <a:gd name="T32" fmla="*/ 31 w 44"/>
                <a:gd name="T33" fmla="*/ 55 h 62"/>
                <a:gd name="T34" fmla="*/ 31 w 44"/>
                <a:gd name="T35" fmla="*/ 55 h 62"/>
                <a:gd name="T36" fmla="*/ 31 w 44"/>
                <a:gd name="T37" fmla="*/ 51 h 62"/>
                <a:gd name="T38" fmla="*/ 31 w 44"/>
                <a:gd name="T39" fmla="*/ 50 h 62"/>
                <a:gd name="T40" fmla="*/ 31 w 44"/>
                <a:gd name="T41" fmla="*/ 48 h 62"/>
                <a:gd name="T42" fmla="*/ 31 w 44"/>
                <a:gd name="T43" fmla="*/ 48 h 62"/>
                <a:gd name="T44" fmla="*/ 37 w 44"/>
                <a:gd name="T45" fmla="*/ 44 h 62"/>
                <a:gd name="T46" fmla="*/ 40 w 44"/>
                <a:gd name="T47" fmla="*/ 40 h 62"/>
                <a:gd name="T48" fmla="*/ 44 w 44"/>
                <a:gd name="T49" fmla="*/ 35 h 62"/>
                <a:gd name="T50" fmla="*/ 44 w 44"/>
                <a:gd name="T51" fmla="*/ 28 h 62"/>
                <a:gd name="T52" fmla="*/ 44 w 44"/>
                <a:gd name="T53" fmla="*/ 28 h 62"/>
                <a:gd name="T54" fmla="*/ 40 w 44"/>
                <a:gd name="T55" fmla="*/ 22 h 62"/>
                <a:gd name="T56" fmla="*/ 33 w 44"/>
                <a:gd name="T57" fmla="*/ 13 h 62"/>
                <a:gd name="T58" fmla="*/ 20 w 44"/>
                <a:gd name="T59" fmla="*/ 0 h 62"/>
                <a:gd name="T60" fmla="*/ 20 w 44"/>
                <a:gd name="T6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0" y="0"/>
                  </a:move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8" name="Freeform 160">
              <a:extLst>
                <a:ext uri="{FF2B5EF4-FFF2-40B4-BE49-F238E27FC236}">
                  <a16:creationId xmlns:a16="http://schemas.microsoft.com/office/drawing/2014/main" id="{9E3716CA-0CA8-4682-84F6-6585E5C3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0 w 27"/>
                <a:gd name="T1" fmla="*/ 0 h 25"/>
                <a:gd name="T2" fmla="*/ 0 w 27"/>
                <a:gd name="T3" fmla="*/ 0 h 25"/>
                <a:gd name="T4" fmla="*/ 2 w 27"/>
                <a:gd name="T5" fmla="*/ 13 h 25"/>
                <a:gd name="T6" fmla="*/ 3 w 27"/>
                <a:gd name="T7" fmla="*/ 22 h 25"/>
                <a:gd name="T8" fmla="*/ 5 w 27"/>
                <a:gd name="T9" fmla="*/ 24 h 25"/>
                <a:gd name="T10" fmla="*/ 7 w 27"/>
                <a:gd name="T11" fmla="*/ 25 h 25"/>
                <a:gd name="T12" fmla="*/ 11 w 27"/>
                <a:gd name="T13" fmla="*/ 25 h 25"/>
                <a:gd name="T14" fmla="*/ 18 w 27"/>
                <a:gd name="T15" fmla="*/ 22 h 25"/>
                <a:gd name="T16" fmla="*/ 18 w 27"/>
                <a:gd name="T17" fmla="*/ 22 h 25"/>
                <a:gd name="T18" fmla="*/ 27 w 27"/>
                <a:gd name="T19" fmla="*/ 14 h 25"/>
                <a:gd name="T20" fmla="*/ 27 w 27"/>
                <a:gd name="T21" fmla="*/ 14 h 25"/>
                <a:gd name="T22" fmla="*/ 23 w 27"/>
                <a:gd name="T23" fmla="*/ 11 h 25"/>
                <a:gd name="T24" fmla="*/ 22 w 27"/>
                <a:gd name="T25" fmla="*/ 5 h 25"/>
                <a:gd name="T26" fmla="*/ 22 w 27"/>
                <a:gd name="T27" fmla="*/ 5 h 25"/>
                <a:gd name="T28" fmla="*/ 11 w 27"/>
                <a:gd name="T29" fmla="*/ 7 h 25"/>
                <a:gd name="T30" fmla="*/ 11 w 27"/>
                <a:gd name="T31" fmla="*/ 7 h 25"/>
                <a:gd name="T32" fmla="*/ 0 w 27"/>
                <a:gd name="T33" fmla="*/ 0 h 25"/>
                <a:gd name="T34" fmla="*/ 0 w 2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0" y="0"/>
                  </a:move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9" name="Freeform 161">
              <a:extLst>
                <a:ext uri="{FF2B5EF4-FFF2-40B4-BE49-F238E27FC236}">
                  <a16:creationId xmlns:a16="http://schemas.microsoft.com/office/drawing/2014/main" id="{9598CFF3-F2FF-48BE-B82F-E35C58F52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0 w 56"/>
                <a:gd name="T1" fmla="*/ 0 h 26"/>
                <a:gd name="T2" fmla="*/ 0 w 56"/>
                <a:gd name="T3" fmla="*/ 0 h 26"/>
                <a:gd name="T4" fmla="*/ 7 w 56"/>
                <a:gd name="T5" fmla="*/ 15 h 26"/>
                <a:gd name="T6" fmla="*/ 12 w 56"/>
                <a:gd name="T7" fmla="*/ 20 h 26"/>
                <a:gd name="T8" fmla="*/ 18 w 56"/>
                <a:gd name="T9" fmla="*/ 24 h 26"/>
                <a:gd name="T10" fmla="*/ 23 w 56"/>
                <a:gd name="T11" fmla="*/ 26 h 26"/>
                <a:gd name="T12" fmla="*/ 31 w 56"/>
                <a:gd name="T13" fmla="*/ 24 h 26"/>
                <a:gd name="T14" fmla="*/ 38 w 56"/>
                <a:gd name="T15" fmla="*/ 22 h 26"/>
                <a:gd name="T16" fmla="*/ 45 w 56"/>
                <a:gd name="T17" fmla="*/ 17 h 26"/>
                <a:gd name="T18" fmla="*/ 45 w 56"/>
                <a:gd name="T19" fmla="*/ 17 h 26"/>
                <a:gd name="T20" fmla="*/ 51 w 56"/>
                <a:gd name="T21" fmla="*/ 15 h 26"/>
                <a:gd name="T22" fmla="*/ 56 w 56"/>
                <a:gd name="T23" fmla="*/ 15 h 26"/>
                <a:gd name="T24" fmla="*/ 56 w 56"/>
                <a:gd name="T25" fmla="*/ 15 h 26"/>
                <a:gd name="T26" fmla="*/ 53 w 56"/>
                <a:gd name="T27" fmla="*/ 11 h 26"/>
                <a:gd name="T28" fmla="*/ 51 w 56"/>
                <a:gd name="T29" fmla="*/ 8 h 26"/>
                <a:gd name="T30" fmla="*/ 51 w 56"/>
                <a:gd name="T31" fmla="*/ 8 h 26"/>
                <a:gd name="T32" fmla="*/ 38 w 56"/>
                <a:gd name="T33" fmla="*/ 4 h 26"/>
                <a:gd name="T34" fmla="*/ 25 w 56"/>
                <a:gd name="T35" fmla="*/ 2 h 26"/>
                <a:gd name="T36" fmla="*/ 0 w 56"/>
                <a:gd name="T37" fmla="*/ 0 h 26"/>
                <a:gd name="T38" fmla="*/ 0 w 56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0" name="Freeform 162">
              <a:extLst>
                <a:ext uri="{FF2B5EF4-FFF2-40B4-BE49-F238E27FC236}">
                  <a16:creationId xmlns:a16="http://schemas.microsoft.com/office/drawing/2014/main" id="{CB4A0EB1-2222-4C52-B0AA-B6246593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9 w 11"/>
                <a:gd name="T1" fmla="*/ 0 h 14"/>
                <a:gd name="T2" fmla="*/ 9 w 11"/>
                <a:gd name="T3" fmla="*/ 0 h 14"/>
                <a:gd name="T4" fmla="*/ 3 w 11"/>
                <a:gd name="T5" fmla="*/ 3 h 14"/>
                <a:gd name="T6" fmla="*/ 0 w 11"/>
                <a:gd name="T7" fmla="*/ 11 h 14"/>
                <a:gd name="T8" fmla="*/ 0 w 11"/>
                <a:gd name="T9" fmla="*/ 12 h 14"/>
                <a:gd name="T10" fmla="*/ 0 w 11"/>
                <a:gd name="T11" fmla="*/ 14 h 14"/>
                <a:gd name="T12" fmla="*/ 1 w 11"/>
                <a:gd name="T13" fmla="*/ 14 h 14"/>
                <a:gd name="T14" fmla="*/ 5 w 11"/>
                <a:gd name="T15" fmla="*/ 12 h 14"/>
                <a:gd name="T16" fmla="*/ 5 w 11"/>
                <a:gd name="T17" fmla="*/ 12 h 14"/>
                <a:gd name="T18" fmla="*/ 9 w 11"/>
                <a:gd name="T19" fmla="*/ 5 h 14"/>
                <a:gd name="T20" fmla="*/ 11 w 11"/>
                <a:gd name="T21" fmla="*/ 1 h 14"/>
                <a:gd name="T22" fmla="*/ 11 w 11"/>
                <a:gd name="T23" fmla="*/ 0 h 14"/>
                <a:gd name="T24" fmla="*/ 9 w 11"/>
                <a:gd name="T25" fmla="*/ 0 h 14"/>
                <a:gd name="T26" fmla="*/ 9 w 11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9" y="0"/>
                  </a:move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1" name="Freeform 163">
              <a:extLst>
                <a:ext uri="{FF2B5EF4-FFF2-40B4-BE49-F238E27FC236}">
                  <a16:creationId xmlns:a16="http://schemas.microsoft.com/office/drawing/2014/main" id="{319F3965-2FE6-4494-8971-EA818595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2 w 7"/>
                <a:gd name="T1" fmla="*/ 0 h 12"/>
                <a:gd name="T2" fmla="*/ 0 w 7"/>
                <a:gd name="T3" fmla="*/ 11 h 12"/>
                <a:gd name="T4" fmla="*/ 0 w 7"/>
                <a:gd name="T5" fmla="*/ 11 h 12"/>
                <a:gd name="T6" fmla="*/ 7 w 7"/>
                <a:gd name="T7" fmla="*/ 12 h 12"/>
                <a:gd name="T8" fmla="*/ 7 w 7"/>
                <a:gd name="T9" fmla="*/ 12 h 12"/>
                <a:gd name="T10" fmla="*/ 7 w 7"/>
                <a:gd name="T11" fmla="*/ 3 h 12"/>
                <a:gd name="T12" fmla="*/ 6 w 7"/>
                <a:gd name="T13" fmla="*/ 1 h 12"/>
                <a:gd name="T14" fmla="*/ 2 w 7"/>
                <a:gd name="T15" fmla="*/ 0 h 12"/>
                <a:gd name="T16" fmla="*/ 2 w 7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2">
                  <a:moveTo>
                    <a:pt x="2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2" name="Freeform 164">
              <a:extLst>
                <a:ext uri="{FF2B5EF4-FFF2-40B4-BE49-F238E27FC236}">
                  <a16:creationId xmlns:a16="http://schemas.microsoft.com/office/drawing/2014/main" id="{B25EADBE-C460-4E38-8C83-9C430E73C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27 w 56"/>
                <a:gd name="T1" fmla="*/ 0 h 29"/>
                <a:gd name="T2" fmla="*/ 27 w 56"/>
                <a:gd name="T3" fmla="*/ 0 h 29"/>
                <a:gd name="T4" fmla="*/ 5 w 56"/>
                <a:gd name="T5" fmla="*/ 18 h 29"/>
                <a:gd name="T6" fmla="*/ 5 w 56"/>
                <a:gd name="T7" fmla="*/ 18 h 29"/>
                <a:gd name="T8" fmla="*/ 5 w 56"/>
                <a:gd name="T9" fmla="*/ 18 h 29"/>
                <a:gd name="T10" fmla="*/ 3 w 56"/>
                <a:gd name="T11" fmla="*/ 20 h 29"/>
                <a:gd name="T12" fmla="*/ 0 w 56"/>
                <a:gd name="T13" fmla="*/ 22 h 29"/>
                <a:gd name="T14" fmla="*/ 0 w 56"/>
                <a:gd name="T15" fmla="*/ 22 h 29"/>
                <a:gd name="T16" fmla="*/ 14 w 56"/>
                <a:gd name="T17" fmla="*/ 25 h 29"/>
                <a:gd name="T18" fmla="*/ 27 w 56"/>
                <a:gd name="T19" fmla="*/ 27 h 29"/>
                <a:gd name="T20" fmla="*/ 56 w 56"/>
                <a:gd name="T21" fmla="*/ 29 h 29"/>
                <a:gd name="T22" fmla="*/ 56 w 56"/>
                <a:gd name="T23" fmla="*/ 29 h 29"/>
                <a:gd name="T24" fmla="*/ 56 w 56"/>
                <a:gd name="T25" fmla="*/ 22 h 29"/>
                <a:gd name="T26" fmla="*/ 56 w 56"/>
                <a:gd name="T27" fmla="*/ 14 h 29"/>
                <a:gd name="T28" fmla="*/ 56 w 56"/>
                <a:gd name="T29" fmla="*/ 14 h 29"/>
                <a:gd name="T30" fmla="*/ 45 w 56"/>
                <a:gd name="T31" fmla="*/ 7 h 29"/>
                <a:gd name="T32" fmla="*/ 45 w 56"/>
                <a:gd name="T33" fmla="*/ 7 h 29"/>
                <a:gd name="T34" fmla="*/ 38 w 56"/>
                <a:gd name="T35" fmla="*/ 4 h 29"/>
                <a:gd name="T36" fmla="*/ 32 w 56"/>
                <a:gd name="T37" fmla="*/ 0 h 29"/>
                <a:gd name="T38" fmla="*/ 27 w 56"/>
                <a:gd name="T39" fmla="*/ 0 h 29"/>
                <a:gd name="T40" fmla="*/ 27 w 56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27" y="0"/>
                  </a:move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3" name="Freeform 165">
              <a:extLst>
                <a:ext uri="{FF2B5EF4-FFF2-40B4-BE49-F238E27FC236}">
                  <a16:creationId xmlns:a16="http://schemas.microsoft.com/office/drawing/2014/main" id="{103E2D1F-ABE7-4014-8FDB-A5A5D28B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4" name="Freeform 166">
              <a:extLst>
                <a:ext uri="{FF2B5EF4-FFF2-40B4-BE49-F238E27FC236}">
                  <a16:creationId xmlns:a16="http://schemas.microsoft.com/office/drawing/2014/main" id="{8F40CA5C-7076-4FE5-A41F-7954BAB6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1782" y="1593042"/>
              <a:ext cx="7415" cy="10381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0 h 7"/>
                <a:gd name="T4" fmla="*/ 3 w 5"/>
                <a:gd name="T5" fmla="*/ 4 h 7"/>
                <a:gd name="T6" fmla="*/ 2 w 5"/>
                <a:gd name="T7" fmla="*/ 7 h 7"/>
                <a:gd name="T8" fmla="*/ 2 w 5"/>
                <a:gd name="T9" fmla="*/ 7 h 7"/>
                <a:gd name="T10" fmla="*/ 0 w 5"/>
                <a:gd name="T11" fmla="*/ 7 h 7"/>
                <a:gd name="T12" fmla="*/ 0 w 5"/>
                <a:gd name="T13" fmla="*/ 6 h 7"/>
                <a:gd name="T14" fmla="*/ 5 w 5"/>
                <a:gd name="T15" fmla="*/ 0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5" y="0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5" name="Freeform 167">
              <a:extLst>
                <a:ext uri="{FF2B5EF4-FFF2-40B4-BE49-F238E27FC236}">
                  <a16:creationId xmlns:a16="http://schemas.microsoft.com/office/drawing/2014/main" id="{4E616A0D-0673-4D90-9D04-608B07E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18 w 55"/>
                <a:gd name="T1" fmla="*/ 0 h 22"/>
                <a:gd name="T2" fmla="*/ 18 w 55"/>
                <a:gd name="T3" fmla="*/ 0 h 22"/>
                <a:gd name="T4" fmla="*/ 13 w 55"/>
                <a:gd name="T5" fmla="*/ 3 h 22"/>
                <a:gd name="T6" fmla="*/ 7 w 55"/>
                <a:gd name="T7" fmla="*/ 9 h 22"/>
                <a:gd name="T8" fmla="*/ 7 w 55"/>
                <a:gd name="T9" fmla="*/ 9 h 22"/>
                <a:gd name="T10" fmla="*/ 4 w 55"/>
                <a:gd name="T11" fmla="*/ 14 h 22"/>
                <a:gd name="T12" fmla="*/ 0 w 55"/>
                <a:gd name="T13" fmla="*/ 20 h 22"/>
                <a:gd name="T14" fmla="*/ 0 w 55"/>
                <a:gd name="T15" fmla="*/ 20 h 22"/>
                <a:gd name="T16" fmla="*/ 11 w 55"/>
                <a:gd name="T17" fmla="*/ 22 h 22"/>
                <a:gd name="T18" fmla="*/ 20 w 55"/>
                <a:gd name="T19" fmla="*/ 22 h 22"/>
                <a:gd name="T20" fmla="*/ 20 w 55"/>
                <a:gd name="T21" fmla="*/ 22 h 22"/>
                <a:gd name="T22" fmla="*/ 22 w 55"/>
                <a:gd name="T23" fmla="*/ 20 h 22"/>
                <a:gd name="T24" fmla="*/ 24 w 55"/>
                <a:gd name="T25" fmla="*/ 18 h 22"/>
                <a:gd name="T26" fmla="*/ 27 w 55"/>
                <a:gd name="T27" fmla="*/ 16 h 22"/>
                <a:gd name="T28" fmla="*/ 27 w 55"/>
                <a:gd name="T29" fmla="*/ 16 h 22"/>
                <a:gd name="T30" fmla="*/ 40 w 55"/>
                <a:gd name="T31" fmla="*/ 20 h 22"/>
                <a:gd name="T32" fmla="*/ 51 w 55"/>
                <a:gd name="T33" fmla="*/ 22 h 22"/>
                <a:gd name="T34" fmla="*/ 51 w 55"/>
                <a:gd name="T35" fmla="*/ 22 h 22"/>
                <a:gd name="T36" fmla="*/ 55 w 55"/>
                <a:gd name="T37" fmla="*/ 12 h 22"/>
                <a:gd name="T38" fmla="*/ 55 w 55"/>
                <a:gd name="T39" fmla="*/ 12 h 22"/>
                <a:gd name="T40" fmla="*/ 36 w 55"/>
                <a:gd name="T41" fmla="*/ 3 h 22"/>
                <a:gd name="T42" fmla="*/ 25 w 55"/>
                <a:gd name="T43" fmla="*/ 0 h 22"/>
                <a:gd name="T44" fmla="*/ 18 w 55"/>
                <a:gd name="T45" fmla="*/ 0 h 22"/>
                <a:gd name="T46" fmla="*/ 18 w 55"/>
                <a:gd name="T4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18" y="0"/>
                  </a:move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6" name="Freeform 168">
              <a:extLst>
                <a:ext uri="{FF2B5EF4-FFF2-40B4-BE49-F238E27FC236}">
                  <a16:creationId xmlns:a16="http://schemas.microsoft.com/office/drawing/2014/main" id="{34A2A47E-15A2-4BB8-9DC9-FF065BC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6 w 22"/>
                <a:gd name="T1" fmla="*/ 0 h 17"/>
                <a:gd name="T2" fmla="*/ 6 w 22"/>
                <a:gd name="T3" fmla="*/ 0 h 17"/>
                <a:gd name="T4" fmla="*/ 0 w 22"/>
                <a:gd name="T5" fmla="*/ 17 h 17"/>
                <a:gd name="T6" fmla="*/ 0 w 22"/>
                <a:gd name="T7" fmla="*/ 17 h 17"/>
                <a:gd name="T8" fmla="*/ 9 w 22"/>
                <a:gd name="T9" fmla="*/ 17 h 17"/>
                <a:gd name="T10" fmla="*/ 15 w 22"/>
                <a:gd name="T11" fmla="*/ 17 h 17"/>
                <a:gd name="T12" fmla="*/ 20 w 22"/>
                <a:gd name="T13" fmla="*/ 17 h 17"/>
                <a:gd name="T14" fmla="*/ 20 w 22"/>
                <a:gd name="T15" fmla="*/ 17 h 17"/>
                <a:gd name="T16" fmla="*/ 22 w 22"/>
                <a:gd name="T17" fmla="*/ 13 h 17"/>
                <a:gd name="T18" fmla="*/ 22 w 22"/>
                <a:gd name="T19" fmla="*/ 11 h 17"/>
                <a:gd name="T20" fmla="*/ 20 w 22"/>
                <a:gd name="T21" fmla="*/ 11 h 17"/>
                <a:gd name="T22" fmla="*/ 20 w 22"/>
                <a:gd name="T23" fmla="*/ 11 h 17"/>
                <a:gd name="T24" fmla="*/ 20 w 22"/>
                <a:gd name="T25" fmla="*/ 7 h 17"/>
                <a:gd name="T26" fmla="*/ 19 w 22"/>
                <a:gd name="T27" fmla="*/ 7 h 17"/>
                <a:gd name="T28" fmla="*/ 17 w 22"/>
                <a:gd name="T29" fmla="*/ 7 h 17"/>
                <a:gd name="T30" fmla="*/ 17 w 22"/>
                <a:gd name="T31" fmla="*/ 7 h 17"/>
                <a:gd name="T32" fmla="*/ 13 w 22"/>
                <a:gd name="T33" fmla="*/ 0 h 17"/>
                <a:gd name="T34" fmla="*/ 13 w 22"/>
                <a:gd name="T35" fmla="*/ 0 h 17"/>
                <a:gd name="T36" fmla="*/ 9 w 22"/>
                <a:gd name="T37" fmla="*/ 0 h 17"/>
                <a:gd name="T38" fmla="*/ 6 w 22"/>
                <a:gd name="T39" fmla="*/ 0 h 17"/>
                <a:gd name="T40" fmla="*/ 6 w 22"/>
                <a:gd name="T4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6" y="0"/>
                  </a:move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7" name="Freeform 169">
              <a:extLst>
                <a:ext uri="{FF2B5EF4-FFF2-40B4-BE49-F238E27FC236}">
                  <a16:creationId xmlns:a16="http://schemas.microsoft.com/office/drawing/2014/main" id="{CC6DE0F1-5CEF-4D38-87A4-1C449768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8" name="Freeform 170">
              <a:extLst>
                <a:ext uri="{FF2B5EF4-FFF2-40B4-BE49-F238E27FC236}">
                  <a16:creationId xmlns:a16="http://schemas.microsoft.com/office/drawing/2014/main" id="{D193A4BA-88A0-4467-B6E0-6DE24E8A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9" name="Freeform 171">
              <a:extLst>
                <a:ext uri="{FF2B5EF4-FFF2-40B4-BE49-F238E27FC236}">
                  <a16:creationId xmlns:a16="http://schemas.microsoft.com/office/drawing/2014/main" id="{2AA92335-6385-4B39-B3DF-DBB3AE0F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0" name="Freeform 172">
              <a:extLst>
                <a:ext uri="{FF2B5EF4-FFF2-40B4-BE49-F238E27FC236}">
                  <a16:creationId xmlns:a16="http://schemas.microsoft.com/office/drawing/2014/main" id="{BA7FED52-A154-4248-99C6-9DE9B8D8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1" name="Freeform 173">
              <a:extLst>
                <a:ext uri="{FF2B5EF4-FFF2-40B4-BE49-F238E27FC236}">
                  <a16:creationId xmlns:a16="http://schemas.microsoft.com/office/drawing/2014/main" id="{88EA7750-3A3D-4ED7-AAC3-EF56E6FB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2 h 7"/>
                <a:gd name="T2" fmla="*/ 1 w 7"/>
                <a:gd name="T3" fmla="*/ 2 h 7"/>
                <a:gd name="T4" fmla="*/ 0 w 7"/>
                <a:gd name="T5" fmla="*/ 5 h 7"/>
                <a:gd name="T6" fmla="*/ 0 w 7"/>
                <a:gd name="T7" fmla="*/ 7 h 7"/>
                <a:gd name="T8" fmla="*/ 1 w 7"/>
                <a:gd name="T9" fmla="*/ 7 h 7"/>
                <a:gd name="T10" fmla="*/ 1 w 7"/>
                <a:gd name="T11" fmla="*/ 7 h 7"/>
                <a:gd name="T12" fmla="*/ 7 w 7"/>
                <a:gd name="T13" fmla="*/ 2 h 7"/>
                <a:gd name="T14" fmla="*/ 7 w 7"/>
                <a:gd name="T15" fmla="*/ 0 h 7"/>
                <a:gd name="T16" fmla="*/ 1 w 7"/>
                <a:gd name="T17" fmla="*/ 2 h 7"/>
                <a:gd name="T18" fmla="*/ 1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2" name="Freeform 174">
              <a:extLst>
                <a:ext uri="{FF2B5EF4-FFF2-40B4-BE49-F238E27FC236}">
                  <a16:creationId xmlns:a16="http://schemas.microsoft.com/office/drawing/2014/main" id="{DC3D0873-2629-4AFF-AD1F-A124F8F75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230" y="1572280"/>
              <a:ext cx="11864" cy="20762"/>
            </a:xfrm>
            <a:custGeom>
              <a:avLst/>
              <a:gdLst>
                <a:gd name="T0" fmla="*/ 6 w 8"/>
                <a:gd name="T1" fmla="*/ 0 h 14"/>
                <a:gd name="T2" fmla="*/ 6 w 8"/>
                <a:gd name="T3" fmla="*/ 0 h 14"/>
                <a:gd name="T4" fmla="*/ 8 w 8"/>
                <a:gd name="T5" fmla="*/ 0 h 14"/>
                <a:gd name="T6" fmla="*/ 8 w 8"/>
                <a:gd name="T7" fmla="*/ 1 h 14"/>
                <a:gd name="T8" fmla="*/ 8 w 8"/>
                <a:gd name="T9" fmla="*/ 7 h 14"/>
                <a:gd name="T10" fmla="*/ 6 w 8"/>
                <a:gd name="T11" fmla="*/ 12 h 14"/>
                <a:gd name="T12" fmla="*/ 4 w 8"/>
                <a:gd name="T13" fmla="*/ 14 h 14"/>
                <a:gd name="T14" fmla="*/ 4 w 8"/>
                <a:gd name="T15" fmla="*/ 14 h 14"/>
                <a:gd name="T16" fmla="*/ 2 w 8"/>
                <a:gd name="T17" fmla="*/ 14 h 14"/>
                <a:gd name="T18" fmla="*/ 0 w 8"/>
                <a:gd name="T19" fmla="*/ 14 h 14"/>
                <a:gd name="T20" fmla="*/ 0 w 8"/>
                <a:gd name="T21" fmla="*/ 9 h 14"/>
                <a:gd name="T22" fmla="*/ 0 w 8"/>
                <a:gd name="T23" fmla="*/ 3 h 14"/>
                <a:gd name="T24" fmla="*/ 4 w 8"/>
                <a:gd name="T25" fmla="*/ 1 h 14"/>
                <a:gd name="T26" fmla="*/ 6 w 8"/>
                <a:gd name="T27" fmla="*/ 0 h 14"/>
                <a:gd name="T28" fmla="*/ 6 w 8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4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7"/>
                  </a:lnTo>
                  <a:lnTo>
                    <a:pt x="6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3" name="Freeform 175">
              <a:extLst>
                <a:ext uri="{FF2B5EF4-FFF2-40B4-BE49-F238E27FC236}">
                  <a16:creationId xmlns:a16="http://schemas.microsoft.com/office/drawing/2014/main" id="{4E7AE931-52F7-43A8-A3C2-93577A8D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4" name="Freeform 176">
              <a:extLst>
                <a:ext uri="{FF2B5EF4-FFF2-40B4-BE49-F238E27FC236}">
                  <a16:creationId xmlns:a16="http://schemas.microsoft.com/office/drawing/2014/main" id="{B679A649-A7E8-4053-8423-F8EC4C74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5 w 7"/>
                <a:gd name="T1" fmla="*/ 2 h 11"/>
                <a:gd name="T2" fmla="*/ 5 w 7"/>
                <a:gd name="T3" fmla="*/ 2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4 h 11"/>
                <a:gd name="T16" fmla="*/ 7 w 7"/>
                <a:gd name="T17" fmla="*/ 0 h 11"/>
                <a:gd name="T18" fmla="*/ 7 w 7"/>
                <a:gd name="T19" fmla="*/ 0 h 11"/>
                <a:gd name="T20" fmla="*/ 5 w 7"/>
                <a:gd name="T21" fmla="*/ 2 h 11"/>
                <a:gd name="T22" fmla="*/ 5 w 7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5" y="2"/>
                  </a:move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5" name="Freeform 177">
              <a:extLst>
                <a:ext uri="{FF2B5EF4-FFF2-40B4-BE49-F238E27FC236}">
                  <a16:creationId xmlns:a16="http://schemas.microsoft.com/office/drawing/2014/main" id="{700BD2F0-734B-4DCA-AF6A-DECF44A50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6" name="Freeform 178">
              <a:extLst>
                <a:ext uri="{FF2B5EF4-FFF2-40B4-BE49-F238E27FC236}">
                  <a16:creationId xmlns:a16="http://schemas.microsoft.com/office/drawing/2014/main" id="{31084051-C059-49F6-B562-13E4F875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7" name="Freeform 179">
              <a:extLst>
                <a:ext uri="{FF2B5EF4-FFF2-40B4-BE49-F238E27FC236}">
                  <a16:creationId xmlns:a16="http://schemas.microsoft.com/office/drawing/2014/main" id="{E87A7684-7EC0-48CB-92C1-2A31606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6 w 18"/>
                <a:gd name="T1" fmla="*/ 0 h 18"/>
                <a:gd name="T2" fmla="*/ 6 w 18"/>
                <a:gd name="T3" fmla="*/ 0 h 18"/>
                <a:gd name="T4" fmla="*/ 0 w 18"/>
                <a:gd name="T5" fmla="*/ 7 h 18"/>
                <a:gd name="T6" fmla="*/ 0 w 18"/>
                <a:gd name="T7" fmla="*/ 7 h 18"/>
                <a:gd name="T8" fmla="*/ 4 w 18"/>
                <a:gd name="T9" fmla="*/ 7 h 18"/>
                <a:gd name="T10" fmla="*/ 7 w 18"/>
                <a:gd name="T11" fmla="*/ 7 h 18"/>
                <a:gd name="T12" fmla="*/ 7 w 18"/>
                <a:gd name="T13" fmla="*/ 7 h 18"/>
                <a:gd name="T14" fmla="*/ 9 w 18"/>
                <a:gd name="T15" fmla="*/ 9 h 18"/>
                <a:gd name="T16" fmla="*/ 11 w 18"/>
                <a:gd name="T17" fmla="*/ 13 h 18"/>
                <a:gd name="T18" fmla="*/ 11 w 18"/>
                <a:gd name="T19" fmla="*/ 15 h 18"/>
                <a:gd name="T20" fmla="*/ 15 w 18"/>
                <a:gd name="T21" fmla="*/ 18 h 18"/>
                <a:gd name="T22" fmla="*/ 15 w 18"/>
                <a:gd name="T23" fmla="*/ 18 h 18"/>
                <a:gd name="T24" fmla="*/ 18 w 18"/>
                <a:gd name="T25" fmla="*/ 18 h 18"/>
                <a:gd name="T26" fmla="*/ 17 w 18"/>
                <a:gd name="T27" fmla="*/ 17 h 18"/>
                <a:gd name="T28" fmla="*/ 18 w 18"/>
                <a:gd name="T29" fmla="*/ 15 h 18"/>
                <a:gd name="T30" fmla="*/ 18 w 18"/>
                <a:gd name="T31" fmla="*/ 15 h 18"/>
                <a:gd name="T32" fmla="*/ 13 w 18"/>
                <a:gd name="T33" fmla="*/ 13 h 18"/>
                <a:gd name="T34" fmla="*/ 13 w 18"/>
                <a:gd name="T35" fmla="*/ 13 h 18"/>
                <a:gd name="T36" fmla="*/ 15 w 18"/>
                <a:gd name="T37" fmla="*/ 6 h 18"/>
                <a:gd name="T38" fmla="*/ 15 w 18"/>
                <a:gd name="T39" fmla="*/ 6 h 18"/>
                <a:gd name="T40" fmla="*/ 9 w 18"/>
                <a:gd name="T41" fmla="*/ 4 h 18"/>
                <a:gd name="T42" fmla="*/ 6 w 18"/>
                <a:gd name="T43" fmla="*/ 0 h 18"/>
                <a:gd name="T44" fmla="*/ 6 w 18"/>
                <a:gd name="T4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8" name="Freeform 180">
              <a:extLst>
                <a:ext uri="{FF2B5EF4-FFF2-40B4-BE49-F238E27FC236}">
                  <a16:creationId xmlns:a16="http://schemas.microsoft.com/office/drawing/2014/main" id="{359E011A-EA78-4ADD-B3D8-A6B756A2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54" y="1609355"/>
              <a:ext cx="10382" cy="5932"/>
            </a:xfrm>
            <a:custGeom>
              <a:avLst/>
              <a:gdLst>
                <a:gd name="T0" fmla="*/ 2 w 7"/>
                <a:gd name="T1" fmla="*/ 0 h 4"/>
                <a:gd name="T2" fmla="*/ 2 w 7"/>
                <a:gd name="T3" fmla="*/ 0 h 4"/>
                <a:gd name="T4" fmla="*/ 5 w 7"/>
                <a:gd name="T5" fmla="*/ 0 h 4"/>
                <a:gd name="T6" fmla="*/ 5 w 7"/>
                <a:gd name="T7" fmla="*/ 2 h 4"/>
                <a:gd name="T8" fmla="*/ 7 w 7"/>
                <a:gd name="T9" fmla="*/ 4 h 4"/>
                <a:gd name="T10" fmla="*/ 7 w 7"/>
                <a:gd name="T11" fmla="*/ 4 h 4"/>
                <a:gd name="T12" fmla="*/ 2 w 7"/>
                <a:gd name="T13" fmla="*/ 2 h 4"/>
                <a:gd name="T14" fmla="*/ 0 w 7"/>
                <a:gd name="T15" fmla="*/ 0 h 4"/>
                <a:gd name="T16" fmla="*/ 2 w 7"/>
                <a:gd name="T17" fmla="*/ 0 h 4"/>
                <a:gd name="T18" fmla="*/ 2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9" name="Freeform 181">
              <a:extLst>
                <a:ext uri="{FF2B5EF4-FFF2-40B4-BE49-F238E27FC236}">
                  <a16:creationId xmlns:a16="http://schemas.microsoft.com/office/drawing/2014/main" id="{C1C74F6A-EE41-4478-AA29-8987A816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0" name="Freeform 182">
              <a:extLst>
                <a:ext uri="{FF2B5EF4-FFF2-40B4-BE49-F238E27FC236}">
                  <a16:creationId xmlns:a16="http://schemas.microsoft.com/office/drawing/2014/main" id="{45B40A54-268C-4ADE-B599-A0838E12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41" y="1662743"/>
              <a:ext cx="8898" cy="11864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0 h 8"/>
                <a:gd name="T4" fmla="*/ 4 w 6"/>
                <a:gd name="T5" fmla="*/ 4 h 8"/>
                <a:gd name="T6" fmla="*/ 2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0 w 6"/>
                <a:gd name="T13" fmla="*/ 4 h 8"/>
                <a:gd name="T14" fmla="*/ 6 w 6"/>
                <a:gd name="T15" fmla="*/ 0 h 8"/>
                <a:gd name="T16" fmla="*/ 6 w 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1" name="Freeform 183">
              <a:extLst>
                <a:ext uri="{FF2B5EF4-FFF2-40B4-BE49-F238E27FC236}">
                  <a16:creationId xmlns:a16="http://schemas.microsoft.com/office/drawing/2014/main" id="{C6297B1C-2E89-400A-A253-6AE4C3BB9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2" name="Freeform 184">
              <a:extLst>
                <a:ext uri="{FF2B5EF4-FFF2-40B4-BE49-F238E27FC236}">
                  <a16:creationId xmlns:a16="http://schemas.microsoft.com/office/drawing/2014/main" id="{E134BAAD-206D-49BD-8EFC-5BB199CE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625668"/>
              <a:ext cx="4449" cy="7415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2 h 5"/>
                <a:gd name="T6" fmla="*/ 3 w 3"/>
                <a:gd name="T7" fmla="*/ 4 h 5"/>
                <a:gd name="T8" fmla="*/ 0 w 3"/>
                <a:gd name="T9" fmla="*/ 5 h 5"/>
                <a:gd name="T10" fmla="*/ 0 w 3"/>
                <a:gd name="T11" fmla="*/ 5 h 5"/>
                <a:gd name="T12" fmla="*/ 0 w 3"/>
                <a:gd name="T13" fmla="*/ 2 h 5"/>
                <a:gd name="T14" fmla="*/ 0 w 3"/>
                <a:gd name="T15" fmla="*/ 0 h 5"/>
                <a:gd name="T16" fmla="*/ 3 w 3"/>
                <a:gd name="T17" fmla="*/ 0 h 5"/>
                <a:gd name="T18" fmla="*/ 3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3" name="Freeform 185">
              <a:extLst>
                <a:ext uri="{FF2B5EF4-FFF2-40B4-BE49-F238E27FC236}">
                  <a16:creationId xmlns:a16="http://schemas.microsoft.com/office/drawing/2014/main" id="{58D9D2C7-26ED-4F12-A545-68DF413CE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4 w 17"/>
                <a:gd name="T1" fmla="*/ 0 h 15"/>
                <a:gd name="T2" fmla="*/ 0 w 17"/>
                <a:gd name="T3" fmla="*/ 9 h 15"/>
                <a:gd name="T4" fmla="*/ 0 w 17"/>
                <a:gd name="T5" fmla="*/ 9 h 15"/>
                <a:gd name="T6" fmla="*/ 2 w 17"/>
                <a:gd name="T7" fmla="*/ 11 h 15"/>
                <a:gd name="T8" fmla="*/ 4 w 17"/>
                <a:gd name="T9" fmla="*/ 13 h 15"/>
                <a:gd name="T10" fmla="*/ 8 w 17"/>
                <a:gd name="T11" fmla="*/ 15 h 15"/>
                <a:gd name="T12" fmla="*/ 8 w 17"/>
                <a:gd name="T13" fmla="*/ 15 h 15"/>
                <a:gd name="T14" fmla="*/ 9 w 17"/>
                <a:gd name="T15" fmla="*/ 13 h 15"/>
                <a:gd name="T16" fmla="*/ 11 w 17"/>
                <a:gd name="T17" fmla="*/ 13 h 15"/>
                <a:gd name="T18" fmla="*/ 11 w 17"/>
                <a:gd name="T19" fmla="*/ 13 h 15"/>
                <a:gd name="T20" fmla="*/ 15 w 17"/>
                <a:gd name="T21" fmla="*/ 13 h 15"/>
                <a:gd name="T22" fmla="*/ 17 w 17"/>
                <a:gd name="T23" fmla="*/ 11 h 15"/>
                <a:gd name="T24" fmla="*/ 17 w 17"/>
                <a:gd name="T25" fmla="*/ 8 h 15"/>
                <a:gd name="T26" fmla="*/ 17 w 17"/>
                <a:gd name="T27" fmla="*/ 8 h 15"/>
                <a:gd name="T28" fmla="*/ 4 w 17"/>
                <a:gd name="T29" fmla="*/ 0 h 15"/>
                <a:gd name="T30" fmla="*/ 4 w 17"/>
                <a:gd name="T3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4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4" name="Freeform 186">
              <a:extLst>
                <a:ext uri="{FF2B5EF4-FFF2-40B4-BE49-F238E27FC236}">
                  <a16:creationId xmlns:a16="http://schemas.microsoft.com/office/drawing/2014/main" id="{ED2988D4-EE6E-4BED-B91F-43968F0B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5" name="Freeform 187">
              <a:extLst>
                <a:ext uri="{FF2B5EF4-FFF2-40B4-BE49-F238E27FC236}">
                  <a16:creationId xmlns:a16="http://schemas.microsoft.com/office/drawing/2014/main" id="{04E582FF-2946-4502-834C-4B169EA0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6" name="Freeform 188">
              <a:extLst>
                <a:ext uri="{FF2B5EF4-FFF2-40B4-BE49-F238E27FC236}">
                  <a16:creationId xmlns:a16="http://schemas.microsoft.com/office/drawing/2014/main" id="{F3877FCB-BEE3-4E3E-BE99-FD1A9C31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7" name="Freeform 189">
              <a:extLst>
                <a:ext uri="{FF2B5EF4-FFF2-40B4-BE49-F238E27FC236}">
                  <a16:creationId xmlns:a16="http://schemas.microsoft.com/office/drawing/2014/main" id="{E6A0CD2C-06EE-473F-B005-6F8597F9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3 w 18"/>
                <a:gd name="T1" fmla="*/ 2 h 19"/>
                <a:gd name="T2" fmla="*/ 5 w 18"/>
                <a:gd name="T3" fmla="*/ 11 h 19"/>
                <a:gd name="T4" fmla="*/ 5 w 18"/>
                <a:gd name="T5" fmla="*/ 11 h 19"/>
                <a:gd name="T6" fmla="*/ 2 w 18"/>
                <a:gd name="T7" fmla="*/ 13 h 19"/>
                <a:gd name="T8" fmla="*/ 2 w 18"/>
                <a:gd name="T9" fmla="*/ 13 h 19"/>
                <a:gd name="T10" fmla="*/ 0 w 18"/>
                <a:gd name="T11" fmla="*/ 17 h 19"/>
                <a:gd name="T12" fmla="*/ 0 w 18"/>
                <a:gd name="T13" fmla="*/ 19 h 19"/>
                <a:gd name="T14" fmla="*/ 4 w 18"/>
                <a:gd name="T15" fmla="*/ 19 h 19"/>
                <a:gd name="T16" fmla="*/ 4 w 18"/>
                <a:gd name="T17" fmla="*/ 19 h 19"/>
                <a:gd name="T18" fmla="*/ 18 w 18"/>
                <a:gd name="T19" fmla="*/ 9 h 19"/>
                <a:gd name="T20" fmla="*/ 18 w 18"/>
                <a:gd name="T21" fmla="*/ 9 h 19"/>
                <a:gd name="T22" fmla="*/ 18 w 18"/>
                <a:gd name="T23" fmla="*/ 4 h 19"/>
                <a:gd name="T24" fmla="*/ 18 w 18"/>
                <a:gd name="T25" fmla="*/ 4 h 19"/>
                <a:gd name="T26" fmla="*/ 16 w 18"/>
                <a:gd name="T27" fmla="*/ 4 h 19"/>
                <a:gd name="T28" fmla="*/ 16 w 18"/>
                <a:gd name="T29" fmla="*/ 4 h 19"/>
                <a:gd name="T30" fmla="*/ 14 w 18"/>
                <a:gd name="T31" fmla="*/ 2 h 19"/>
                <a:gd name="T32" fmla="*/ 16 w 18"/>
                <a:gd name="T33" fmla="*/ 0 h 19"/>
                <a:gd name="T34" fmla="*/ 16 w 18"/>
                <a:gd name="T35" fmla="*/ 0 h 19"/>
                <a:gd name="T36" fmla="*/ 13 w 18"/>
                <a:gd name="T37" fmla="*/ 2 h 19"/>
                <a:gd name="T38" fmla="*/ 13 w 18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3" y="2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8" name="Freeform 190">
              <a:extLst>
                <a:ext uri="{FF2B5EF4-FFF2-40B4-BE49-F238E27FC236}">
                  <a16:creationId xmlns:a16="http://schemas.microsoft.com/office/drawing/2014/main" id="{F96257E2-8C68-4845-8815-46033BE1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9" name="Freeform 191">
              <a:extLst>
                <a:ext uri="{FF2B5EF4-FFF2-40B4-BE49-F238E27FC236}">
                  <a16:creationId xmlns:a16="http://schemas.microsoft.com/office/drawing/2014/main" id="{C7C26191-A50B-4E54-9CD7-B44522FB6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22 w 56"/>
                <a:gd name="T1" fmla="*/ 2 h 36"/>
                <a:gd name="T2" fmla="*/ 22 w 56"/>
                <a:gd name="T3" fmla="*/ 2 h 36"/>
                <a:gd name="T4" fmla="*/ 12 w 56"/>
                <a:gd name="T5" fmla="*/ 7 h 36"/>
                <a:gd name="T6" fmla="*/ 16 w 56"/>
                <a:gd name="T7" fmla="*/ 0 h 36"/>
                <a:gd name="T8" fmla="*/ 11 w 56"/>
                <a:gd name="T9" fmla="*/ 0 h 36"/>
                <a:gd name="T10" fmla="*/ 11 w 56"/>
                <a:gd name="T11" fmla="*/ 0 h 36"/>
                <a:gd name="T12" fmla="*/ 7 w 56"/>
                <a:gd name="T13" fmla="*/ 4 h 36"/>
                <a:gd name="T14" fmla="*/ 3 w 56"/>
                <a:gd name="T15" fmla="*/ 7 h 36"/>
                <a:gd name="T16" fmla="*/ 3 w 56"/>
                <a:gd name="T17" fmla="*/ 7 h 36"/>
                <a:gd name="T18" fmla="*/ 3 w 56"/>
                <a:gd name="T19" fmla="*/ 9 h 36"/>
                <a:gd name="T20" fmla="*/ 3 w 56"/>
                <a:gd name="T21" fmla="*/ 13 h 36"/>
                <a:gd name="T22" fmla="*/ 3 w 56"/>
                <a:gd name="T23" fmla="*/ 18 h 36"/>
                <a:gd name="T24" fmla="*/ 3 w 56"/>
                <a:gd name="T25" fmla="*/ 18 h 36"/>
                <a:gd name="T26" fmla="*/ 0 w 56"/>
                <a:gd name="T27" fmla="*/ 24 h 36"/>
                <a:gd name="T28" fmla="*/ 0 w 56"/>
                <a:gd name="T29" fmla="*/ 24 h 36"/>
                <a:gd name="T30" fmla="*/ 5 w 56"/>
                <a:gd name="T31" fmla="*/ 27 h 36"/>
                <a:gd name="T32" fmla="*/ 11 w 56"/>
                <a:gd name="T33" fmla="*/ 29 h 36"/>
                <a:gd name="T34" fmla="*/ 18 w 56"/>
                <a:gd name="T35" fmla="*/ 33 h 36"/>
                <a:gd name="T36" fmla="*/ 18 w 56"/>
                <a:gd name="T37" fmla="*/ 33 h 36"/>
                <a:gd name="T38" fmla="*/ 31 w 56"/>
                <a:gd name="T39" fmla="*/ 34 h 36"/>
                <a:gd name="T40" fmla="*/ 40 w 56"/>
                <a:gd name="T41" fmla="*/ 34 h 36"/>
                <a:gd name="T42" fmla="*/ 40 w 56"/>
                <a:gd name="T43" fmla="*/ 34 h 36"/>
                <a:gd name="T44" fmla="*/ 49 w 56"/>
                <a:gd name="T45" fmla="*/ 36 h 36"/>
                <a:gd name="T46" fmla="*/ 56 w 56"/>
                <a:gd name="T47" fmla="*/ 33 h 36"/>
                <a:gd name="T48" fmla="*/ 53 w 56"/>
                <a:gd name="T49" fmla="*/ 18 h 36"/>
                <a:gd name="T50" fmla="*/ 53 w 56"/>
                <a:gd name="T51" fmla="*/ 18 h 36"/>
                <a:gd name="T52" fmla="*/ 43 w 56"/>
                <a:gd name="T53" fmla="*/ 18 h 36"/>
                <a:gd name="T54" fmla="*/ 38 w 56"/>
                <a:gd name="T55" fmla="*/ 16 h 36"/>
                <a:gd name="T56" fmla="*/ 33 w 56"/>
                <a:gd name="T57" fmla="*/ 14 h 36"/>
                <a:gd name="T58" fmla="*/ 33 w 56"/>
                <a:gd name="T59" fmla="*/ 14 h 36"/>
                <a:gd name="T60" fmla="*/ 22 w 56"/>
                <a:gd name="T61" fmla="*/ 2 h 36"/>
                <a:gd name="T62" fmla="*/ 22 w 56"/>
                <a:gd name="T63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22" y="2"/>
                  </a:move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0" name="Freeform 192">
              <a:extLst>
                <a:ext uri="{FF2B5EF4-FFF2-40B4-BE49-F238E27FC236}">
                  <a16:creationId xmlns:a16="http://schemas.microsoft.com/office/drawing/2014/main" id="{149C06AA-1BC1-4F43-9155-DE0C9C7AF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555511"/>
              <a:ext cx="200206" cy="158682"/>
            </a:xfrm>
            <a:custGeom>
              <a:avLst/>
              <a:gdLst>
                <a:gd name="T0" fmla="*/ 131 w 135"/>
                <a:gd name="T1" fmla="*/ 71 h 107"/>
                <a:gd name="T2" fmla="*/ 128 w 135"/>
                <a:gd name="T3" fmla="*/ 71 h 107"/>
                <a:gd name="T4" fmla="*/ 122 w 135"/>
                <a:gd name="T5" fmla="*/ 71 h 107"/>
                <a:gd name="T6" fmla="*/ 119 w 135"/>
                <a:gd name="T7" fmla="*/ 69 h 107"/>
                <a:gd name="T8" fmla="*/ 113 w 135"/>
                <a:gd name="T9" fmla="*/ 65 h 107"/>
                <a:gd name="T10" fmla="*/ 113 w 135"/>
                <a:gd name="T11" fmla="*/ 58 h 107"/>
                <a:gd name="T12" fmla="*/ 113 w 135"/>
                <a:gd name="T13" fmla="*/ 54 h 107"/>
                <a:gd name="T14" fmla="*/ 113 w 135"/>
                <a:gd name="T15" fmla="*/ 49 h 107"/>
                <a:gd name="T16" fmla="*/ 115 w 135"/>
                <a:gd name="T17" fmla="*/ 43 h 107"/>
                <a:gd name="T18" fmla="*/ 113 w 135"/>
                <a:gd name="T19" fmla="*/ 40 h 107"/>
                <a:gd name="T20" fmla="*/ 113 w 135"/>
                <a:gd name="T21" fmla="*/ 32 h 107"/>
                <a:gd name="T22" fmla="*/ 106 w 135"/>
                <a:gd name="T23" fmla="*/ 22 h 107"/>
                <a:gd name="T24" fmla="*/ 100 w 135"/>
                <a:gd name="T25" fmla="*/ 11 h 107"/>
                <a:gd name="T26" fmla="*/ 93 w 135"/>
                <a:gd name="T27" fmla="*/ 1 h 107"/>
                <a:gd name="T28" fmla="*/ 86 w 135"/>
                <a:gd name="T29" fmla="*/ 0 h 107"/>
                <a:gd name="T30" fmla="*/ 84 w 135"/>
                <a:gd name="T31" fmla="*/ 3 h 107"/>
                <a:gd name="T32" fmla="*/ 77 w 135"/>
                <a:gd name="T33" fmla="*/ 7 h 107"/>
                <a:gd name="T34" fmla="*/ 71 w 135"/>
                <a:gd name="T35" fmla="*/ 11 h 107"/>
                <a:gd name="T36" fmla="*/ 64 w 135"/>
                <a:gd name="T37" fmla="*/ 14 h 107"/>
                <a:gd name="T38" fmla="*/ 57 w 135"/>
                <a:gd name="T39" fmla="*/ 9 h 107"/>
                <a:gd name="T40" fmla="*/ 44 w 135"/>
                <a:gd name="T41" fmla="*/ 9 h 107"/>
                <a:gd name="T42" fmla="*/ 40 w 135"/>
                <a:gd name="T43" fmla="*/ 5 h 107"/>
                <a:gd name="T44" fmla="*/ 35 w 135"/>
                <a:gd name="T45" fmla="*/ 1 h 107"/>
                <a:gd name="T46" fmla="*/ 33 w 135"/>
                <a:gd name="T47" fmla="*/ 16 h 107"/>
                <a:gd name="T48" fmla="*/ 24 w 135"/>
                <a:gd name="T49" fmla="*/ 25 h 107"/>
                <a:gd name="T50" fmla="*/ 20 w 135"/>
                <a:gd name="T51" fmla="*/ 38 h 107"/>
                <a:gd name="T52" fmla="*/ 17 w 135"/>
                <a:gd name="T53" fmla="*/ 54 h 107"/>
                <a:gd name="T54" fmla="*/ 6 w 135"/>
                <a:gd name="T55" fmla="*/ 63 h 107"/>
                <a:gd name="T56" fmla="*/ 0 w 135"/>
                <a:gd name="T57" fmla="*/ 63 h 107"/>
                <a:gd name="T58" fmla="*/ 8 w 135"/>
                <a:gd name="T59" fmla="*/ 74 h 107"/>
                <a:gd name="T60" fmla="*/ 8 w 135"/>
                <a:gd name="T61" fmla="*/ 80 h 107"/>
                <a:gd name="T62" fmla="*/ 13 w 135"/>
                <a:gd name="T63" fmla="*/ 80 h 107"/>
                <a:gd name="T64" fmla="*/ 18 w 135"/>
                <a:gd name="T65" fmla="*/ 85 h 107"/>
                <a:gd name="T66" fmla="*/ 22 w 135"/>
                <a:gd name="T67" fmla="*/ 82 h 107"/>
                <a:gd name="T68" fmla="*/ 33 w 135"/>
                <a:gd name="T69" fmla="*/ 83 h 107"/>
                <a:gd name="T70" fmla="*/ 35 w 135"/>
                <a:gd name="T71" fmla="*/ 87 h 107"/>
                <a:gd name="T72" fmla="*/ 29 w 135"/>
                <a:gd name="T73" fmla="*/ 87 h 107"/>
                <a:gd name="T74" fmla="*/ 29 w 135"/>
                <a:gd name="T75" fmla="*/ 93 h 107"/>
                <a:gd name="T76" fmla="*/ 38 w 135"/>
                <a:gd name="T77" fmla="*/ 96 h 107"/>
                <a:gd name="T78" fmla="*/ 44 w 135"/>
                <a:gd name="T79" fmla="*/ 102 h 107"/>
                <a:gd name="T80" fmla="*/ 42 w 135"/>
                <a:gd name="T81" fmla="*/ 105 h 107"/>
                <a:gd name="T82" fmla="*/ 49 w 135"/>
                <a:gd name="T83" fmla="*/ 107 h 107"/>
                <a:gd name="T84" fmla="*/ 55 w 135"/>
                <a:gd name="T85" fmla="*/ 105 h 107"/>
                <a:gd name="T86" fmla="*/ 64 w 135"/>
                <a:gd name="T87" fmla="*/ 107 h 107"/>
                <a:gd name="T88" fmla="*/ 79 w 135"/>
                <a:gd name="T89" fmla="*/ 103 h 107"/>
                <a:gd name="T90" fmla="*/ 88 w 135"/>
                <a:gd name="T91" fmla="*/ 96 h 107"/>
                <a:gd name="T92" fmla="*/ 91 w 135"/>
                <a:gd name="T93" fmla="*/ 96 h 107"/>
                <a:gd name="T94" fmla="*/ 99 w 135"/>
                <a:gd name="T95" fmla="*/ 100 h 107"/>
                <a:gd name="T96" fmla="*/ 110 w 135"/>
                <a:gd name="T97" fmla="*/ 96 h 107"/>
                <a:gd name="T98" fmla="*/ 120 w 135"/>
                <a:gd name="T99" fmla="*/ 102 h 107"/>
                <a:gd name="T100" fmla="*/ 126 w 135"/>
                <a:gd name="T101" fmla="*/ 98 h 107"/>
                <a:gd name="T102" fmla="*/ 124 w 135"/>
                <a:gd name="T103" fmla="*/ 94 h 107"/>
                <a:gd name="T104" fmla="*/ 122 w 135"/>
                <a:gd name="T105" fmla="*/ 93 h 107"/>
                <a:gd name="T106" fmla="*/ 131 w 135"/>
                <a:gd name="T107" fmla="*/ 87 h 107"/>
                <a:gd name="T108" fmla="*/ 135 w 135"/>
                <a:gd name="T109" fmla="*/ 7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5" h="107">
                  <a:moveTo>
                    <a:pt x="135" y="71"/>
                  </a:moveTo>
                  <a:lnTo>
                    <a:pt x="135" y="71"/>
                  </a:lnTo>
                  <a:lnTo>
                    <a:pt x="131" y="71"/>
                  </a:lnTo>
                  <a:lnTo>
                    <a:pt x="130" y="71"/>
                  </a:lnTo>
                  <a:lnTo>
                    <a:pt x="128" y="71"/>
                  </a:lnTo>
                  <a:lnTo>
                    <a:pt x="128" y="71"/>
                  </a:lnTo>
                  <a:lnTo>
                    <a:pt x="128" y="73"/>
                  </a:lnTo>
                  <a:lnTo>
                    <a:pt x="126" y="73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9" y="69"/>
                  </a:lnTo>
                  <a:lnTo>
                    <a:pt x="119" y="69"/>
                  </a:lnTo>
                  <a:lnTo>
                    <a:pt x="115" y="67"/>
                  </a:lnTo>
                  <a:lnTo>
                    <a:pt x="115" y="67"/>
                  </a:lnTo>
                  <a:lnTo>
                    <a:pt x="113" y="65"/>
                  </a:lnTo>
                  <a:lnTo>
                    <a:pt x="113" y="62"/>
                  </a:lnTo>
                  <a:lnTo>
                    <a:pt x="115" y="60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3" y="38"/>
                  </a:lnTo>
                  <a:lnTo>
                    <a:pt x="113" y="36"/>
                  </a:lnTo>
                  <a:lnTo>
                    <a:pt x="113" y="32"/>
                  </a:lnTo>
                  <a:lnTo>
                    <a:pt x="113" y="32"/>
                  </a:lnTo>
                  <a:lnTo>
                    <a:pt x="111" y="2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2" y="16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7" y="5"/>
                  </a:lnTo>
                  <a:lnTo>
                    <a:pt x="93" y="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4" y="1"/>
                  </a:lnTo>
                  <a:lnTo>
                    <a:pt x="84" y="3"/>
                  </a:lnTo>
                  <a:lnTo>
                    <a:pt x="84" y="3"/>
                  </a:lnTo>
                  <a:lnTo>
                    <a:pt x="82" y="7"/>
                  </a:lnTo>
                  <a:lnTo>
                    <a:pt x="80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3" y="9"/>
                  </a:lnTo>
                  <a:lnTo>
                    <a:pt x="71" y="11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4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7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44" y="9"/>
                  </a:lnTo>
                  <a:lnTo>
                    <a:pt x="42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0" y="31"/>
                  </a:lnTo>
                  <a:lnTo>
                    <a:pt x="20" y="38"/>
                  </a:lnTo>
                  <a:lnTo>
                    <a:pt x="18" y="45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1" y="60"/>
                  </a:lnTo>
                  <a:lnTo>
                    <a:pt x="8" y="62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3" y="80"/>
                  </a:lnTo>
                  <a:lnTo>
                    <a:pt x="17" y="83"/>
                  </a:lnTo>
                  <a:lnTo>
                    <a:pt x="17" y="83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4" y="80"/>
                  </a:lnTo>
                  <a:lnTo>
                    <a:pt x="26" y="82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5" y="85"/>
                  </a:lnTo>
                  <a:lnTo>
                    <a:pt x="35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8" y="89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5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42" y="98"/>
                  </a:lnTo>
                  <a:lnTo>
                    <a:pt x="46" y="100"/>
                  </a:lnTo>
                  <a:lnTo>
                    <a:pt x="44" y="102"/>
                  </a:lnTo>
                  <a:lnTo>
                    <a:pt x="44" y="102"/>
                  </a:lnTo>
                  <a:lnTo>
                    <a:pt x="42" y="103"/>
                  </a:lnTo>
                  <a:lnTo>
                    <a:pt x="42" y="105"/>
                  </a:lnTo>
                  <a:lnTo>
                    <a:pt x="46" y="107"/>
                  </a:lnTo>
                  <a:lnTo>
                    <a:pt x="49" y="107"/>
                  </a:lnTo>
                  <a:lnTo>
                    <a:pt x="49" y="107"/>
                  </a:lnTo>
                  <a:lnTo>
                    <a:pt x="53" y="107"/>
                  </a:lnTo>
                  <a:lnTo>
                    <a:pt x="55" y="105"/>
                  </a:lnTo>
                  <a:lnTo>
                    <a:pt x="55" y="105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64" y="107"/>
                  </a:lnTo>
                  <a:lnTo>
                    <a:pt x="71" y="105"/>
                  </a:lnTo>
                  <a:lnTo>
                    <a:pt x="71" y="105"/>
                  </a:lnTo>
                  <a:lnTo>
                    <a:pt x="79" y="103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8" y="96"/>
                  </a:lnTo>
                  <a:lnTo>
                    <a:pt x="90" y="96"/>
                  </a:lnTo>
                  <a:lnTo>
                    <a:pt x="91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100"/>
                  </a:lnTo>
                  <a:lnTo>
                    <a:pt x="99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10" y="96"/>
                  </a:lnTo>
                  <a:lnTo>
                    <a:pt x="115" y="98"/>
                  </a:lnTo>
                  <a:lnTo>
                    <a:pt x="115" y="98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2" y="100"/>
                  </a:lnTo>
                  <a:lnTo>
                    <a:pt x="126" y="98"/>
                  </a:lnTo>
                  <a:lnTo>
                    <a:pt x="126" y="98"/>
                  </a:lnTo>
                  <a:lnTo>
                    <a:pt x="126" y="96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22" y="93"/>
                  </a:lnTo>
                  <a:lnTo>
                    <a:pt x="122" y="93"/>
                  </a:lnTo>
                  <a:lnTo>
                    <a:pt x="130" y="93"/>
                  </a:lnTo>
                  <a:lnTo>
                    <a:pt x="130" y="93"/>
                  </a:lnTo>
                  <a:lnTo>
                    <a:pt x="131" y="87"/>
                  </a:lnTo>
                  <a:lnTo>
                    <a:pt x="130" y="82"/>
                  </a:lnTo>
                  <a:lnTo>
                    <a:pt x="130" y="73"/>
                  </a:lnTo>
                  <a:lnTo>
                    <a:pt x="135" y="73"/>
                  </a:lnTo>
                  <a:lnTo>
                    <a:pt x="135" y="71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1" name="Freeform 193">
              <a:extLst>
                <a:ext uri="{FF2B5EF4-FFF2-40B4-BE49-F238E27FC236}">
                  <a16:creationId xmlns:a16="http://schemas.microsoft.com/office/drawing/2014/main" id="{C6E1BC7D-AE6B-4B67-8F56-A20A032A4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505" y="3279218"/>
              <a:ext cx="17796" cy="35592"/>
            </a:xfrm>
            <a:custGeom>
              <a:avLst/>
              <a:gdLst>
                <a:gd name="T0" fmla="*/ 0 w 12"/>
                <a:gd name="T1" fmla="*/ 18 h 24"/>
                <a:gd name="T2" fmla="*/ 5 w 12"/>
                <a:gd name="T3" fmla="*/ 22 h 24"/>
                <a:gd name="T4" fmla="*/ 11 w 12"/>
                <a:gd name="T5" fmla="*/ 24 h 24"/>
                <a:gd name="T6" fmla="*/ 11 w 12"/>
                <a:gd name="T7" fmla="*/ 24 h 24"/>
                <a:gd name="T8" fmla="*/ 12 w 12"/>
                <a:gd name="T9" fmla="*/ 5 h 24"/>
                <a:gd name="T10" fmla="*/ 11 w 12"/>
                <a:gd name="T11" fmla="*/ 2 h 24"/>
                <a:gd name="T12" fmla="*/ 9 w 12"/>
                <a:gd name="T13" fmla="*/ 0 h 24"/>
                <a:gd name="T14" fmla="*/ 7 w 12"/>
                <a:gd name="T15" fmla="*/ 0 h 24"/>
                <a:gd name="T16" fmla="*/ 7 w 12"/>
                <a:gd name="T17" fmla="*/ 0 h 24"/>
                <a:gd name="T18" fmla="*/ 5 w 12"/>
                <a:gd name="T19" fmla="*/ 4 h 24"/>
                <a:gd name="T20" fmla="*/ 3 w 12"/>
                <a:gd name="T21" fmla="*/ 9 h 24"/>
                <a:gd name="T22" fmla="*/ 0 w 12"/>
                <a:gd name="T23" fmla="*/ 18 h 24"/>
                <a:gd name="T24" fmla="*/ 0 w 12"/>
                <a:gd name="T2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4">
                  <a:moveTo>
                    <a:pt x="0" y="18"/>
                  </a:moveTo>
                  <a:lnTo>
                    <a:pt x="5" y="22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4"/>
                  </a:lnTo>
                  <a:lnTo>
                    <a:pt x="3" y="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2" name="Freeform 194">
              <a:extLst>
                <a:ext uri="{FF2B5EF4-FFF2-40B4-BE49-F238E27FC236}">
                  <a16:creationId xmlns:a16="http://schemas.microsoft.com/office/drawing/2014/main" id="{EC0D2DA4-7FCD-4D6C-984B-923A8F47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252" y="3512050"/>
              <a:ext cx="32626" cy="14830"/>
            </a:xfrm>
            <a:custGeom>
              <a:avLst/>
              <a:gdLst>
                <a:gd name="T0" fmla="*/ 0 w 22"/>
                <a:gd name="T1" fmla="*/ 0 h 10"/>
                <a:gd name="T2" fmla="*/ 2 w 22"/>
                <a:gd name="T3" fmla="*/ 10 h 10"/>
                <a:gd name="T4" fmla="*/ 2 w 22"/>
                <a:gd name="T5" fmla="*/ 10 h 10"/>
                <a:gd name="T6" fmla="*/ 9 w 22"/>
                <a:gd name="T7" fmla="*/ 9 h 10"/>
                <a:gd name="T8" fmla="*/ 18 w 22"/>
                <a:gd name="T9" fmla="*/ 10 h 10"/>
                <a:gd name="T10" fmla="*/ 18 w 22"/>
                <a:gd name="T11" fmla="*/ 10 h 10"/>
                <a:gd name="T12" fmla="*/ 20 w 22"/>
                <a:gd name="T13" fmla="*/ 5 h 10"/>
                <a:gd name="T14" fmla="*/ 20 w 22"/>
                <a:gd name="T15" fmla="*/ 5 h 10"/>
                <a:gd name="T16" fmla="*/ 22 w 22"/>
                <a:gd name="T17" fmla="*/ 5 h 10"/>
                <a:gd name="T18" fmla="*/ 22 w 22"/>
                <a:gd name="T19" fmla="*/ 3 h 10"/>
                <a:gd name="T20" fmla="*/ 15 w 22"/>
                <a:gd name="T21" fmla="*/ 1 h 10"/>
                <a:gd name="T22" fmla="*/ 0 w 22"/>
                <a:gd name="T23" fmla="*/ 0 h 10"/>
                <a:gd name="T24" fmla="*/ 0 w 22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9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1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3" name="Freeform 195">
              <a:extLst>
                <a:ext uri="{FF2B5EF4-FFF2-40B4-BE49-F238E27FC236}">
                  <a16:creationId xmlns:a16="http://schemas.microsoft.com/office/drawing/2014/main" id="{A60B30F7-C96D-48FC-8F6F-EE47E869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201" y="2770548"/>
              <a:ext cx="63770" cy="163130"/>
            </a:xfrm>
            <a:custGeom>
              <a:avLst/>
              <a:gdLst>
                <a:gd name="T0" fmla="*/ 38 w 43"/>
                <a:gd name="T1" fmla="*/ 106 h 110"/>
                <a:gd name="T2" fmla="*/ 36 w 43"/>
                <a:gd name="T3" fmla="*/ 101 h 110"/>
                <a:gd name="T4" fmla="*/ 38 w 43"/>
                <a:gd name="T5" fmla="*/ 95 h 110"/>
                <a:gd name="T6" fmla="*/ 36 w 43"/>
                <a:gd name="T7" fmla="*/ 93 h 110"/>
                <a:gd name="T8" fmla="*/ 32 w 43"/>
                <a:gd name="T9" fmla="*/ 91 h 110"/>
                <a:gd name="T10" fmla="*/ 31 w 43"/>
                <a:gd name="T11" fmla="*/ 88 h 110"/>
                <a:gd name="T12" fmla="*/ 34 w 43"/>
                <a:gd name="T13" fmla="*/ 81 h 110"/>
                <a:gd name="T14" fmla="*/ 36 w 43"/>
                <a:gd name="T15" fmla="*/ 77 h 110"/>
                <a:gd name="T16" fmla="*/ 34 w 43"/>
                <a:gd name="T17" fmla="*/ 73 h 110"/>
                <a:gd name="T18" fmla="*/ 31 w 43"/>
                <a:gd name="T19" fmla="*/ 64 h 110"/>
                <a:gd name="T20" fmla="*/ 36 w 43"/>
                <a:gd name="T21" fmla="*/ 61 h 110"/>
                <a:gd name="T22" fmla="*/ 36 w 43"/>
                <a:gd name="T23" fmla="*/ 55 h 110"/>
                <a:gd name="T24" fmla="*/ 36 w 43"/>
                <a:gd name="T25" fmla="*/ 50 h 110"/>
                <a:gd name="T26" fmla="*/ 38 w 43"/>
                <a:gd name="T27" fmla="*/ 40 h 110"/>
                <a:gd name="T28" fmla="*/ 40 w 43"/>
                <a:gd name="T29" fmla="*/ 37 h 110"/>
                <a:gd name="T30" fmla="*/ 36 w 43"/>
                <a:gd name="T31" fmla="*/ 24 h 110"/>
                <a:gd name="T32" fmla="*/ 34 w 43"/>
                <a:gd name="T33" fmla="*/ 20 h 110"/>
                <a:gd name="T34" fmla="*/ 38 w 43"/>
                <a:gd name="T35" fmla="*/ 17 h 110"/>
                <a:gd name="T36" fmla="*/ 42 w 43"/>
                <a:gd name="T37" fmla="*/ 13 h 110"/>
                <a:gd name="T38" fmla="*/ 40 w 43"/>
                <a:gd name="T39" fmla="*/ 6 h 110"/>
                <a:gd name="T40" fmla="*/ 38 w 43"/>
                <a:gd name="T41" fmla="*/ 6 h 110"/>
                <a:gd name="T42" fmla="*/ 38 w 43"/>
                <a:gd name="T43" fmla="*/ 4 h 110"/>
                <a:gd name="T44" fmla="*/ 34 w 43"/>
                <a:gd name="T45" fmla="*/ 2 h 110"/>
                <a:gd name="T46" fmla="*/ 23 w 43"/>
                <a:gd name="T47" fmla="*/ 4 h 110"/>
                <a:gd name="T48" fmla="*/ 20 w 43"/>
                <a:gd name="T49" fmla="*/ 4 h 110"/>
                <a:gd name="T50" fmla="*/ 20 w 43"/>
                <a:gd name="T51" fmla="*/ 0 h 110"/>
                <a:gd name="T52" fmla="*/ 12 w 43"/>
                <a:gd name="T53" fmla="*/ 0 h 110"/>
                <a:gd name="T54" fmla="*/ 7 w 43"/>
                <a:gd name="T55" fmla="*/ 4 h 110"/>
                <a:gd name="T56" fmla="*/ 12 w 43"/>
                <a:gd name="T57" fmla="*/ 26 h 110"/>
                <a:gd name="T58" fmla="*/ 7 w 43"/>
                <a:gd name="T59" fmla="*/ 39 h 110"/>
                <a:gd name="T60" fmla="*/ 3 w 43"/>
                <a:gd name="T61" fmla="*/ 48 h 110"/>
                <a:gd name="T62" fmla="*/ 2 w 43"/>
                <a:gd name="T63" fmla="*/ 57 h 110"/>
                <a:gd name="T64" fmla="*/ 0 w 43"/>
                <a:gd name="T65" fmla="*/ 57 h 110"/>
                <a:gd name="T66" fmla="*/ 0 w 43"/>
                <a:gd name="T67" fmla="*/ 71 h 110"/>
                <a:gd name="T68" fmla="*/ 5 w 43"/>
                <a:gd name="T69" fmla="*/ 70 h 110"/>
                <a:gd name="T70" fmla="*/ 5 w 43"/>
                <a:gd name="T71" fmla="*/ 73 h 110"/>
                <a:gd name="T72" fmla="*/ 2 w 43"/>
                <a:gd name="T73" fmla="*/ 77 h 110"/>
                <a:gd name="T74" fmla="*/ 7 w 43"/>
                <a:gd name="T75" fmla="*/ 84 h 110"/>
                <a:gd name="T76" fmla="*/ 7 w 43"/>
                <a:gd name="T77" fmla="*/ 90 h 110"/>
                <a:gd name="T78" fmla="*/ 5 w 43"/>
                <a:gd name="T79" fmla="*/ 110 h 110"/>
                <a:gd name="T80" fmla="*/ 20 w 43"/>
                <a:gd name="T81" fmla="*/ 110 h 110"/>
                <a:gd name="T82" fmla="*/ 38 w 43"/>
                <a:gd name="T8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" h="110">
                  <a:moveTo>
                    <a:pt x="38" y="106"/>
                  </a:moveTo>
                  <a:lnTo>
                    <a:pt x="38" y="106"/>
                  </a:lnTo>
                  <a:lnTo>
                    <a:pt x="36" y="102"/>
                  </a:lnTo>
                  <a:lnTo>
                    <a:pt x="36" y="101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4" y="93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4" y="81"/>
                  </a:lnTo>
                  <a:lnTo>
                    <a:pt x="34" y="81"/>
                  </a:lnTo>
                  <a:lnTo>
                    <a:pt x="36" y="77"/>
                  </a:lnTo>
                  <a:lnTo>
                    <a:pt x="34" y="73"/>
                  </a:lnTo>
                  <a:lnTo>
                    <a:pt x="34" y="73"/>
                  </a:lnTo>
                  <a:lnTo>
                    <a:pt x="31" y="68"/>
                  </a:lnTo>
                  <a:lnTo>
                    <a:pt x="31" y="64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59"/>
                  </a:lnTo>
                  <a:lnTo>
                    <a:pt x="36" y="55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44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40" y="37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4" y="20"/>
                  </a:lnTo>
                  <a:lnTo>
                    <a:pt x="36" y="19"/>
                  </a:lnTo>
                  <a:lnTo>
                    <a:pt x="38" y="17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3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19"/>
                  </a:lnTo>
                  <a:lnTo>
                    <a:pt x="12" y="26"/>
                  </a:lnTo>
                  <a:lnTo>
                    <a:pt x="12" y="35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3" y="4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73"/>
                  </a:lnTo>
                  <a:lnTo>
                    <a:pt x="3" y="75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90"/>
                  </a:lnTo>
                  <a:lnTo>
                    <a:pt x="7" y="97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20" y="110"/>
                  </a:lnTo>
                  <a:lnTo>
                    <a:pt x="38" y="106"/>
                  </a:lnTo>
                  <a:lnTo>
                    <a:pt x="38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4" name="Freeform 196">
              <a:extLst>
                <a:ext uri="{FF2B5EF4-FFF2-40B4-BE49-F238E27FC236}">
                  <a16:creationId xmlns:a16="http://schemas.microsoft.com/office/drawing/2014/main" id="{F56B121C-17FC-40A9-81B3-D73C6AB9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362" y="2333061"/>
              <a:ext cx="256560" cy="210587"/>
            </a:xfrm>
            <a:custGeom>
              <a:avLst/>
              <a:gdLst>
                <a:gd name="T0" fmla="*/ 84 w 173"/>
                <a:gd name="T1" fmla="*/ 8 h 142"/>
                <a:gd name="T2" fmla="*/ 82 w 173"/>
                <a:gd name="T3" fmla="*/ 6 h 142"/>
                <a:gd name="T4" fmla="*/ 69 w 173"/>
                <a:gd name="T5" fmla="*/ 13 h 142"/>
                <a:gd name="T6" fmla="*/ 68 w 173"/>
                <a:gd name="T7" fmla="*/ 6 h 142"/>
                <a:gd name="T8" fmla="*/ 68 w 173"/>
                <a:gd name="T9" fmla="*/ 0 h 142"/>
                <a:gd name="T10" fmla="*/ 51 w 173"/>
                <a:gd name="T11" fmla="*/ 4 h 142"/>
                <a:gd name="T12" fmla="*/ 18 w 173"/>
                <a:gd name="T13" fmla="*/ 18 h 142"/>
                <a:gd name="T14" fmla="*/ 6 w 173"/>
                <a:gd name="T15" fmla="*/ 20 h 142"/>
                <a:gd name="T16" fmla="*/ 2 w 173"/>
                <a:gd name="T17" fmla="*/ 26 h 142"/>
                <a:gd name="T18" fmla="*/ 0 w 173"/>
                <a:gd name="T19" fmla="*/ 39 h 142"/>
                <a:gd name="T20" fmla="*/ 4 w 173"/>
                <a:gd name="T21" fmla="*/ 46 h 142"/>
                <a:gd name="T22" fmla="*/ 4 w 173"/>
                <a:gd name="T23" fmla="*/ 60 h 142"/>
                <a:gd name="T24" fmla="*/ 6 w 173"/>
                <a:gd name="T25" fmla="*/ 66 h 142"/>
                <a:gd name="T26" fmla="*/ 13 w 173"/>
                <a:gd name="T27" fmla="*/ 90 h 142"/>
                <a:gd name="T28" fmla="*/ 20 w 173"/>
                <a:gd name="T29" fmla="*/ 91 h 142"/>
                <a:gd name="T30" fmla="*/ 26 w 173"/>
                <a:gd name="T31" fmla="*/ 93 h 142"/>
                <a:gd name="T32" fmla="*/ 29 w 173"/>
                <a:gd name="T33" fmla="*/ 95 h 142"/>
                <a:gd name="T34" fmla="*/ 40 w 173"/>
                <a:gd name="T35" fmla="*/ 102 h 142"/>
                <a:gd name="T36" fmla="*/ 49 w 173"/>
                <a:gd name="T37" fmla="*/ 102 h 142"/>
                <a:gd name="T38" fmla="*/ 55 w 173"/>
                <a:gd name="T39" fmla="*/ 106 h 142"/>
                <a:gd name="T40" fmla="*/ 59 w 173"/>
                <a:gd name="T41" fmla="*/ 111 h 142"/>
                <a:gd name="T42" fmla="*/ 64 w 173"/>
                <a:gd name="T43" fmla="*/ 119 h 142"/>
                <a:gd name="T44" fmla="*/ 71 w 173"/>
                <a:gd name="T45" fmla="*/ 121 h 142"/>
                <a:gd name="T46" fmla="*/ 80 w 173"/>
                <a:gd name="T47" fmla="*/ 121 h 142"/>
                <a:gd name="T48" fmla="*/ 97 w 173"/>
                <a:gd name="T49" fmla="*/ 128 h 142"/>
                <a:gd name="T50" fmla="*/ 100 w 173"/>
                <a:gd name="T51" fmla="*/ 126 h 142"/>
                <a:gd name="T52" fmla="*/ 111 w 173"/>
                <a:gd name="T53" fmla="*/ 122 h 142"/>
                <a:gd name="T54" fmla="*/ 119 w 173"/>
                <a:gd name="T55" fmla="*/ 115 h 142"/>
                <a:gd name="T56" fmla="*/ 126 w 173"/>
                <a:gd name="T57" fmla="*/ 115 h 142"/>
                <a:gd name="T58" fmla="*/ 137 w 173"/>
                <a:gd name="T59" fmla="*/ 121 h 142"/>
                <a:gd name="T60" fmla="*/ 144 w 173"/>
                <a:gd name="T61" fmla="*/ 128 h 142"/>
                <a:gd name="T62" fmla="*/ 148 w 173"/>
                <a:gd name="T63" fmla="*/ 135 h 142"/>
                <a:gd name="T64" fmla="*/ 155 w 173"/>
                <a:gd name="T65" fmla="*/ 142 h 142"/>
                <a:gd name="T66" fmla="*/ 164 w 173"/>
                <a:gd name="T67" fmla="*/ 137 h 142"/>
                <a:gd name="T68" fmla="*/ 162 w 173"/>
                <a:gd name="T69" fmla="*/ 130 h 142"/>
                <a:gd name="T70" fmla="*/ 162 w 173"/>
                <a:gd name="T71" fmla="*/ 124 h 142"/>
                <a:gd name="T72" fmla="*/ 172 w 173"/>
                <a:gd name="T73" fmla="*/ 104 h 142"/>
                <a:gd name="T74" fmla="*/ 166 w 173"/>
                <a:gd name="T75" fmla="*/ 95 h 142"/>
                <a:gd name="T76" fmla="*/ 168 w 173"/>
                <a:gd name="T77" fmla="*/ 88 h 142"/>
                <a:gd name="T78" fmla="*/ 168 w 173"/>
                <a:gd name="T79" fmla="*/ 80 h 142"/>
                <a:gd name="T80" fmla="*/ 170 w 173"/>
                <a:gd name="T81" fmla="*/ 77 h 142"/>
                <a:gd name="T82" fmla="*/ 166 w 173"/>
                <a:gd name="T83" fmla="*/ 69 h 142"/>
                <a:gd name="T84" fmla="*/ 168 w 173"/>
                <a:gd name="T85" fmla="*/ 64 h 142"/>
                <a:gd name="T86" fmla="*/ 170 w 173"/>
                <a:gd name="T87" fmla="*/ 48 h 142"/>
                <a:gd name="T88" fmla="*/ 172 w 173"/>
                <a:gd name="T89" fmla="*/ 37 h 142"/>
                <a:gd name="T90" fmla="*/ 168 w 173"/>
                <a:gd name="T91" fmla="*/ 29 h 142"/>
                <a:gd name="T92" fmla="*/ 168 w 173"/>
                <a:gd name="T93" fmla="*/ 22 h 142"/>
                <a:gd name="T94" fmla="*/ 164 w 173"/>
                <a:gd name="T95" fmla="*/ 18 h 142"/>
                <a:gd name="T96" fmla="*/ 137 w 173"/>
                <a:gd name="T97" fmla="*/ 20 h 142"/>
                <a:gd name="T98" fmla="*/ 128 w 173"/>
                <a:gd name="T99" fmla="*/ 18 h 142"/>
                <a:gd name="T100" fmla="*/ 106 w 173"/>
                <a:gd name="T101" fmla="*/ 17 h 142"/>
                <a:gd name="T102" fmla="*/ 88 w 173"/>
                <a:gd name="T103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42">
                  <a:moveTo>
                    <a:pt x="88" y="9"/>
                  </a:moveTo>
                  <a:lnTo>
                    <a:pt x="88" y="9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2" y="6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1" y="4"/>
                  </a:lnTo>
                  <a:lnTo>
                    <a:pt x="39" y="11"/>
                  </a:lnTo>
                  <a:lnTo>
                    <a:pt x="26" y="17"/>
                  </a:lnTo>
                  <a:lnTo>
                    <a:pt x="18" y="18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6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86"/>
                  </a:lnTo>
                  <a:lnTo>
                    <a:pt x="13" y="90"/>
                  </a:lnTo>
                  <a:lnTo>
                    <a:pt x="13" y="90"/>
                  </a:lnTo>
                  <a:lnTo>
                    <a:pt x="15" y="90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3"/>
                  </a:lnTo>
                  <a:lnTo>
                    <a:pt x="26" y="95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3" y="97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6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53" y="104"/>
                  </a:lnTo>
                  <a:lnTo>
                    <a:pt x="55" y="106"/>
                  </a:lnTo>
                  <a:lnTo>
                    <a:pt x="57" y="110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0" y="111"/>
                  </a:lnTo>
                  <a:lnTo>
                    <a:pt x="62" y="115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1" y="121"/>
                  </a:lnTo>
                  <a:lnTo>
                    <a:pt x="71" y="121"/>
                  </a:lnTo>
                  <a:lnTo>
                    <a:pt x="75" y="119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102" y="122"/>
                  </a:lnTo>
                  <a:lnTo>
                    <a:pt x="104" y="122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15" y="119"/>
                  </a:lnTo>
                  <a:lnTo>
                    <a:pt x="119" y="115"/>
                  </a:lnTo>
                  <a:lnTo>
                    <a:pt x="122" y="113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31" y="119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9" y="122"/>
                  </a:lnTo>
                  <a:lnTo>
                    <a:pt x="141" y="12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48" y="130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3" y="141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61" y="141"/>
                  </a:lnTo>
                  <a:lnTo>
                    <a:pt x="164" y="137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2" y="130"/>
                  </a:lnTo>
                  <a:lnTo>
                    <a:pt x="162" y="126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72" y="104"/>
                  </a:lnTo>
                  <a:lnTo>
                    <a:pt x="172" y="104"/>
                  </a:lnTo>
                  <a:lnTo>
                    <a:pt x="168" y="100"/>
                  </a:lnTo>
                  <a:lnTo>
                    <a:pt x="166" y="95"/>
                  </a:lnTo>
                  <a:lnTo>
                    <a:pt x="166" y="91"/>
                  </a:lnTo>
                  <a:lnTo>
                    <a:pt x="166" y="91"/>
                  </a:lnTo>
                  <a:lnTo>
                    <a:pt x="168" y="88"/>
                  </a:lnTo>
                  <a:lnTo>
                    <a:pt x="168" y="84"/>
                  </a:lnTo>
                  <a:lnTo>
                    <a:pt x="168" y="80"/>
                  </a:lnTo>
                  <a:lnTo>
                    <a:pt x="168" y="80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70" y="75"/>
                  </a:lnTo>
                  <a:lnTo>
                    <a:pt x="166" y="69"/>
                  </a:lnTo>
                  <a:lnTo>
                    <a:pt x="166" y="66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70" y="48"/>
                  </a:lnTo>
                  <a:lnTo>
                    <a:pt x="172" y="44"/>
                  </a:lnTo>
                  <a:lnTo>
                    <a:pt x="173" y="40"/>
                  </a:lnTo>
                  <a:lnTo>
                    <a:pt x="172" y="37"/>
                  </a:lnTo>
                  <a:lnTo>
                    <a:pt x="172" y="37"/>
                  </a:lnTo>
                  <a:lnTo>
                    <a:pt x="170" y="33"/>
                  </a:lnTo>
                  <a:lnTo>
                    <a:pt x="168" y="29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8" y="22"/>
                  </a:lnTo>
                  <a:lnTo>
                    <a:pt x="166" y="20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51" y="17"/>
                  </a:lnTo>
                  <a:lnTo>
                    <a:pt x="144" y="17"/>
                  </a:lnTo>
                  <a:lnTo>
                    <a:pt x="137" y="20"/>
                  </a:lnTo>
                  <a:lnTo>
                    <a:pt x="137" y="20"/>
                  </a:lnTo>
                  <a:lnTo>
                    <a:pt x="128" y="18"/>
                  </a:lnTo>
                  <a:lnTo>
                    <a:pt x="128" y="18"/>
                  </a:lnTo>
                  <a:lnTo>
                    <a:pt x="119" y="18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95" y="11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9"/>
                  </a:lnTo>
                  <a:lnTo>
                    <a:pt x="88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5" name="Freeform 197">
              <a:extLst>
                <a:ext uri="{FF2B5EF4-FFF2-40B4-BE49-F238E27FC236}">
                  <a16:creationId xmlns:a16="http://schemas.microsoft.com/office/drawing/2014/main" id="{0174122D-EA13-400F-83D2-49521BCBA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1143" y="3512050"/>
              <a:ext cx="223934" cy="388547"/>
            </a:xfrm>
            <a:custGeom>
              <a:avLst/>
              <a:gdLst>
                <a:gd name="T0" fmla="*/ 124 w 151"/>
                <a:gd name="T1" fmla="*/ 198 h 262"/>
                <a:gd name="T2" fmla="*/ 104 w 151"/>
                <a:gd name="T3" fmla="*/ 209 h 262"/>
                <a:gd name="T4" fmla="*/ 93 w 151"/>
                <a:gd name="T5" fmla="*/ 204 h 262"/>
                <a:gd name="T6" fmla="*/ 78 w 151"/>
                <a:gd name="T7" fmla="*/ 218 h 262"/>
                <a:gd name="T8" fmla="*/ 78 w 151"/>
                <a:gd name="T9" fmla="*/ 233 h 262"/>
                <a:gd name="T10" fmla="*/ 91 w 151"/>
                <a:gd name="T11" fmla="*/ 224 h 262"/>
                <a:gd name="T12" fmla="*/ 106 w 151"/>
                <a:gd name="T13" fmla="*/ 233 h 262"/>
                <a:gd name="T14" fmla="*/ 119 w 151"/>
                <a:gd name="T15" fmla="*/ 253 h 262"/>
                <a:gd name="T16" fmla="*/ 135 w 151"/>
                <a:gd name="T17" fmla="*/ 256 h 262"/>
                <a:gd name="T18" fmla="*/ 137 w 151"/>
                <a:gd name="T19" fmla="*/ 235 h 262"/>
                <a:gd name="T20" fmla="*/ 151 w 151"/>
                <a:gd name="T21" fmla="*/ 211 h 262"/>
                <a:gd name="T22" fmla="*/ 142 w 151"/>
                <a:gd name="T23" fmla="*/ 185 h 262"/>
                <a:gd name="T24" fmla="*/ 115 w 151"/>
                <a:gd name="T25" fmla="*/ 171 h 262"/>
                <a:gd name="T26" fmla="*/ 122 w 151"/>
                <a:gd name="T27" fmla="*/ 178 h 262"/>
                <a:gd name="T28" fmla="*/ 100 w 151"/>
                <a:gd name="T29" fmla="*/ 169 h 262"/>
                <a:gd name="T30" fmla="*/ 100 w 151"/>
                <a:gd name="T31" fmla="*/ 169 h 262"/>
                <a:gd name="T32" fmla="*/ 82 w 151"/>
                <a:gd name="T33" fmla="*/ 171 h 262"/>
                <a:gd name="T34" fmla="*/ 91 w 151"/>
                <a:gd name="T35" fmla="*/ 184 h 262"/>
                <a:gd name="T36" fmla="*/ 97 w 151"/>
                <a:gd name="T37" fmla="*/ 178 h 262"/>
                <a:gd name="T38" fmla="*/ 113 w 151"/>
                <a:gd name="T39" fmla="*/ 167 h 262"/>
                <a:gd name="T40" fmla="*/ 104 w 151"/>
                <a:gd name="T41" fmla="*/ 165 h 262"/>
                <a:gd name="T42" fmla="*/ 93 w 151"/>
                <a:gd name="T43" fmla="*/ 156 h 262"/>
                <a:gd name="T44" fmla="*/ 126 w 151"/>
                <a:gd name="T45" fmla="*/ 158 h 262"/>
                <a:gd name="T46" fmla="*/ 133 w 151"/>
                <a:gd name="T47" fmla="*/ 167 h 262"/>
                <a:gd name="T48" fmla="*/ 38 w 151"/>
                <a:gd name="T49" fmla="*/ 147 h 262"/>
                <a:gd name="T50" fmla="*/ 26 w 151"/>
                <a:gd name="T51" fmla="*/ 174 h 262"/>
                <a:gd name="T52" fmla="*/ 4 w 151"/>
                <a:gd name="T53" fmla="*/ 196 h 262"/>
                <a:gd name="T54" fmla="*/ 22 w 151"/>
                <a:gd name="T55" fmla="*/ 193 h 262"/>
                <a:gd name="T56" fmla="*/ 40 w 151"/>
                <a:gd name="T57" fmla="*/ 167 h 262"/>
                <a:gd name="T58" fmla="*/ 78 w 151"/>
                <a:gd name="T59" fmla="*/ 142 h 262"/>
                <a:gd name="T60" fmla="*/ 91 w 151"/>
                <a:gd name="T61" fmla="*/ 153 h 262"/>
                <a:gd name="T62" fmla="*/ 99 w 151"/>
                <a:gd name="T63" fmla="*/ 129 h 262"/>
                <a:gd name="T64" fmla="*/ 111 w 151"/>
                <a:gd name="T65" fmla="*/ 138 h 262"/>
                <a:gd name="T66" fmla="*/ 47 w 151"/>
                <a:gd name="T67" fmla="*/ 136 h 262"/>
                <a:gd name="T68" fmla="*/ 42 w 151"/>
                <a:gd name="T69" fmla="*/ 129 h 262"/>
                <a:gd name="T70" fmla="*/ 77 w 151"/>
                <a:gd name="T71" fmla="*/ 125 h 262"/>
                <a:gd name="T72" fmla="*/ 126 w 151"/>
                <a:gd name="T73" fmla="*/ 136 h 262"/>
                <a:gd name="T74" fmla="*/ 131 w 151"/>
                <a:gd name="T75" fmla="*/ 140 h 262"/>
                <a:gd name="T76" fmla="*/ 126 w 151"/>
                <a:gd name="T77" fmla="*/ 120 h 262"/>
                <a:gd name="T78" fmla="*/ 53 w 151"/>
                <a:gd name="T79" fmla="*/ 107 h 262"/>
                <a:gd name="T80" fmla="*/ 71 w 151"/>
                <a:gd name="T81" fmla="*/ 114 h 262"/>
                <a:gd name="T82" fmla="*/ 55 w 151"/>
                <a:gd name="T83" fmla="*/ 103 h 262"/>
                <a:gd name="T84" fmla="*/ 115 w 151"/>
                <a:gd name="T85" fmla="*/ 96 h 262"/>
                <a:gd name="T86" fmla="*/ 53 w 151"/>
                <a:gd name="T87" fmla="*/ 40 h 262"/>
                <a:gd name="T88" fmla="*/ 55 w 151"/>
                <a:gd name="T89" fmla="*/ 51 h 262"/>
                <a:gd name="T90" fmla="*/ 44 w 151"/>
                <a:gd name="T91" fmla="*/ 49 h 262"/>
                <a:gd name="T92" fmla="*/ 51 w 151"/>
                <a:gd name="T93" fmla="*/ 71 h 262"/>
                <a:gd name="T94" fmla="*/ 60 w 151"/>
                <a:gd name="T95" fmla="*/ 85 h 262"/>
                <a:gd name="T96" fmla="*/ 84 w 151"/>
                <a:gd name="T97" fmla="*/ 102 h 262"/>
                <a:gd name="T98" fmla="*/ 95 w 151"/>
                <a:gd name="T99" fmla="*/ 102 h 262"/>
                <a:gd name="T100" fmla="*/ 111 w 151"/>
                <a:gd name="T101" fmla="*/ 114 h 262"/>
                <a:gd name="T102" fmla="*/ 97 w 151"/>
                <a:gd name="T103" fmla="*/ 92 h 262"/>
                <a:gd name="T104" fmla="*/ 71 w 151"/>
                <a:gd name="T105" fmla="*/ 78 h 262"/>
                <a:gd name="T106" fmla="*/ 71 w 151"/>
                <a:gd name="T107" fmla="*/ 65 h 262"/>
                <a:gd name="T108" fmla="*/ 89 w 151"/>
                <a:gd name="T109" fmla="*/ 34 h 262"/>
                <a:gd name="T110" fmla="*/ 84 w 151"/>
                <a:gd name="T111" fmla="*/ 0 h 262"/>
                <a:gd name="T112" fmla="*/ 60 w 151"/>
                <a:gd name="T1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262">
                  <a:moveTo>
                    <a:pt x="133" y="185"/>
                  </a:moveTo>
                  <a:lnTo>
                    <a:pt x="133" y="185"/>
                  </a:lnTo>
                  <a:lnTo>
                    <a:pt x="133" y="191"/>
                  </a:lnTo>
                  <a:lnTo>
                    <a:pt x="133" y="198"/>
                  </a:lnTo>
                  <a:lnTo>
                    <a:pt x="133" y="198"/>
                  </a:lnTo>
                  <a:lnTo>
                    <a:pt x="128" y="198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205"/>
                  </a:lnTo>
                  <a:lnTo>
                    <a:pt x="124" y="205"/>
                  </a:lnTo>
                  <a:lnTo>
                    <a:pt x="115" y="205"/>
                  </a:lnTo>
                  <a:lnTo>
                    <a:pt x="106" y="207"/>
                  </a:lnTo>
                  <a:lnTo>
                    <a:pt x="106" y="207"/>
                  </a:lnTo>
                  <a:lnTo>
                    <a:pt x="104" y="209"/>
                  </a:lnTo>
                  <a:lnTo>
                    <a:pt x="106" y="211"/>
                  </a:lnTo>
                  <a:lnTo>
                    <a:pt x="106" y="211"/>
                  </a:lnTo>
                  <a:lnTo>
                    <a:pt x="104" y="211"/>
                  </a:lnTo>
                  <a:lnTo>
                    <a:pt x="104" y="211"/>
                  </a:lnTo>
                  <a:lnTo>
                    <a:pt x="102" y="205"/>
                  </a:lnTo>
                  <a:lnTo>
                    <a:pt x="100" y="204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1" y="205"/>
                  </a:lnTo>
                  <a:lnTo>
                    <a:pt x="89" y="209"/>
                  </a:lnTo>
                  <a:lnTo>
                    <a:pt x="84" y="211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8" y="218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3"/>
                  </a:lnTo>
                  <a:lnTo>
                    <a:pt x="78" y="233"/>
                  </a:lnTo>
                  <a:lnTo>
                    <a:pt x="78" y="233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8" y="222"/>
                  </a:lnTo>
                  <a:lnTo>
                    <a:pt x="91" y="222"/>
                  </a:lnTo>
                  <a:lnTo>
                    <a:pt x="91" y="224"/>
                  </a:lnTo>
                  <a:lnTo>
                    <a:pt x="89" y="225"/>
                  </a:lnTo>
                  <a:lnTo>
                    <a:pt x="89" y="225"/>
                  </a:lnTo>
                  <a:lnTo>
                    <a:pt x="100" y="225"/>
                  </a:lnTo>
                  <a:lnTo>
                    <a:pt x="111" y="225"/>
                  </a:lnTo>
                  <a:lnTo>
                    <a:pt x="111" y="229"/>
                  </a:lnTo>
                  <a:lnTo>
                    <a:pt x="111" y="229"/>
                  </a:lnTo>
                  <a:lnTo>
                    <a:pt x="106" y="233"/>
                  </a:lnTo>
                  <a:lnTo>
                    <a:pt x="106" y="233"/>
                  </a:lnTo>
                  <a:lnTo>
                    <a:pt x="108" y="238"/>
                  </a:lnTo>
                  <a:lnTo>
                    <a:pt x="108" y="244"/>
                  </a:lnTo>
                  <a:lnTo>
                    <a:pt x="109" y="246"/>
                  </a:lnTo>
                  <a:lnTo>
                    <a:pt x="113" y="249"/>
                  </a:lnTo>
                  <a:lnTo>
                    <a:pt x="113" y="249"/>
                  </a:lnTo>
                  <a:lnTo>
                    <a:pt x="119" y="253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31" y="258"/>
                  </a:lnTo>
                  <a:lnTo>
                    <a:pt x="135" y="256"/>
                  </a:lnTo>
                  <a:lnTo>
                    <a:pt x="135" y="25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9" y="242"/>
                  </a:lnTo>
                  <a:lnTo>
                    <a:pt x="139" y="242"/>
                  </a:lnTo>
                  <a:lnTo>
                    <a:pt x="140" y="242"/>
                  </a:lnTo>
                  <a:lnTo>
                    <a:pt x="139" y="240"/>
                  </a:lnTo>
                  <a:lnTo>
                    <a:pt x="137" y="235"/>
                  </a:lnTo>
                  <a:lnTo>
                    <a:pt x="135" y="229"/>
                  </a:lnTo>
                  <a:lnTo>
                    <a:pt x="140" y="229"/>
                  </a:lnTo>
                  <a:lnTo>
                    <a:pt x="140" y="229"/>
                  </a:lnTo>
                  <a:lnTo>
                    <a:pt x="146" y="220"/>
                  </a:lnTo>
                  <a:lnTo>
                    <a:pt x="146" y="220"/>
                  </a:lnTo>
                  <a:lnTo>
                    <a:pt x="150" y="215"/>
                  </a:lnTo>
                  <a:lnTo>
                    <a:pt x="151" y="211"/>
                  </a:lnTo>
                  <a:lnTo>
                    <a:pt x="151" y="209"/>
                  </a:lnTo>
                  <a:lnTo>
                    <a:pt x="150" y="207"/>
                  </a:lnTo>
                  <a:lnTo>
                    <a:pt x="150" y="207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2" y="185"/>
                  </a:lnTo>
                  <a:lnTo>
                    <a:pt x="142" y="185"/>
                  </a:lnTo>
                  <a:lnTo>
                    <a:pt x="137" y="187"/>
                  </a:lnTo>
                  <a:lnTo>
                    <a:pt x="133" y="185"/>
                  </a:lnTo>
                  <a:lnTo>
                    <a:pt x="133" y="185"/>
                  </a:lnTo>
                  <a:close/>
                  <a:moveTo>
                    <a:pt x="115" y="169"/>
                  </a:moveTo>
                  <a:lnTo>
                    <a:pt x="115" y="169"/>
                  </a:lnTo>
                  <a:lnTo>
                    <a:pt x="117" y="169"/>
                  </a:lnTo>
                  <a:lnTo>
                    <a:pt x="115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7" y="178"/>
                  </a:lnTo>
                  <a:lnTo>
                    <a:pt x="120" y="178"/>
                  </a:lnTo>
                  <a:lnTo>
                    <a:pt x="122" y="178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19" y="171"/>
                  </a:lnTo>
                  <a:lnTo>
                    <a:pt x="115" y="169"/>
                  </a:lnTo>
                  <a:lnTo>
                    <a:pt x="115" y="169"/>
                  </a:lnTo>
                  <a:close/>
                  <a:moveTo>
                    <a:pt x="100" y="169"/>
                  </a:moveTo>
                  <a:lnTo>
                    <a:pt x="100" y="169"/>
                  </a:lnTo>
                  <a:lnTo>
                    <a:pt x="100" y="173"/>
                  </a:lnTo>
                  <a:lnTo>
                    <a:pt x="99" y="176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7" y="174"/>
                  </a:lnTo>
                  <a:lnTo>
                    <a:pt x="100" y="169"/>
                  </a:lnTo>
                  <a:lnTo>
                    <a:pt x="100" y="169"/>
                  </a:lnTo>
                  <a:close/>
                  <a:moveTo>
                    <a:pt x="93" y="156"/>
                  </a:moveTo>
                  <a:lnTo>
                    <a:pt x="93" y="156"/>
                  </a:lnTo>
                  <a:lnTo>
                    <a:pt x="91" y="165"/>
                  </a:lnTo>
                  <a:lnTo>
                    <a:pt x="91" y="171"/>
                  </a:lnTo>
                  <a:lnTo>
                    <a:pt x="91" y="171"/>
                  </a:lnTo>
                  <a:lnTo>
                    <a:pt x="86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6"/>
                  </a:lnTo>
                  <a:lnTo>
                    <a:pt x="8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3" y="185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4"/>
                  </a:lnTo>
                  <a:lnTo>
                    <a:pt x="97" y="180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9" y="180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8" y="173"/>
                  </a:lnTo>
                  <a:lnTo>
                    <a:pt x="113" y="167"/>
                  </a:lnTo>
                  <a:lnTo>
                    <a:pt x="113" y="167"/>
                  </a:lnTo>
                  <a:lnTo>
                    <a:pt x="113" y="164"/>
                  </a:lnTo>
                  <a:lnTo>
                    <a:pt x="113" y="160"/>
                  </a:lnTo>
                  <a:lnTo>
                    <a:pt x="113" y="160"/>
                  </a:lnTo>
                  <a:lnTo>
                    <a:pt x="111" y="158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4" y="165"/>
                  </a:lnTo>
                  <a:lnTo>
                    <a:pt x="102" y="167"/>
                  </a:lnTo>
                  <a:lnTo>
                    <a:pt x="104" y="164"/>
                  </a:lnTo>
                  <a:lnTo>
                    <a:pt x="104" y="164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93" y="156"/>
                  </a:lnTo>
                  <a:close/>
                  <a:moveTo>
                    <a:pt x="120" y="147"/>
                  </a:moveTo>
                  <a:lnTo>
                    <a:pt x="120" y="147"/>
                  </a:lnTo>
                  <a:lnTo>
                    <a:pt x="122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8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9" y="167"/>
                  </a:lnTo>
                  <a:lnTo>
                    <a:pt x="135" y="171"/>
                  </a:lnTo>
                  <a:lnTo>
                    <a:pt x="135" y="171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28" y="149"/>
                  </a:lnTo>
                  <a:lnTo>
                    <a:pt x="120" y="147"/>
                  </a:lnTo>
                  <a:lnTo>
                    <a:pt x="120" y="147"/>
                  </a:lnTo>
                  <a:close/>
                  <a:moveTo>
                    <a:pt x="38" y="147"/>
                  </a:moveTo>
                  <a:lnTo>
                    <a:pt x="38" y="147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8" y="156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26" y="174"/>
                  </a:lnTo>
                  <a:lnTo>
                    <a:pt x="22" y="182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15" y="191"/>
                  </a:lnTo>
                  <a:lnTo>
                    <a:pt x="11" y="193"/>
                  </a:lnTo>
                  <a:lnTo>
                    <a:pt x="6" y="193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13" y="198"/>
                  </a:lnTo>
                  <a:lnTo>
                    <a:pt x="22" y="193"/>
                  </a:lnTo>
                  <a:lnTo>
                    <a:pt x="22" y="193"/>
                  </a:lnTo>
                  <a:lnTo>
                    <a:pt x="24" y="191"/>
                  </a:lnTo>
                  <a:lnTo>
                    <a:pt x="26" y="185"/>
                  </a:lnTo>
                  <a:lnTo>
                    <a:pt x="27" y="178"/>
                  </a:lnTo>
                  <a:lnTo>
                    <a:pt x="27" y="178"/>
                  </a:lnTo>
                  <a:lnTo>
                    <a:pt x="37" y="173"/>
                  </a:lnTo>
                  <a:lnTo>
                    <a:pt x="40" y="167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0" y="154"/>
                  </a:lnTo>
                  <a:lnTo>
                    <a:pt x="38" y="147"/>
                  </a:lnTo>
                  <a:lnTo>
                    <a:pt x="38" y="147"/>
                  </a:lnTo>
                  <a:close/>
                  <a:moveTo>
                    <a:pt x="78" y="142"/>
                  </a:moveTo>
                  <a:lnTo>
                    <a:pt x="78" y="142"/>
                  </a:lnTo>
                  <a:lnTo>
                    <a:pt x="77" y="156"/>
                  </a:lnTo>
                  <a:lnTo>
                    <a:pt x="77" y="162"/>
                  </a:lnTo>
                  <a:lnTo>
                    <a:pt x="78" y="162"/>
                  </a:lnTo>
                  <a:lnTo>
                    <a:pt x="82" y="162"/>
                  </a:lnTo>
                  <a:lnTo>
                    <a:pt x="91" y="160"/>
                  </a:lnTo>
                  <a:lnTo>
                    <a:pt x="91" y="160"/>
                  </a:lnTo>
                  <a:lnTo>
                    <a:pt x="91" y="153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86" y="145"/>
                  </a:lnTo>
                  <a:lnTo>
                    <a:pt x="78" y="142"/>
                  </a:lnTo>
                  <a:lnTo>
                    <a:pt x="78" y="142"/>
                  </a:lnTo>
                  <a:close/>
                  <a:moveTo>
                    <a:pt x="99" y="129"/>
                  </a:moveTo>
                  <a:lnTo>
                    <a:pt x="99" y="129"/>
                  </a:lnTo>
                  <a:lnTo>
                    <a:pt x="99" y="131"/>
                  </a:lnTo>
                  <a:lnTo>
                    <a:pt x="99" y="134"/>
                  </a:lnTo>
                  <a:lnTo>
                    <a:pt x="97" y="136"/>
                  </a:lnTo>
                  <a:lnTo>
                    <a:pt x="97" y="136"/>
                  </a:lnTo>
                  <a:lnTo>
                    <a:pt x="109" y="140"/>
                  </a:lnTo>
                  <a:lnTo>
                    <a:pt x="111" y="140"/>
                  </a:lnTo>
                  <a:lnTo>
                    <a:pt x="111" y="138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99" y="129"/>
                  </a:lnTo>
                  <a:lnTo>
                    <a:pt x="99" y="129"/>
                  </a:lnTo>
                  <a:close/>
                  <a:moveTo>
                    <a:pt x="42" y="129"/>
                  </a:moveTo>
                  <a:lnTo>
                    <a:pt x="42" y="129"/>
                  </a:lnTo>
                  <a:lnTo>
                    <a:pt x="47" y="136"/>
                  </a:lnTo>
                  <a:lnTo>
                    <a:pt x="47" y="136"/>
                  </a:lnTo>
                  <a:lnTo>
                    <a:pt x="49" y="138"/>
                  </a:lnTo>
                  <a:lnTo>
                    <a:pt x="49" y="138"/>
                  </a:lnTo>
                  <a:lnTo>
                    <a:pt x="49" y="136"/>
                  </a:lnTo>
                  <a:lnTo>
                    <a:pt x="49" y="134"/>
                  </a:lnTo>
                  <a:lnTo>
                    <a:pt x="49" y="134"/>
                  </a:lnTo>
                  <a:lnTo>
                    <a:pt x="42" y="129"/>
                  </a:lnTo>
                  <a:lnTo>
                    <a:pt x="42" y="129"/>
                  </a:lnTo>
                  <a:close/>
                  <a:moveTo>
                    <a:pt x="77" y="125"/>
                  </a:moveTo>
                  <a:lnTo>
                    <a:pt x="78" y="129"/>
                  </a:lnTo>
                  <a:lnTo>
                    <a:pt x="78" y="129"/>
                  </a:lnTo>
                  <a:lnTo>
                    <a:pt x="82" y="129"/>
                  </a:lnTo>
                  <a:lnTo>
                    <a:pt x="82" y="127"/>
                  </a:lnTo>
                  <a:lnTo>
                    <a:pt x="77" y="125"/>
                  </a:lnTo>
                  <a:lnTo>
                    <a:pt x="77" y="125"/>
                  </a:lnTo>
                  <a:close/>
                  <a:moveTo>
                    <a:pt x="120" y="120"/>
                  </a:moveTo>
                  <a:lnTo>
                    <a:pt x="120" y="120"/>
                  </a:lnTo>
                  <a:lnTo>
                    <a:pt x="120" y="125"/>
                  </a:lnTo>
                  <a:lnTo>
                    <a:pt x="120" y="129"/>
                  </a:lnTo>
                  <a:lnTo>
                    <a:pt x="126" y="136"/>
                  </a:lnTo>
                  <a:lnTo>
                    <a:pt x="126" y="136"/>
                  </a:lnTo>
                  <a:lnTo>
                    <a:pt x="128" y="140"/>
                  </a:lnTo>
                  <a:lnTo>
                    <a:pt x="126" y="142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5" y="145"/>
                  </a:lnTo>
                  <a:lnTo>
                    <a:pt x="135" y="145"/>
                  </a:lnTo>
                  <a:lnTo>
                    <a:pt x="131" y="140"/>
                  </a:lnTo>
                  <a:lnTo>
                    <a:pt x="131" y="140"/>
                  </a:lnTo>
                  <a:lnTo>
                    <a:pt x="133" y="131"/>
                  </a:lnTo>
                  <a:lnTo>
                    <a:pt x="133" y="123"/>
                  </a:lnTo>
                  <a:lnTo>
                    <a:pt x="131" y="122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26" y="120"/>
                  </a:lnTo>
                  <a:lnTo>
                    <a:pt x="122" y="120"/>
                  </a:lnTo>
                  <a:lnTo>
                    <a:pt x="120" y="120"/>
                  </a:lnTo>
                  <a:lnTo>
                    <a:pt x="120" y="120"/>
                  </a:lnTo>
                  <a:close/>
                  <a:moveTo>
                    <a:pt x="55" y="103"/>
                  </a:moveTo>
                  <a:lnTo>
                    <a:pt x="55" y="103"/>
                  </a:lnTo>
                  <a:lnTo>
                    <a:pt x="55" y="105"/>
                  </a:lnTo>
                  <a:lnTo>
                    <a:pt x="53" y="107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68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14"/>
                  </a:lnTo>
                  <a:lnTo>
                    <a:pt x="69" y="109"/>
                  </a:lnTo>
                  <a:lnTo>
                    <a:pt x="68" y="105"/>
                  </a:lnTo>
                  <a:lnTo>
                    <a:pt x="68" y="105"/>
                  </a:lnTo>
                  <a:lnTo>
                    <a:pt x="64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5" y="103"/>
                  </a:lnTo>
                  <a:lnTo>
                    <a:pt x="55" y="103"/>
                  </a:lnTo>
                  <a:close/>
                  <a:moveTo>
                    <a:pt x="115" y="96"/>
                  </a:moveTo>
                  <a:lnTo>
                    <a:pt x="119" y="100"/>
                  </a:lnTo>
                  <a:lnTo>
                    <a:pt x="119" y="100"/>
                  </a:lnTo>
                  <a:lnTo>
                    <a:pt x="119" y="96"/>
                  </a:lnTo>
                  <a:lnTo>
                    <a:pt x="119" y="96"/>
                  </a:lnTo>
                  <a:lnTo>
                    <a:pt x="115" y="96"/>
                  </a:lnTo>
                  <a:lnTo>
                    <a:pt x="115" y="96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58" y="10"/>
                  </a:lnTo>
                  <a:lnTo>
                    <a:pt x="57" y="20"/>
                  </a:lnTo>
                  <a:lnTo>
                    <a:pt x="57" y="36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1" y="43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7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6" y="51"/>
                  </a:lnTo>
                  <a:lnTo>
                    <a:pt x="44" y="49"/>
                  </a:lnTo>
                  <a:lnTo>
                    <a:pt x="46" y="49"/>
                  </a:lnTo>
                  <a:lnTo>
                    <a:pt x="46" y="49"/>
                  </a:lnTo>
                  <a:lnTo>
                    <a:pt x="42" y="54"/>
                  </a:lnTo>
                  <a:lnTo>
                    <a:pt x="44" y="56"/>
                  </a:lnTo>
                  <a:lnTo>
                    <a:pt x="47" y="60"/>
                  </a:lnTo>
                  <a:lnTo>
                    <a:pt x="47" y="60"/>
                  </a:lnTo>
                  <a:lnTo>
                    <a:pt x="51" y="71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0" y="85"/>
                  </a:lnTo>
                  <a:lnTo>
                    <a:pt x="60" y="91"/>
                  </a:lnTo>
                  <a:lnTo>
                    <a:pt x="60" y="96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84" y="102"/>
                  </a:lnTo>
                  <a:lnTo>
                    <a:pt x="91" y="107"/>
                  </a:lnTo>
                  <a:lnTo>
                    <a:pt x="91" y="107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5" y="102"/>
                  </a:lnTo>
                  <a:lnTo>
                    <a:pt x="99" y="107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1" y="120"/>
                  </a:lnTo>
                  <a:lnTo>
                    <a:pt x="111" y="120"/>
                  </a:lnTo>
                  <a:lnTo>
                    <a:pt x="111" y="114"/>
                  </a:lnTo>
                  <a:lnTo>
                    <a:pt x="113" y="113"/>
                  </a:lnTo>
                  <a:lnTo>
                    <a:pt x="113" y="113"/>
                  </a:lnTo>
                  <a:lnTo>
                    <a:pt x="108" y="102"/>
                  </a:lnTo>
                  <a:lnTo>
                    <a:pt x="106" y="91"/>
                  </a:lnTo>
                  <a:lnTo>
                    <a:pt x="106" y="91"/>
                  </a:lnTo>
                  <a:lnTo>
                    <a:pt x="97" y="92"/>
                  </a:lnTo>
                  <a:lnTo>
                    <a:pt x="97" y="92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84" y="89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73" y="83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6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71" y="69"/>
                  </a:lnTo>
                  <a:lnTo>
                    <a:pt x="71" y="65"/>
                  </a:lnTo>
                  <a:lnTo>
                    <a:pt x="69" y="62"/>
                  </a:lnTo>
                  <a:lnTo>
                    <a:pt x="69" y="60"/>
                  </a:lnTo>
                  <a:lnTo>
                    <a:pt x="71" y="60"/>
                  </a:lnTo>
                  <a:lnTo>
                    <a:pt x="71" y="60"/>
                  </a:lnTo>
                  <a:lnTo>
                    <a:pt x="80" y="45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9" y="32"/>
                  </a:lnTo>
                  <a:lnTo>
                    <a:pt x="86" y="27"/>
                  </a:lnTo>
                  <a:lnTo>
                    <a:pt x="82" y="21"/>
                  </a:lnTo>
                  <a:lnTo>
                    <a:pt x="82" y="21"/>
                  </a:lnTo>
                  <a:lnTo>
                    <a:pt x="80" y="16"/>
                  </a:lnTo>
                  <a:lnTo>
                    <a:pt x="82" y="1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0" y="3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3" y="5"/>
                  </a:lnTo>
                  <a:lnTo>
                    <a:pt x="69" y="5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6" name="Freeform 198">
              <a:extLst>
                <a:ext uri="{FF2B5EF4-FFF2-40B4-BE49-F238E27FC236}">
                  <a16:creationId xmlns:a16="http://schemas.microsoft.com/office/drawing/2014/main" id="{2203F273-AA04-49CB-9A13-C19BB1C7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1" y="4062244"/>
              <a:ext cx="286220" cy="519052"/>
            </a:xfrm>
            <a:custGeom>
              <a:avLst/>
              <a:gdLst>
                <a:gd name="T0" fmla="*/ 88 w 193"/>
                <a:gd name="T1" fmla="*/ 7 h 350"/>
                <a:gd name="T2" fmla="*/ 91 w 193"/>
                <a:gd name="T3" fmla="*/ 29 h 350"/>
                <a:gd name="T4" fmla="*/ 84 w 193"/>
                <a:gd name="T5" fmla="*/ 42 h 350"/>
                <a:gd name="T6" fmla="*/ 57 w 193"/>
                <a:gd name="T7" fmla="*/ 62 h 350"/>
                <a:gd name="T8" fmla="*/ 44 w 193"/>
                <a:gd name="T9" fmla="*/ 79 h 350"/>
                <a:gd name="T10" fmla="*/ 35 w 193"/>
                <a:gd name="T11" fmla="*/ 95 h 350"/>
                <a:gd name="T12" fmla="*/ 28 w 193"/>
                <a:gd name="T13" fmla="*/ 97 h 350"/>
                <a:gd name="T14" fmla="*/ 22 w 193"/>
                <a:gd name="T15" fmla="*/ 84 h 350"/>
                <a:gd name="T16" fmla="*/ 15 w 193"/>
                <a:gd name="T17" fmla="*/ 89 h 350"/>
                <a:gd name="T18" fmla="*/ 15 w 193"/>
                <a:gd name="T19" fmla="*/ 79 h 350"/>
                <a:gd name="T20" fmla="*/ 11 w 193"/>
                <a:gd name="T21" fmla="*/ 73 h 350"/>
                <a:gd name="T22" fmla="*/ 0 w 193"/>
                <a:gd name="T23" fmla="*/ 89 h 350"/>
                <a:gd name="T24" fmla="*/ 2 w 193"/>
                <a:gd name="T25" fmla="*/ 100 h 350"/>
                <a:gd name="T26" fmla="*/ 8 w 193"/>
                <a:gd name="T27" fmla="*/ 106 h 350"/>
                <a:gd name="T28" fmla="*/ 4 w 193"/>
                <a:gd name="T29" fmla="*/ 115 h 350"/>
                <a:gd name="T30" fmla="*/ 13 w 193"/>
                <a:gd name="T31" fmla="*/ 124 h 350"/>
                <a:gd name="T32" fmla="*/ 28 w 193"/>
                <a:gd name="T33" fmla="*/ 142 h 350"/>
                <a:gd name="T34" fmla="*/ 37 w 193"/>
                <a:gd name="T35" fmla="*/ 148 h 350"/>
                <a:gd name="T36" fmla="*/ 46 w 193"/>
                <a:gd name="T37" fmla="*/ 164 h 350"/>
                <a:gd name="T38" fmla="*/ 59 w 193"/>
                <a:gd name="T39" fmla="*/ 186 h 350"/>
                <a:gd name="T40" fmla="*/ 79 w 193"/>
                <a:gd name="T41" fmla="*/ 241 h 350"/>
                <a:gd name="T42" fmla="*/ 86 w 193"/>
                <a:gd name="T43" fmla="*/ 277 h 350"/>
                <a:gd name="T44" fmla="*/ 95 w 193"/>
                <a:gd name="T45" fmla="*/ 286 h 350"/>
                <a:gd name="T46" fmla="*/ 101 w 193"/>
                <a:gd name="T47" fmla="*/ 301 h 350"/>
                <a:gd name="T48" fmla="*/ 121 w 193"/>
                <a:gd name="T49" fmla="*/ 315 h 350"/>
                <a:gd name="T50" fmla="*/ 159 w 193"/>
                <a:gd name="T51" fmla="*/ 341 h 350"/>
                <a:gd name="T52" fmla="*/ 170 w 193"/>
                <a:gd name="T53" fmla="*/ 348 h 350"/>
                <a:gd name="T54" fmla="*/ 179 w 193"/>
                <a:gd name="T55" fmla="*/ 337 h 350"/>
                <a:gd name="T56" fmla="*/ 192 w 193"/>
                <a:gd name="T57" fmla="*/ 321 h 350"/>
                <a:gd name="T58" fmla="*/ 181 w 193"/>
                <a:gd name="T59" fmla="*/ 308 h 350"/>
                <a:gd name="T60" fmla="*/ 183 w 193"/>
                <a:gd name="T61" fmla="*/ 303 h 350"/>
                <a:gd name="T62" fmla="*/ 184 w 193"/>
                <a:gd name="T63" fmla="*/ 299 h 350"/>
                <a:gd name="T64" fmla="*/ 188 w 193"/>
                <a:gd name="T65" fmla="*/ 299 h 350"/>
                <a:gd name="T66" fmla="*/ 188 w 193"/>
                <a:gd name="T67" fmla="*/ 292 h 350"/>
                <a:gd name="T68" fmla="*/ 184 w 193"/>
                <a:gd name="T69" fmla="*/ 273 h 350"/>
                <a:gd name="T70" fmla="*/ 163 w 193"/>
                <a:gd name="T71" fmla="*/ 232 h 350"/>
                <a:gd name="T72" fmla="*/ 164 w 193"/>
                <a:gd name="T73" fmla="*/ 179 h 350"/>
                <a:gd name="T74" fmla="*/ 135 w 193"/>
                <a:gd name="T75" fmla="*/ 186 h 350"/>
                <a:gd name="T76" fmla="*/ 133 w 193"/>
                <a:gd name="T77" fmla="*/ 181 h 350"/>
                <a:gd name="T78" fmla="*/ 122 w 193"/>
                <a:gd name="T79" fmla="*/ 170 h 350"/>
                <a:gd name="T80" fmla="*/ 111 w 193"/>
                <a:gd name="T81" fmla="*/ 161 h 350"/>
                <a:gd name="T82" fmla="*/ 113 w 193"/>
                <a:gd name="T83" fmla="*/ 148 h 350"/>
                <a:gd name="T84" fmla="*/ 110 w 193"/>
                <a:gd name="T85" fmla="*/ 140 h 350"/>
                <a:gd name="T86" fmla="*/ 111 w 193"/>
                <a:gd name="T87" fmla="*/ 133 h 350"/>
                <a:gd name="T88" fmla="*/ 117 w 193"/>
                <a:gd name="T89" fmla="*/ 126 h 350"/>
                <a:gd name="T90" fmla="*/ 124 w 193"/>
                <a:gd name="T91" fmla="*/ 108 h 350"/>
                <a:gd name="T92" fmla="*/ 132 w 193"/>
                <a:gd name="T93" fmla="*/ 95 h 350"/>
                <a:gd name="T94" fmla="*/ 146 w 193"/>
                <a:gd name="T95" fmla="*/ 88 h 350"/>
                <a:gd name="T96" fmla="*/ 164 w 193"/>
                <a:gd name="T97" fmla="*/ 84 h 350"/>
                <a:gd name="T98" fmla="*/ 170 w 193"/>
                <a:gd name="T99" fmla="*/ 79 h 350"/>
                <a:gd name="T100" fmla="*/ 173 w 193"/>
                <a:gd name="T101" fmla="*/ 44 h 350"/>
                <a:gd name="T102" fmla="*/ 166 w 193"/>
                <a:gd name="T103" fmla="*/ 38 h 350"/>
                <a:gd name="T104" fmla="*/ 152 w 193"/>
                <a:gd name="T105" fmla="*/ 33 h 350"/>
                <a:gd name="T106" fmla="*/ 141 w 193"/>
                <a:gd name="T107" fmla="*/ 38 h 350"/>
                <a:gd name="T108" fmla="*/ 130 w 193"/>
                <a:gd name="T109" fmla="*/ 35 h 350"/>
                <a:gd name="T110" fmla="*/ 117 w 193"/>
                <a:gd name="T111" fmla="*/ 24 h 350"/>
                <a:gd name="T112" fmla="*/ 110 w 193"/>
                <a:gd name="T113" fmla="*/ 17 h 350"/>
                <a:gd name="T114" fmla="*/ 106 w 193"/>
                <a:gd name="T115" fmla="*/ 9 h 350"/>
                <a:gd name="T116" fmla="*/ 101 w 193"/>
                <a:gd name="T117" fmla="*/ 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3" h="350">
                  <a:moveTo>
                    <a:pt x="90" y="0"/>
                  </a:moveTo>
                  <a:lnTo>
                    <a:pt x="84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91" y="17"/>
                  </a:lnTo>
                  <a:lnTo>
                    <a:pt x="91" y="17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8" y="29"/>
                  </a:lnTo>
                  <a:lnTo>
                    <a:pt x="88" y="29"/>
                  </a:lnTo>
                  <a:lnTo>
                    <a:pt x="88" y="37"/>
                  </a:lnTo>
                  <a:lnTo>
                    <a:pt x="84" y="42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62" y="57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44" y="79"/>
                  </a:lnTo>
                  <a:lnTo>
                    <a:pt x="40" y="89"/>
                  </a:lnTo>
                  <a:lnTo>
                    <a:pt x="40" y="89"/>
                  </a:lnTo>
                  <a:lnTo>
                    <a:pt x="37" y="93"/>
                  </a:lnTo>
                  <a:lnTo>
                    <a:pt x="35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0" y="97"/>
                  </a:lnTo>
                  <a:lnTo>
                    <a:pt x="28" y="97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88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6"/>
                  </a:lnTo>
                  <a:lnTo>
                    <a:pt x="15" y="89"/>
                  </a:lnTo>
                  <a:lnTo>
                    <a:pt x="15" y="89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8" y="84"/>
                  </a:lnTo>
                  <a:lnTo>
                    <a:pt x="15" y="79"/>
                  </a:lnTo>
                  <a:lnTo>
                    <a:pt x="13" y="75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4" y="8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5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2" y="100"/>
                  </a:lnTo>
                  <a:lnTo>
                    <a:pt x="2" y="102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10"/>
                  </a:lnTo>
                  <a:lnTo>
                    <a:pt x="6" y="113"/>
                  </a:lnTo>
                  <a:lnTo>
                    <a:pt x="4" y="115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0"/>
                  </a:lnTo>
                  <a:lnTo>
                    <a:pt x="13" y="124"/>
                  </a:lnTo>
                  <a:lnTo>
                    <a:pt x="22" y="130"/>
                  </a:lnTo>
                  <a:lnTo>
                    <a:pt x="22" y="130"/>
                  </a:lnTo>
                  <a:lnTo>
                    <a:pt x="24" y="137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40" y="153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6" y="164"/>
                  </a:lnTo>
                  <a:lnTo>
                    <a:pt x="51" y="168"/>
                  </a:lnTo>
                  <a:lnTo>
                    <a:pt x="51" y="168"/>
                  </a:lnTo>
                  <a:lnTo>
                    <a:pt x="57" y="177"/>
                  </a:lnTo>
                  <a:lnTo>
                    <a:pt x="59" y="186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70" y="222"/>
                  </a:lnTo>
                  <a:lnTo>
                    <a:pt x="79" y="241"/>
                  </a:lnTo>
                  <a:lnTo>
                    <a:pt x="86" y="259"/>
                  </a:lnTo>
                  <a:lnTo>
                    <a:pt x="88" y="266"/>
                  </a:lnTo>
                  <a:lnTo>
                    <a:pt x="88" y="272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91" y="283"/>
                  </a:lnTo>
                  <a:lnTo>
                    <a:pt x="95" y="286"/>
                  </a:lnTo>
                  <a:lnTo>
                    <a:pt x="95" y="286"/>
                  </a:lnTo>
                  <a:lnTo>
                    <a:pt x="99" y="295"/>
                  </a:lnTo>
                  <a:lnTo>
                    <a:pt x="99" y="299"/>
                  </a:lnTo>
                  <a:lnTo>
                    <a:pt x="101" y="301"/>
                  </a:lnTo>
                  <a:lnTo>
                    <a:pt x="101" y="301"/>
                  </a:lnTo>
                  <a:lnTo>
                    <a:pt x="108" y="306"/>
                  </a:lnTo>
                  <a:lnTo>
                    <a:pt x="117" y="312"/>
                  </a:lnTo>
                  <a:lnTo>
                    <a:pt x="117" y="312"/>
                  </a:lnTo>
                  <a:lnTo>
                    <a:pt x="121" y="315"/>
                  </a:lnTo>
                  <a:lnTo>
                    <a:pt x="122" y="319"/>
                  </a:lnTo>
                  <a:lnTo>
                    <a:pt x="122" y="319"/>
                  </a:lnTo>
                  <a:lnTo>
                    <a:pt x="146" y="332"/>
                  </a:lnTo>
                  <a:lnTo>
                    <a:pt x="159" y="34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70" y="348"/>
                  </a:lnTo>
                  <a:lnTo>
                    <a:pt x="173" y="343"/>
                  </a:lnTo>
                  <a:lnTo>
                    <a:pt x="173" y="343"/>
                  </a:lnTo>
                  <a:lnTo>
                    <a:pt x="175" y="339"/>
                  </a:lnTo>
                  <a:lnTo>
                    <a:pt x="179" y="337"/>
                  </a:lnTo>
                  <a:lnTo>
                    <a:pt x="183" y="334"/>
                  </a:lnTo>
                  <a:lnTo>
                    <a:pt x="183" y="334"/>
                  </a:lnTo>
                  <a:lnTo>
                    <a:pt x="192" y="321"/>
                  </a:lnTo>
                  <a:lnTo>
                    <a:pt x="192" y="321"/>
                  </a:lnTo>
                  <a:lnTo>
                    <a:pt x="193" y="315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81" y="308"/>
                  </a:lnTo>
                  <a:lnTo>
                    <a:pt x="181" y="308"/>
                  </a:lnTo>
                  <a:lnTo>
                    <a:pt x="184" y="304"/>
                  </a:lnTo>
                  <a:lnTo>
                    <a:pt x="184" y="304"/>
                  </a:lnTo>
                  <a:lnTo>
                    <a:pt x="183" y="303"/>
                  </a:lnTo>
                  <a:lnTo>
                    <a:pt x="181" y="301"/>
                  </a:lnTo>
                  <a:lnTo>
                    <a:pt x="181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0" y="303"/>
                  </a:lnTo>
                  <a:lnTo>
                    <a:pt x="190" y="303"/>
                  </a:lnTo>
                  <a:lnTo>
                    <a:pt x="188" y="299"/>
                  </a:lnTo>
                  <a:lnTo>
                    <a:pt x="188" y="299"/>
                  </a:lnTo>
                  <a:lnTo>
                    <a:pt x="186" y="297"/>
                  </a:lnTo>
                  <a:lnTo>
                    <a:pt x="188" y="294"/>
                  </a:lnTo>
                  <a:lnTo>
                    <a:pt x="188" y="292"/>
                  </a:lnTo>
                  <a:lnTo>
                    <a:pt x="188" y="292"/>
                  </a:lnTo>
                  <a:lnTo>
                    <a:pt x="184" y="283"/>
                  </a:lnTo>
                  <a:lnTo>
                    <a:pt x="184" y="283"/>
                  </a:lnTo>
                  <a:lnTo>
                    <a:pt x="184" y="279"/>
                  </a:lnTo>
                  <a:lnTo>
                    <a:pt x="184" y="273"/>
                  </a:lnTo>
                  <a:lnTo>
                    <a:pt x="186" y="270"/>
                  </a:lnTo>
                  <a:lnTo>
                    <a:pt x="190" y="257"/>
                  </a:lnTo>
                  <a:lnTo>
                    <a:pt x="179" y="237"/>
                  </a:lnTo>
                  <a:lnTo>
                    <a:pt x="163" y="232"/>
                  </a:lnTo>
                  <a:lnTo>
                    <a:pt x="164" y="182"/>
                  </a:lnTo>
                  <a:lnTo>
                    <a:pt x="164" y="182"/>
                  </a:lnTo>
                  <a:lnTo>
                    <a:pt x="166" y="181"/>
                  </a:lnTo>
                  <a:lnTo>
                    <a:pt x="164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50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3" y="184"/>
                  </a:lnTo>
                  <a:lnTo>
                    <a:pt x="133" y="181"/>
                  </a:lnTo>
                  <a:lnTo>
                    <a:pt x="133" y="181"/>
                  </a:lnTo>
                  <a:lnTo>
                    <a:pt x="132" y="177"/>
                  </a:lnTo>
                  <a:lnTo>
                    <a:pt x="128" y="175"/>
                  </a:lnTo>
                  <a:lnTo>
                    <a:pt x="124" y="17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1" y="166"/>
                  </a:lnTo>
                  <a:lnTo>
                    <a:pt x="117" y="164"/>
                  </a:lnTo>
                  <a:lnTo>
                    <a:pt x="111" y="161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0"/>
                  </a:lnTo>
                  <a:lnTo>
                    <a:pt x="113" y="148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1" y="144"/>
                  </a:lnTo>
                  <a:lnTo>
                    <a:pt x="110" y="140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1" y="133"/>
                  </a:lnTo>
                  <a:lnTo>
                    <a:pt x="117" y="133"/>
                  </a:lnTo>
                  <a:lnTo>
                    <a:pt x="117" y="133"/>
                  </a:lnTo>
                  <a:lnTo>
                    <a:pt x="117" y="126"/>
                  </a:lnTo>
                  <a:lnTo>
                    <a:pt x="117" y="126"/>
                  </a:lnTo>
                  <a:lnTo>
                    <a:pt x="119" y="120"/>
                  </a:lnTo>
                  <a:lnTo>
                    <a:pt x="121" y="115"/>
                  </a:lnTo>
                  <a:lnTo>
                    <a:pt x="121" y="115"/>
                  </a:lnTo>
                  <a:lnTo>
                    <a:pt x="124" y="108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8" y="99"/>
                  </a:lnTo>
                  <a:lnTo>
                    <a:pt x="132" y="95"/>
                  </a:lnTo>
                  <a:lnTo>
                    <a:pt x="139" y="91"/>
                  </a:lnTo>
                  <a:lnTo>
                    <a:pt x="139" y="91"/>
                  </a:lnTo>
                  <a:lnTo>
                    <a:pt x="142" y="88"/>
                  </a:lnTo>
                  <a:lnTo>
                    <a:pt x="146" y="88"/>
                  </a:lnTo>
                  <a:lnTo>
                    <a:pt x="152" y="86"/>
                  </a:lnTo>
                  <a:lnTo>
                    <a:pt x="152" y="86"/>
                  </a:lnTo>
                  <a:lnTo>
                    <a:pt x="159" y="84"/>
                  </a:lnTo>
                  <a:lnTo>
                    <a:pt x="164" y="84"/>
                  </a:lnTo>
                  <a:lnTo>
                    <a:pt x="164" y="84"/>
                  </a:lnTo>
                  <a:lnTo>
                    <a:pt x="168" y="82"/>
                  </a:lnTo>
                  <a:lnTo>
                    <a:pt x="170" y="80"/>
                  </a:lnTo>
                  <a:lnTo>
                    <a:pt x="170" y="79"/>
                  </a:lnTo>
                  <a:lnTo>
                    <a:pt x="164" y="75"/>
                  </a:lnTo>
                  <a:lnTo>
                    <a:pt x="157" y="7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2" y="42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59" y="38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2" y="33"/>
                  </a:lnTo>
                  <a:lnTo>
                    <a:pt x="148" y="33"/>
                  </a:lnTo>
                  <a:lnTo>
                    <a:pt x="142" y="33"/>
                  </a:lnTo>
                  <a:lnTo>
                    <a:pt x="141" y="38"/>
                  </a:lnTo>
                  <a:lnTo>
                    <a:pt x="141" y="38"/>
                  </a:lnTo>
                  <a:lnTo>
                    <a:pt x="137" y="37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0" y="35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26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3" y="22"/>
                  </a:lnTo>
                  <a:lnTo>
                    <a:pt x="111" y="18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6" y="9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1" y="7"/>
                  </a:lnTo>
                  <a:lnTo>
                    <a:pt x="101" y="4"/>
                  </a:lnTo>
                  <a:lnTo>
                    <a:pt x="99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7" name="Freeform 199">
              <a:extLst>
                <a:ext uri="{FF2B5EF4-FFF2-40B4-BE49-F238E27FC236}">
                  <a16:creationId xmlns:a16="http://schemas.microsoft.com/office/drawing/2014/main" id="{2F568DA0-5300-410B-A7DA-CF62382D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579" y="4616887"/>
              <a:ext cx="186859" cy="250628"/>
            </a:xfrm>
            <a:custGeom>
              <a:avLst/>
              <a:gdLst>
                <a:gd name="T0" fmla="*/ 44 w 126"/>
                <a:gd name="T1" fmla="*/ 0 h 169"/>
                <a:gd name="T2" fmla="*/ 20 w 126"/>
                <a:gd name="T3" fmla="*/ 7 h 169"/>
                <a:gd name="T4" fmla="*/ 13 w 126"/>
                <a:gd name="T5" fmla="*/ 23 h 169"/>
                <a:gd name="T6" fmla="*/ 0 w 126"/>
                <a:gd name="T7" fmla="*/ 56 h 169"/>
                <a:gd name="T8" fmla="*/ 15 w 126"/>
                <a:gd name="T9" fmla="*/ 69 h 169"/>
                <a:gd name="T10" fmla="*/ 18 w 126"/>
                <a:gd name="T11" fmla="*/ 76 h 169"/>
                <a:gd name="T12" fmla="*/ 22 w 126"/>
                <a:gd name="T13" fmla="*/ 78 h 169"/>
                <a:gd name="T14" fmla="*/ 28 w 126"/>
                <a:gd name="T15" fmla="*/ 83 h 169"/>
                <a:gd name="T16" fmla="*/ 33 w 126"/>
                <a:gd name="T17" fmla="*/ 94 h 169"/>
                <a:gd name="T18" fmla="*/ 38 w 126"/>
                <a:gd name="T19" fmla="*/ 96 h 169"/>
                <a:gd name="T20" fmla="*/ 46 w 126"/>
                <a:gd name="T21" fmla="*/ 105 h 169"/>
                <a:gd name="T22" fmla="*/ 55 w 126"/>
                <a:gd name="T23" fmla="*/ 107 h 169"/>
                <a:gd name="T24" fmla="*/ 60 w 126"/>
                <a:gd name="T25" fmla="*/ 113 h 169"/>
                <a:gd name="T26" fmla="*/ 68 w 126"/>
                <a:gd name="T27" fmla="*/ 122 h 169"/>
                <a:gd name="T28" fmla="*/ 73 w 126"/>
                <a:gd name="T29" fmla="*/ 127 h 169"/>
                <a:gd name="T30" fmla="*/ 71 w 126"/>
                <a:gd name="T31" fmla="*/ 136 h 169"/>
                <a:gd name="T32" fmla="*/ 64 w 126"/>
                <a:gd name="T33" fmla="*/ 153 h 169"/>
                <a:gd name="T34" fmla="*/ 58 w 126"/>
                <a:gd name="T35" fmla="*/ 164 h 169"/>
                <a:gd name="T36" fmla="*/ 64 w 126"/>
                <a:gd name="T37" fmla="*/ 164 h 169"/>
                <a:gd name="T38" fmla="*/ 75 w 126"/>
                <a:gd name="T39" fmla="*/ 167 h 169"/>
                <a:gd name="T40" fmla="*/ 86 w 126"/>
                <a:gd name="T41" fmla="*/ 167 h 169"/>
                <a:gd name="T42" fmla="*/ 99 w 126"/>
                <a:gd name="T43" fmla="*/ 169 h 169"/>
                <a:gd name="T44" fmla="*/ 108 w 126"/>
                <a:gd name="T45" fmla="*/ 167 h 169"/>
                <a:gd name="T46" fmla="*/ 110 w 126"/>
                <a:gd name="T47" fmla="*/ 165 h 169"/>
                <a:gd name="T48" fmla="*/ 119 w 126"/>
                <a:gd name="T49" fmla="*/ 155 h 169"/>
                <a:gd name="T50" fmla="*/ 120 w 126"/>
                <a:gd name="T51" fmla="*/ 144 h 169"/>
                <a:gd name="T52" fmla="*/ 119 w 126"/>
                <a:gd name="T53" fmla="*/ 138 h 169"/>
                <a:gd name="T54" fmla="*/ 122 w 126"/>
                <a:gd name="T55" fmla="*/ 131 h 169"/>
                <a:gd name="T56" fmla="*/ 124 w 126"/>
                <a:gd name="T57" fmla="*/ 113 h 169"/>
                <a:gd name="T58" fmla="*/ 126 w 126"/>
                <a:gd name="T59" fmla="*/ 104 h 169"/>
                <a:gd name="T60" fmla="*/ 126 w 126"/>
                <a:gd name="T61" fmla="*/ 96 h 169"/>
                <a:gd name="T62" fmla="*/ 119 w 126"/>
                <a:gd name="T63" fmla="*/ 98 h 169"/>
                <a:gd name="T64" fmla="*/ 113 w 126"/>
                <a:gd name="T65" fmla="*/ 89 h 169"/>
                <a:gd name="T66" fmla="*/ 113 w 126"/>
                <a:gd name="T67" fmla="*/ 71 h 169"/>
                <a:gd name="T68" fmla="*/ 111 w 126"/>
                <a:gd name="T69" fmla="*/ 65 h 169"/>
                <a:gd name="T70" fmla="*/ 102 w 126"/>
                <a:gd name="T71" fmla="*/ 62 h 169"/>
                <a:gd name="T72" fmla="*/ 99 w 126"/>
                <a:gd name="T73" fmla="*/ 52 h 169"/>
                <a:gd name="T74" fmla="*/ 86 w 126"/>
                <a:gd name="T75" fmla="*/ 54 h 169"/>
                <a:gd name="T76" fmla="*/ 77 w 126"/>
                <a:gd name="T77" fmla="*/ 51 h 169"/>
                <a:gd name="T78" fmla="*/ 75 w 126"/>
                <a:gd name="T79" fmla="*/ 45 h 169"/>
                <a:gd name="T80" fmla="*/ 73 w 126"/>
                <a:gd name="T81" fmla="*/ 38 h 169"/>
                <a:gd name="T82" fmla="*/ 73 w 126"/>
                <a:gd name="T83" fmla="*/ 23 h 169"/>
                <a:gd name="T84" fmla="*/ 66 w 126"/>
                <a:gd name="T85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69">
                  <a:moveTo>
                    <a:pt x="66" y="11"/>
                  </a:moveTo>
                  <a:lnTo>
                    <a:pt x="58" y="3"/>
                  </a:lnTo>
                  <a:lnTo>
                    <a:pt x="44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0" y="7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9" y="27"/>
                  </a:lnTo>
                  <a:lnTo>
                    <a:pt x="9" y="32"/>
                  </a:lnTo>
                  <a:lnTo>
                    <a:pt x="0" y="56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7" y="74"/>
                  </a:lnTo>
                  <a:lnTo>
                    <a:pt x="18" y="7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2" y="78"/>
                  </a:lnTo>
                  <a:lnTo>
                    <a:pt x="24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9" y="91"/>
                  </a:lnTo>
                  <a:lnTo>
                    <a:pt x="31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6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5" y="107"/>
                  </a:lnTo>
                  <a:lnTo>
                    <a:pt x="55" y="107"/>
                  </a:lnTo>
                  <a:lnTo>
                    <a:pt x="57" y="111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64" y="118"/>
                  </a:lnTo>
                  <a:lnTo>
                    <a:pt x="68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7"/>
                  </a:lnTo>
                  <a:lnTo>
                    <a:pt x="73" y="129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45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0" y="160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60" y="165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9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80" y="169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3" y="167"/>
                  </a:lnTo>
                  <a:lnTo>
                    <a:pt x="99" y="169"/>
                  </a:lnTo>
                  <a:lnTo>
                    <a:pt x="99" y="169"/>
                  </a:lnTo>
                  <a:lnTo>
                    <a:pt x="106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10" y="167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3" y="160"/>
                  </a:lnTo>
                  <a:lnTo>
                    <a:pt x="119" y="155"/>
                  </a:lnTo>
                  <a:lnTo>
                    <a:pt x="119" y="155"/>
                  </a:lnTo>
                  <a:lnTo>
                    <a:pt x="120" y="153"/>
                  </a:lnTo>
                  <a:lnTo>
                    <a:pt x="120" y="147"/>
                  </a:lnTo>
                  <a:lnTo>
                    <a:pt x="120" y="144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9" y="138"/>
                  </a:lnTo>
                  <a:lnTo>
                    <a:pt x="120" y="134"/>
                  </a:lnTo>
                  <a:lnTo>
                    <a:pt x="122" y="131"/>
                  </a:lnTo>
                  <a:lnTo>
                    <a:pt x="122" y="131"/>
                  </a:lnTo>
                  <a:lnTo>
                    <a:pt x="122" y="124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24" y="113"/>
                  </a:lnTo>
                  <a:lnTo>
                    <a:pt x="126" y="109"/>
                  </a:lnTo>
                  <a:lnTo>
                    <a:pt x="126" y="104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4" y="96"/>
                  </a:lnTo>
                  <a:lnTo>
                    <a:pt x="119" y="98"/>
                  </a:lnTo>
                  <a:lnTo>
                    <a:pt x="119" y="98"/>
                  </a:lnTo>
                  <a:lnTo>
                    <a:pt x="115" y="98"/>
                  </a:lnTo>
                  <a:lnTo>
                    <a:pt x="115" y="96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3" y="80"/>
                  </a:lnTo>
                  <a:lnTo>
                    <a:pt x="113" y="71"/>
                  </a:lnTo>
                  <a:lnTo>
                    <a:pt x="113" y="71"/>
                  </a:lnTo>
                  <a:lnTo>
                    <a:pt x="113" y="67"/>
                  </a:lnTo>
                  <a:lnTo>
                    <a:pt x="111" y="65"/>
                  </a:lnTo>
                  <a:lnTo>
                    <a:pt x="106" y="63"/>
                  </a:lnTo>
                  <a:lnTo>
                    <a:pt x="106" y="63"/>
                  </a:lnTo>
                  <a:lnTo>
                    <a:pt x="102" y="62"/>
                  </a:lnTo>
                  <a:lnTo>
                    <a:pt x="102" y="60"/>
                  </a:lnTo>
                  <a:lnTo>
                    <a:pt x="100" y="56"/>
                  </a:lnTo>
                  <a:lnTo>
                    <a:pt x="99" y="5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86" y="54"/>
                  </a:lnTo>
                  <a:lnTo>
                    <a:pt x="79" y="54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77" y="51"/>
                  </a:lnTo>
                  <a:lnTo>
                    <a:pt x="77" y="49"/>
                  </a:lnTo>
                  <a:lnTo>
                    <a:pt x="75" y="45"/>
                  </a:lnTo>
                  <a:lnTo>
                    <a:pt x="73" y="42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5" y="29"/>
                  </a:lnTo>
                  <a:lnTo>
                    <a:pt x="75" y="25"/>
                  </a:lnTo>
                  <a:lnTo>
                    <a:pt x="73" y="23"/>
                  </a:lnTo>
                  <a:lnTo>
                    <a:pt x="73" y="23"/>
                  </a:lnTo>
                  <a:lnTo>
                    <a:pt x="69" y="16"/>
                  </a:lnTo>
                  <a:lnTo>
                    <a:pt x="66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8" name="Freeform 200">
              <a:extLst>
                <a:ext uri="{FF2B5EF4-FFF2-40B4-BE49-F238E27FC236}">
                  <a16:creationId xmlns:a16="http://schemas.microsoft.com/office/drawing/2014/main" id="{6D031C77-F972-4484-9E64-8D51CB8D3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6888" y="4124530"/>
              <a:ext cx="360371" cy="252111"/>
            </a:xfrm>
            <a:custGeom>
              <a:avLst/>
              <a:gdLst>
                <a:gd name="T0" fmla="*/ 40 w 243"/>
                <a:gd name="T1" fmla="*/ 135 h 170"/>
                <a:gd name="T2" fmla="*/ 46 w 243"/>
                <a:gd name="T3" fmla="*/ 122 h 170"/>
                <a:gd name="T4" fmla="*/ 69 w 243"/>
                <a:gd name="T5" fmla="*/ 117 h 170"/>
                <a:gd name="T6" fmla="*/ 89 w 243"/>
                <a:gd name="T7" fmla="*/ 128 h 170"/>
                <a:gd name="T8" fmla="*/ 95 w 243"/>
                <a:gd name="T9" fmla="*/ 142 h 170"/>
                <a:gd name="T10" fmla="*/ 111 w 243"/>
                <a:gd name="T11" fmla="*/ 159 h 170"/>
                <a:gd name="T12" fmla="*/ 144 w 243"/>
                <a:gd name="T13" fmla="*/ 166 h 170"/>
                <a:gd name="T14" fmla="*/ 153 w 243"/>
                <a:gd name="T15" fmla="*/ 162 h 170"/>
                <a:gd name="T16" fmla="*/ 146 w 243"/>
                <a:gd name="T17" fmla="*/ 155 h 170"/>
                <a:gd name="T18" fmla="*/ 144 w 243"/>
                <a:gd name="T19" fmla="*/ 151 h 170"/>
                <a:gd name="T20" fmla="*/ 135 w 243"/>
                <a:gd name="T21" fmla="*/ 149 h 170"/>
                <a:gd name="T22" fmla="*/ 135 w 243"/>
                <a:gd name="T23" fmla="*/ 140 h 170"/>
                <a:gd name="T24" fmla="*/ 124 w 243"/>
                <a:gd name="T25" fmla="*/ 137 h 170"/>
                <a:gd name="T26" fmla="*/ 120 w 243"/>
                <a:gd name="T27" fmla="*/ 124 h 170"/>
                <a:gd name="T28" fmla="*/ 115 w 243"/>
                <a:gd name="T29" fmla="*/ 119 h 170"/>
                <a:gd name="T30" fmla="*/ 104 w 243"/>
                <a:gd name="T31" fmla="*/ 108 h 170"/>
                <a:gd name="T32" fmla="*/ 115 w 243"/>
                <a:gd name="T33" fmla="*/ 91 h 170"/>
                <a:gd name="T34" fmla="*/ 106 w 243"/>
                <a:gd name="T35" fmla="*/ 77 h 170"/>
                <a:gd name="T36" fmla="*/ 99 w 243"/>
                <a:gd name="T37" fmla="*/ 75 h 170"/>
                <a:gd name="T38" fmla="*/ 91 w 243"/>
                <a:gd name="T39" fmla="*/ 66 h 170"/>
                <a:gd name="T40" fmla="*/ 80 w 243"/>
                <a:gd name="T41" fmla="*/ 64 h 170"/>
                <a:gd name="T42" fmla="*/ 71 w 243"/>
                <a:gd name="T43" fmla="*/ 42 h 170"/>
                <a:gd name="T44" fmla="*/ 64 w 243"/>
                <a:gd name="T45" fmla="*/ 42 h 170"/>
                <a:gd name="T46" fmla="*/ 48 w 243"/>
                <a:gd name="T47" fmla="*/ 29 h 170"/>
                <a:gd name="T48" fmla="*/ 17 w 243"/>
                <a:gd name="T49" fmla="*/ 20 h 170"/>
                <a:gd name="T50" fmla="*/ 4 w 243"/>
                <a:gd name="T51" fmla="*/ 97 h 170"/>
                <a:gd name="T52" fmla="*/ 159 w 243"/>
                <a:gd name="T53" fmla="*/ 151 h 170"/>
                <a:gd name="T54" fmla="*/ 157 w 243"/>
                <a:gd name="T55" fmla="*/ 148 h 170"/>
                <a:gd name="T56" fmla="*/ 223 w 243"/>
                <a:gd name="T57" fmla="*/ 80 h 170"/>
                <a:gd name="T58" fmla="*/ 237 w 243"/>
                <a:gd name="T59" fmla="*/ 95 h 170"/>
                <a:gd name="T60" fmla="*/ 241 w 243"/>
                <a:gd name="T61" fmla="*/ 93 h 170"/>
                <a:gd name="T62" fmla="*/ 230 w 243"/>
                <a:gd name="T63" fmla="*/ 73 h 170"/>
                <a:gd name="T64" fmla="*/ 179 w 243"/>
                <a:gd name="T65" fmla="*/ 44 h 170"/>
                <a:gd name="T66" fmla="*/ 173 w 243"/>
                <a:gd name="T67" fmla="*/ 47 h 170"/>
                <a:gd name="T68" fmla="*/ 171 w 243"/>
                <a:gd name="T69" fmla="*/ 55 h 170"/>
                <a:gd name="T70" fmla="*/ 166 w 243"/>
                <a:gd name="T71" fmla="*/ 64 h 170"/>
                <a:gd name="T72" fmla="*/ 161 w 243"/>
                <a:gd name="T73" fmla="*/ 66 h 170"/>
                <a:gd name="T74" fmla="*/ 153 w 243"/>
                <a:gd name="T75" fmla="*/ 62 h 170"/>
                <a:gd name="T76" fmla="*/ 150 w 243"/>
                <a:gd name="T77" fmla="*/ 62 h 170"/>
                <a:gd name="T78" fmla="*/ 126 w 243"/>
                <a:gd name="T79" fmla="*/ 69 h 170"/>
                <a:gd name="T80" fmla="*/ 139 w 243"/>
                <a:gd name="T81" fmla="*/ 80 h 170"/>
                <a:gd name="T82" fmla="*/ 168 w 243"/>
                <a:gd name="T83" fmla="*/ 75 h 170"/>
                <a:gd name="T84" fmla="*/ 175 w 243"/>
                <a:gd name="T85" fmla="*/ 66 h 170"/>
                <a:gd name="T86" fmla="*/ 182 w 243"/>
                <a:gd name="T87" fmla="*/ 64 h 170"/>
                <a:gd name="T88" fmla="*/ 186 w 243"/>
                <a:gd name="T89" fmla="*/ 47 h 170"/>
                <a:gd name="T90" fmla="*/ 186 w 243"/>
                <a:gd name="T91" fmla="*/ 38 h 170"/>
                <a:gd name="T92" fmla="*/ 195 w 243"/>
                <a:gd name="T93" fmla="*/ 47 h 170"/>
                <a:gd name="T94" fmla="*/ 195 w 243"/>
                <a:gd name="T95" fmla="*/ 46 h 170"/>
                <a:gd name="T96" fmla="*/ 181 w 243"/>
                <a:gd name="T97" fmla="*/ 27 h 170"/>
                <a:gd name="T98" fmla="*/ 161 w 243"/>
                <a:gd name="T99" fmla="*/ 20 h 170"/>
                <a:gd name="T100" fmla="*/ 177 w 243"/>
                <a:gd name="T101" fmla="*/ 26 h 170"/>
                <a:gd name="T102" fmla="*/ 161 w 243"/>
                <a:gd name="T103" fmla="*/ 15 h 170"/>
                <a:gd name="T104" fmla="*/ 151 w 243"/>
                <a:gd name="T105" fmla="*/ 18 h 170"/>
                <a:gd name="T106" fmla="*/ 157 w 243"/>
                <a:gd name="T107" fmla="*/ 15 h 170"/>
                <a:gd name="T108" fmla="*/ 150 w 243"/>
                <a:gd name="T109" fmla="*/ 11 h 170"/>
                <a:gd name="T110" fmla="*/ 93 w 243"/>
                <a:gd name="T111" fmla="*/ 6 h 170"/>
                <a:gd name="T112" fmla="*/ 100 w 243"/>
                <a:gd name="T113" fmla="*/ 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3" h="170">
                  <a:moveTo>
                    <a:pt x="4" y="140"/>
                  </a:moveTo>
                  <a:lnTo>
                    <a:pt x="4" y="140"/>
                  </a:lnTo>
                  <a:lnTo>
                    <a:pt x="29" y="139"/>
                  </a:lnTo>
                  <a:lnTo>
                    <a:pt x="40" y="135"/>
                  </a:lnTo>
                  <a:lnTo>
                    <a:pt x="44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2"/>
                  </a:lnTo>
                  <a:lnTo>
                    <a:pt x="46" y="115"/>
                  </a:lnTo>
                  <a:lnTo>
                    <a:pt x="46" y="115"/>
                  </a:lnTo>
                  <a:lnTo>
                    <a:pt x="57" y="117"/>
                  </a:lnTo>
                  <a:lnTo>
                    <a:pt x="69" y="117"/>
                  </a:lnTo>
                  <a:lnTo>
                    <a:pt x="82" y="120"/>
                  </a:lnTo>
                  <a:lnTo>
                    <a:pt x="86" y="124"/>
                  </a:lnTo>
                  <a:lnTo>
                    <a:pt x="89" y="128"/>
                  </a:lnTo>
                  <a:lnTo>
                    <a:pt x="89" y="128"/>
                  </a:lnTo>
                  <a:lnTo>
                    <a:pt x="91" y="131"/>
                  </a:lnTo>
                  <a:lnTo>
                    <a:pt x="91" y="135"/>
                  </a:lnTo>
                  <a:lnTo>
                    <a:pt x="93" y="139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100" y="144"/>
                  </a:lnTo>
                  <a:lnTo>
                    <a:pt x="104" y="144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20" y="162"/>
                  </a:lnTo>
                  <a:lnTo>
                    <a:pt x="131" y="164"/>
                  </a:lnTo>
                  <a:lnTo>
                    <a:pt x="144" y="166"/>
                  </a:lnTo>
                  <a:lnTo>
                    <a:pt x="153" y="170"/>
                  </a:lnTo>
                  <a:lnTo>
                    <a:pt x="153" y="170"/>
                  </a:lnTo>
                  <a:lnTo>
                    <a:pt x="153" y="162"/>
                  </a:lnTo>
                  <a:lnTo>
                    <a:pt x="153" y="162"/>
                  </a:lnTo>
                  <a:lnTo>
                    <a:pt x="148" y="160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6" y="155"/>
                  </a:lnTo>
                  <a:lnTo>
                    <a:pt x="146" y="153"/>
                  </a:lnTo>
                  <a:lnTo>
                    <a:pt x="146" y="151"/>
                  </a:lnTo>
                  <a:lnTo>
                    <a:pt x="146" y="151"/>
                  </a:lnTo>
                  <a:lnTo>
                    <a:pt x="144" y="151"/>
                  </a:lnTo>
                  <a:lnTo>
                    <a:pt x="141" y="151"/>
                  </a:lnTo>
                  <a:lnTo>
                    <a:pt x="137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3" y="148"/>
                  </a:lnTo>
                  <a:lnTo>
                    <a:pt x="133" y="144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1" y="139"/>
                  </a:lnTo>
                  <a:lnTo>
                    <a:pt x="130" y="139"/>
                  </a:lnTo>
                  <a:lnTo>
                    <a:pt x="126" y="139"/>
                  </a:lnTo>
                  <a:lnTo>
                    <a:pt x="124" y="137"/>
                  </a:lnTo>
                  <a:lnTo>
                    <a:pt x="124" y="137"/>
                  </a:lnTo>
                  <a:lnTo>
                    <a:pt x="122" y="133"/>
                  </a:lnTo>
                  <a:lnTo>
                    <a:pt x="122" y="129"/>
                  </a:lnTo>
                  <a:lnTo>
                    <a:pt x="120" y="124"/>
                  </a:lnTo>
                  <a:lnTo>
                    <a:pt x="119" y="120"/>
                  </a:lnTo>
                  <a:lnTo>
                    <a:pt x="119" y="120"/>
                  </a:lnTo>
                  <a:lnTo>
                    <a:pt x="117" y="119"/>
                  </a:lnTo>
                  <a:lnTo>
                    <a:pt x="115" y="119"/>
                  </a:lnTo>
                  <a:lnTo>
                    <a:pt x="110" y="119"/>
                  </a:lnTo>
                  <a:lnTo>
                    <a:pt x="110" y="119"/>
                  </a:lnTo>
                  <a:lnTo>
                    <a:pt x="108" y="113"/>
                  </a:lnTo>
                  <a:lnTo>
                    <a:pt x="104" y="108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100" y="77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88" y="66"/>
                  </a:lnTo>
                  <a:lnTo>
                    <a:pt x="84" y="66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0" y="55"/>
                  </a:lnTo>
                  <a:lnTo>
                    <a:pt x="80" y="5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8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0" y="37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48" y="29"/>
                  </a:lnTo>
                  <a:lnTo>
                    <a:pt x="37" y="26"/>
                  </a:lnTo>
                  <a:lnTo>
                    <a:pt x="26" y="24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" y="11"/>
                  </a:lnTo>
                  <a:lnTo>
                    <a:pt x="4" y="84"/>
                  </a:lnTo>
                  <a:lnTo>
                    <a:pt x="0" y="89"/>
                  </a:lnTo>
                  <a:lnTo>
                    <a:pt x="4" y="97"/>
                  </a:lnTo>
                  <a:lnTo>
                    <a:pt x="4" y="140"/>
                  </a:lnTo>
                  <a:close/>
                  <a:moveTo>
                    <a:pt x="157" y="148"/>
                  </a:moveTo>
                  <a:lnTo>
                    <a:pt x="159" y="151"/>
                  </a:lnTo>
                  <a:lnTo>
                    <a:pt x="159" y="151"/>
                  </a:lnTo>
                  <a:lnTo>
                    <a:pt x="161" y="151"/>
                  </a:lnTo>
                  <a:lnTo>
                    <a:pt x="161" y="149"/>
                  </a:lnTo>
                  <a:lnTo>
                    <a:pt x="157" y="148"/>
                  </a:lnTo>
                  <a:lnTo>
                    <a:pt x="157" y="148"/>
                  </a:lnTo>
                  <a:close/>
                  <a:moveTo>
                    <a:pt x="217" y="57"/>
                  </a:moveTo>
                  <a:lnTo>
                    <a:pt x="217" y="57"/>
                  </a:lnTo>
                  <a:lnTo>
                    <a:pt x="219" y="69"/>
                  </a:lnTo>
                  <a:lnTo>
                    <a:pt x="223" y="80"/>
                  </a:lnTo>
                  <a:lnTo>
                    <a:pt x="226" y="88"/>
                  </a:lnTo>
                  <a:lnTo>
                    <a:pt x="232" y="95"/>
                  </a:lnTo>
                  <a:lnTo>
                    <a:pt x="232" y="95"/>
                  </a:lnTo>
                  <a:lnTo>
                    <a:pt x="237" y="95"/>
                  </a:lnTo>
                  <a:lnTo>
                    <a:pt x="241" y="95"/>
                  </a:lnTo>
                  <a:lnTo>
                    <a:pt x="239" y="93"/>
                  </a:lnTo>
                  <a:lnTo>
                    <a:pt x="239" y="93"/>
                  </a:lnTo>
                  <a:lnTo>
                    <a:pt x="241" y="93"/>
                  </a:lnTo>
                  <a:lnTo>
                    <a:pt x="241" y="91"/>
                  </a:lnTo>
                  <a:lnTo>
                    <a:pt x="243" y="86"/>
                  </a:lnTo>
                  <a:lnTo>
                    <a:pt x="243" y="86"/>
                  </a:lnTo>
                  <a:lnTo>
                    <a:pt x="230" y="73"/>
                  </a:lnTo>
                  <a:lnTo>
                    <a:pt x="217" y="57"/>
                  </a:lnTo>
                  <a:lnTo>
                    <a:pt x="217" y="57"/>
                  </a:lnTo>
                  <a:close/>
                  <a:moveTo>
                    <a:pt x="179" y="44"/>
                  </a:moveTo>
                  <a:lnTo>
                    <a:pt x="179" y="44"/>
                  </a:lnTo>
                  <a:lnTo>
                    <a:pt x="177" y="47"/>
                  </a:lnTo>
                  <a:lnTo>
                    <a:pt x="175" y="46"/>
                  </a:lnTo>
                  <a:lnTo>
                    <a:pt x="173" y="47"/>
                  </a:lnTo>
                  <a:lnTo>
                    <a:pt x="173" y="47"/>
                  </a:lnTo>
                  <a:lnTo>
                    <a:pt x="175" y="49"/>
                  </a:lnTo>
                  <a:lnTo>
                    <a:pt x="175" y="51"/>
                  </a:lnTo>
                  <a:lnTo>
                    <a:pt x="175" y="55"/>
                  </a:lnTo>
                  <a:lnTo>
                    <a:pt x="171" y="55"/>
                  </a:lnTo>
                  <a:lnTo>
                    <a:pt x="171" y="55"/>
                  </a:lnTo>
                  <a:lnTo>
                    <a:pt x="170" y="58"/>
                  </a:lnTo>
                  <a:lnTo>
                    <a:pt x="168" y="64"/>
                  </a:lnTo>
                  <a:lnTo>
                    <a:pt x="166" y="64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2" y="68"/>
                  </a:lnTo>
                  <a:lnTo>
                    <a:pt x="161" y="66"/>
                  </a:lnTo>
                  <a:lnTo>
                    <a:pt x="157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1" y="62"/>
                  </a:lnTo>
                  <a:lnTo>
                    <a:pt x="151" y="62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50" y="69"/>
                  </a:lnTo>
                  <a:lnTo>
                    <a:pt x="150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31" y="75"/>
                  </a:lnTo>
                  <a:lnTo>
                    <a:pt x="135" y="78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8" y="82"/>
                  </a:lnTo>
                  <a:lnTo>
                    <a:pt x="159" y="78"/>
                  </a:lnTo>
                  <a:lnTo>
                    <a:pt x="168" y="75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4"/>
                  </a:lnTo>
                  <a:lnTo>
                    <a:pt x="175" y="64"/>
                  </a:lnTo>
                  <a:lnTo>
                    <a:pt x="179" y="64"/>
                  </a:lnTo>
                  <a:lnTo>
                    <a:pt x="182" y="64"/>
                  </a:lnTo>
                  <a:lnTo>
                    <a:pt x="182" y="64"/>
                  </a:lnTo>
                  <a:lnTo>
                    <a:pt x="184" y="60"/>
                  </a:lnTo>
                  <a:lnTo>
                    <a:pt x="184" y="57"/>
                  </a:lnTo>
                  <a:lnTo>
                    <a:pt x="186" y="47"/>
                  </a:lnTo>
                  <a:lnTo>
                    <a:pt x="179" y="44"/>
                  </a:lnTo>
                  <a:close/>
                  <a:moveTo>
                    <a:pt x="181" y="27"/>
                  </a:moveTo>
                  <a:lnTo>
                    <a:pt x="181" y="27"/>
                  </a:lnTo>
                  <a:lnTo>
                    <a:pt x="186" y="38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93" y="49"/>
                  </a:lnTo>
                  <a:lnTo>
                    <a:pt x="195" y="47"/>
                  </a:lnTo>
                  <a:lnTo>
                    <a:pt x="195" y="46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5" y="46"/>
                  </a:lnTo>
                  <a:lnTo>
                    <a:pt x="195" y="44"/>
                  </a:lnTo>
                  <a:lnTo>
                    <a:pt x="195" y="40"/>
                  </a:lnTo>
                  <a:lnTo>
                    <a:pt x="195" y="40"/>
                  </a:lnTo>
                  <a:lnTo>
                    <a:pt x="181" y="27"/>
                  </a:lnTo>
                  <a:lnTo>
                    <a:pt x="181" y="27"/>
                  </a:lnTo>
                  <a:close/>
                  <a:moveTo>
                    <a:pt x="161" y="15"/>
                  </a:moveTo>
                  <a:lnTo>
                    <a:pt x="161" y="20"/>
                  </a:lnTo>
                  <a:lnTo>
                    <a:pt x="161" y="20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7" y="27"/>
                  </a:lnTo>
                  <a:lnTo>
                    <a:pt x="177" y="26"/>
                  </a:lnTo>
                  <a:lnTo>
                    <a:pt x="177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61" y="15"/>
                  </a:lnTo>
                  <a:lnTo>
                    <a:pt x="161" y="15"/>
                  </a:lnTo>
                  <a:close/>
                  <a:moveTo>
                    <a:pt x="150" y="11"/>
                  </a:moveTo>
                  <a:lnTo>
                    <a:pt x="150" y="11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5" y="17"/>
                  </a:lnTo>
                  <a:lnTo>
                    <a:pt x="157" y="15"/>
                  </a:lnTo>
                  <a:lnTo>
                    <a:pt x="157" y="15"/>
                  </a:lnTo>
                  <a:lnTo>
                    <a:pt x="157" y="13"/>
                  </a:lnTo>
                  <a:lnTo>
                    <a:pt x="155" y="13"/>
                  </a:lnTo>
                  <a:lnTo>
                    <a:pt x="150" y="11"/>
                  </a:lnTo>
                  <a:lnTo>
                    <a:pt x="150" y="11"/>
                  </a:lnTo>
                  <a:close/>
                  <a:moveTo>
                    <a:pt x="93" y="0"/>
                  </a:moveTo>
                  <a:lnTo>
                    <a:pt x="93" y="6"/>
                  </a:lnTo>
                  <a:lnTo>
                    <a:pt x="93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9" name="Freeform 201">
              <a:extLst>
                <a:ext uri="{FF2B5EF4-FFF2-40B4-BE49-F238E27FC236}">
                  <a16:creationId xmlns:a16="http://schemas.microsoft.com/office/drawing/2014/main" id="{40DD43D1-20E0-4410-8CCF-9F56E328E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4085" y="3768609"/>
              <a:ext cx="140886" cy="80082"/>
            </a:xfrm>
            <a:custGeom>
              <a:avLst/>
              <a:gdLst>
                <a:gd name="T0" fmla="*/ 3 w 95"/>
                <a:gd name="T1" fmla="*/ 1 h 54"/>
                <a:gd name="T2" fmla="*/ 0 w 95"/>
                <a:gd name="T3" fmla="*/ 1 h 54"/>
                <a:gd name="T4" fmla="*/ 0 w 95"/>
                <a:gd name="T5" fmla="*/ 9 h 54"/>
                <a:gd name="T6" fmla="*/ 0 w 95"/>
                <a:gd name="T7" fmla="*/ 12 h 54"/>
                <a:gd name="T8" fmla="*/ 2 w 95"/>
                <a:gd name="T9" fmla="*/ 16 h 54"/>
                <a:gd name="T10" fmla="*/ 3 w 95"/>
                <a:gd name="T11" fmla="*/ 20 h 54"/>
                <a:gd name="T12" fmla="*/ 2 w 95"/>
                <a:gd name="T13" fmla="*/ 27 h 54"/>
                <a:gd name="T14" fmla="*/ 16 w 95"/>
                <a:gd name="T15" fmla="*/ 27 h 54"/>
                <a:gd name="T16" fmla="*/ 24 w 95"/>
                <a:gd name="T17" fmla="*/ 31 h 54"/>
                <a:gd name="T18" fmla="*/ 24 w 95"/>
                <a:gd name="T19" fmla="*/ 38 h 54"/>
                <a:gd name="T20" fmla="*/ 33 w 95"/>
                <a:gd name="T21" fmla="*/ 38 h 54"/>
                <a:gd name="T22" fmla="*/ 33 w 95"/>
                <a:gd name="T23" fmla="*/ 42 h 54"/>
                <a:gd name="T24" fmla="*/ 49 w 95"/>
                <a:gd name="T25" fmla="*/ 45 h 54"/>
                <a:gd name="T26" fmla="*/ 51 w 95"/>
                <a:gd name="T27" fmla="*/ 43 h 54"/>
                <a:gd name="T28" fmla="*/ 45 w 95"/>
                <a:gd name="T29" fmla="*/ 42 h 54"/>
                <a:gd name="T30" fmla="*/ 44 w 95"/>
                <a:gd name="T31" fmla="*/ 43 h 54"/>
                <a:gd name="T32" fmla="*/ 44 w 95"/>
                <a:gd name="T33" fmla="*/ 42 h 54"/>
                <a:gd name="T34" fmla="*/ 47 w 95"/>
                <a:gd name="T35" fmla="*/ 40 h 54"/>
                <a:gd name="T36" fmla="*/ 40 w 95"/>
                <a:gd name="T37" fmla="*/ 32 h 54"/>
                <a:gd name="T38" fmla="*/ 40 w 95"/>
                <a:gd name="T39" fmla="*/ 27 h 54"/>
                <a:gd name="T40" fmla="*/ 53 w 95"/>
                <a:gd name="T41" fmla="*/ 20 h 54"/>
                <a:gd name="T42" fmla="*/ 51 w 95"/>
                <a:gd name="T43" fmla="*/ 20 h 54"/>
                <a:gd name="T44" fmla="*/ 55 w 95"/>
                <a:gd name="T45" fmla="*/ 16 h 54"/>
                <a:gd name="T46" fmla="*/ 60 w 95"/>
                <a:gd name="T47" fmla="*/ 12 h 54"/>
                <a:gd name="T48" fmla="*/ 69 w 95"/>
                <a:gd name="T49" fmla="*/ 31 h 54"/>
                <a:gd name="T50" fmla="*/ 80 w 95"/>
                <a:gd name="T51" fmla="*/ 27 h 54"/>
                <a:gd name="T52" fmla="*/ 76 w 95"/>
                <a:gd name="T53" fmla="*/ 32 h 54"/>
                <a:gd name="T54" fmla="*/ 75 w 95"/>
                <a:gd name="T55" fmla="*/ 47 h 54"/>
                <a:gd name="T56" fmla="*/ 78 w 95"/>
                <a:gd name="T57" fmla="*/ 51 h 54"/>
                <a:gd name="T58" fmla="*/ 82 w 95"/>
                <a:gd name="T59" fmla="*/ 54 h 54"/>
                <a:gd name="T60" fmla="*/ 89 w 95"/>
                <a:gd name="T61" fmla="*/ 54 h 54"/>
                <a:gd name="T62" fmla="*/ 91 w 95"/>
                <a:gd name="T63" fmla="*/ 49 h 54"/>
                <a:gd name="T64" fmla="*/ 95 w 95"/>
                <a:gd name="T65" fmla="*/ 42 h 54"/>
                <a:gd name="T66" fmla="*/ 95 w 95"/>
                <a:gd name="T67" fmla="*/ 38 h 54"/>
                <a:gd name="T68" fmla="*/ 91 w 95"/>
                <a:gd name="T69" fmla="*/ 34 h 54"/>
                <a:gd name="T70" fmla="*/ 91 w 95"/>
                <a:gd name="T71" fmla="*/ 29 h 54"/>
                <a:gd name="T72" fmla="*/ 69 w 95"/>
                <a:gd name="T73" fmla="*/ 3 h 54"/>
                <a:gd name="T74" fmla="*/ 60 w 95"/>
                <a:gd name="T75" fmla="*/ 1 h 54"/>
                <a:gd name="T76" fmla="*/ 55 w 95"/>
                <a:gd name="T77" fmla="*/ 1 h 54"/>
                <a:gd name="T78" fmla="*/ 53 w 95"/>
                <a:gd name="T79" fmla="*/ 9 h 54"/>
                <a:gd name="T80" fmla="*/ 38 w 95"/>
                <a:gd name="T81" fmla="*/ 12 h 54"/>
                <a:gd name="T82" fmla="*/ 25 w 95"/>
                <a:gd name="T83" fmla="*/ 16 h 54"/>
                <a:gd name="T84" fmla="*/ 24 w 95"/>
                <a:gd name="T85" fmla="*/ 12 h 54"/>
                <a:gd name="T86" fmla="*/ 20 w 95"/>
                <a:gd name="T87" fmla="*/ 11 h 54"/>
                <a:gd name="T88" fmla="*/ 18 w 95"/>
                <a:gd name="T89" fmla="*/ 12 h 54"/>
                <a:gd name="T90" fmla="*/ 13 w 95"/>
                <a:gd name="T91" fmla="*/ 12 h 54"/>
                <a:gd name="T92" fmla="*/ 7 w 95"/>
                <a:gd name="T93" fmla="*/ 0 h 54"/>
                <a:gd name="T94" fmla="*/ 20 w 95"/>
                <a:gd name="T95" fmla="*/ 42 h 54"/>
                <a:gd name="T96" fmla="*/ 24 w 95"/>
                <a:gd name="T97" fmla="*/ 47 h 54"/>
                <a:gd name="T98" fmla="*/ 24 w 95"/>
                <a:gd name="T99" fmla="*/ 45 h 54"/>
                <a:gd name="T100" fmla="*/ 20 w 95"/>
                <a:gd name="T101" fmla="*/ 4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" h="54">
                  <a:moveTo>
                    <a:pt x="7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7" y="38"/>
                  </a:lnTo>
                  <a:lnTo>
                    <a:pt x="33" y="38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2" y="43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4" y="43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7" y="40"/>
                  </a:lnTo>
                  <a:lnTo>
                    <a:pt x="47" y="40"/>
                  </a:lnTo>
                  <a:lnTo>
                    <a:pt x="45" y="32"/>
                  </a:lnTo>
                  <a:lnTo>
                    <a:pt x="40" y="32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1"/>
                  </a:lnTo>
                  <a:lnTo>
                    <a:pt x="51" y="20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6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78" y="51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5" y="54"/>
                  </a:lnTo>
                  <a:lnTo>
                    <a:pt x="89" y="54"/>
                  </a:lnTo>
                  <a:lnTo>
                    <a:pt x="91" y="49"/>
                  </a:lnTo>
                  <a:lnTo>
                    <a:pt x="91" y="49"/>
                  </a:lnTo>
                  <a:lnTo>
                    <a:pt x="93" y="47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8"/>
                  </a:lnTo>
                  <a:lnTo>
                    <a:pt x="93" y="36"/>
                  </a:lnTo>
                  <a:lnTo>
                    <a:pt x="91" y="34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0" y="16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0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3" y="9"/>
                  </a:lnTo>
                  <a:lnTo>
                    <a:pt x="53" y="9"/>
                  </a:lnTo>
                  <a:lnTo>
                    <a:pt x="45" y="11"/>
                  </a:lnTo>
                  <a:lnTo>
                    <a:pt x="38" y="12"/>
                  </a:lnTo>
                  <a:lnTo>
                    <a:pt x="33" y="12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4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20" y="42"/>
                  </a:moveTo>
                  <a:lnTo>
                    <a:pt x="24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4" y="45"/>
                  </a:lnTo>
                  <a:lnTo>
                    <a:pt x="20" y="42"/>
                  </a:lnTo>
                  <a:lnTo>
                    <a:pt x="2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0" name="Freeform 202">
              <a:extLst>
                <a:ext uri="{FF2B5EF4-FFF2-40B4-BE49-F238E27FC236}">
                  <a16:creationId xmlns:a16="http://schemas.microsoft.com/office/drawing/2014/main" id="{EF608CC1-A07F-420A-876C-B48849280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843" y="1207461"/>
              <a:ext cx="619896" cy="1001028"/>
            </a:xfrm>
            <a:custGeom>
              <a:avLst/>
              <a:gdLst>
                <a:gd name="T0" fmla="*/ 115 w 418"/>
                <a:gd name="T1" fmla="*/ 619 h 675"/>
                <a:gd name="T2" fmla="*/ 119 w 418"/>
                <a:gd name="T3" fmla="*/ 572 h 675"/>
                <a:gd name="T4" fmla="*/ 126 w 418"/>
                <a:gd name="T5" fmla="*/ 510 h 675"/>
                <a:gd name="T6" fmla="*/ 161 w 418"/>
                <a:gd name="T7" fmla="*/ 471 h 675"/>
                <a:gd name="T8" fmla="*/ 197 w 418"/>
                <a:gd name="T9" fmla="*/ 420 h 675"/>
                <a:gd name="T10" fmla="*/ 225 w 418"/>
                <a:gd name="T11" fmla="*/ 391 h 675"/>
                <a:gd name="T12" fmla="*/ 287 w 418"/>
                <a:gd name="T13" fmla="*/ 379 h 675"/>
                <a:gd name="T14" fmla="*/ 336 w 418"/>
                <a:gd name="T15" fmla="*/ 368 h 675"/>
                <a:gd name="T16" fmla="*/ 372 w 418"/>
                <a:gd name="T17" fmla="*/ 335 h 675"/>
                <a:gd name="T18" fmla="*/ 405 w 418"/>
                <a:gd name="T19" fmla="*/ 349 h 675"/>
                <a:gd name="T20" fmla="*/ 398 w 418"/>
                <a:gd name="T21" fmla="*/ 333 h 675"/>
                <a:gd name="T22" fmla="*/ 407 w 418"/>
                <a:gd name="T23" fmla="*/ 315 h 675"/>
                <a:gd name="T24" fmla="*/ 387 w 418"/>
                <a:gd name="T25" fmla="*/ 311 h 675"/>
                <a:gd name="T26" fmla="*/ 352 w 418"/>
                <a:gd name="T27" fmla="*/ 320 h 675"/>
                <a:gd name="T28" fmla="*/ 332 w 418"/>
                <a:gd name="T29" fmla="*/ 333 h 675"/>
                <a:gd name="T30" fmla="*/ 318 w 418"/>
                <a:gd name="T31" fmla="*/ 302 h 675"/>
                <a:gd name="T32" fmla="*/ 272 w 418"/>
                <a:gd name="T33" fmla="*/ 324 h 675"/>
                <a:gd name="T34" fmla="*/ 246 w 418"/>
                <a:gd name="T35" fmla="*/ 333 h 675"/>
                <a:gd name="T36" fmla="*/ 225 w 418"/>
                <a:gd name="T37" fmla="*/ 351 h 675"/>
                <a:gd name="T38" fmla="*/ 199 w 418"/>
                <a:gd name="T39" fmla="*/ 364 h 675"/>
                <a:gd name="T40" fmla="*/ 190 w 418"/>
                <a:gd name="T41" fmla="*/ 417 h 675"/>
                <a:gd name="T42" fmla="*/ 154 w 418"/>
                <a:gd name="T43" fmla="*/ 440 h 675"/>
                <a:gd name="T44" fmla="*/ 117 w 418"/>
                <a:gd name="T45" fmla="*/ 479 h 675"/>
                <a:gd name="T46" fmla="*/ 108 w 418"/>
                <a:gd name="T47" fmla="*/ 510 h 675"/>
                <a:gd name="T48" fmla="*/ 66 w 418"/>
                <a:gd name="T49" fmla="*/ 510 h 675"/>
                <a:gd name="T50" fmla="*/ 48 w 418"/>
                <a:gd name="T51" fmla="*/ 539 h 675"/>
                <a:gd name="T52" fmla="*/ 8 w 418"/>
                <a:gd name="T53" fmla="*/ 566 h 675"/>
                <a:gd name="T54" fmla="*/ 2 w 418"/>
                <a:gd name="T55" fmla="*/ 604 h 675"/>
                <a:gd name="T56" fmla="*/ 28 w 418"/>
                <a:gd name="T57" fmla="*/ 614 h 675"/>
                <a:gd name="T58" fmla="*/ 17 w 418"/>
                <a:gd name="T59" fmla="*/ 652 h 675"/>
                <a:gd name="T60" fmla="*/ 72 w 418"/>
                <a:gd name="T61" fmla="*/ 661 h 675"/>
                <a:gd name="T62" fmla="*/ 37 w 418"/>
                <a:gd name="T63" fmla="*/ 586 h 675"/>
                <a:gd name="T64" fmla="*/ 37 w 418"/>
                <a:gd name="T65" fmla="*/ 566 h 675"/>
                <a:gd name="T66" fmla="*/ 199 w 418"/>
                <a:gd name="T67" fmla="*/ 391 h 675"/>
                <a:gd name="T68" fmla="*/ 164 w 418"/>
                <a:gd name="T69" fmla="*/ 371 h 675"/>
                <a:gd name="T70" fmla="*/ 194 w 418"/>
                <a:gd name="T71" fmla="*/ 369 h 675"/>
                <a:gd name="T72" fmla="*/ 215 w 418"/>
                <a:gd name="T73" fmla="*/ 342 h 675"/>
                <a:gd name="T74" fmla="*/ 250 w 418"/>
                <a:gd name="T75" fmla="*/ 317 h 675"/>
                <a:gd name="T76" fmla="*/ 387 w 418"/>
                <a:gd name="T77" fmla="*/ 318 h 675"/>
                <a:gd name="T78" fmla="*/ 288 w 418"/>
                <a:gd name="T79" fmla="*/ 313 h 675"/>
                <a:gd name="T80" fmla="*/ 274 w 418"/>
                <a:gd name="T81" fmla="*/ 304 h 675"/>
                <a:gd name="T82" fmla="*/ 332 w 418"/>
                <a:gd name="T83" fmla="*/ 293 h 675"/>
                <a:gd name="T84" fmla="*/ 305 w 418"/>
                <a:gd name="T85" fmla="*/ 111 h 675"/>
                <a:gd name="T86" fmla="*/ 267 w 418"/>
                <a:gd name="T87" fmla="*/ 89 h 675"/>
                <a:gd name="T88" fmla="*/ 394 w 418"/>
                <a:gd name="T89" fmla="*/ 67 h 675"/>
                <a:gd name="T90" fmla="*/ 113 w 418"/>
                <a:gd name="T91" fmla="*/ 74 h 675"/>
                <a:gd name="T92" fmla="*/ 144 w 418"/>
                <a:gd name="T93" fmla="*/ 43 h 675"/>
                <a:gd name="T94" fmla="*/ 113 w 418"/>
                <a:gd name="T95" fmla="*/ 36 h 675"/>
                <a:gd name="T96" fmla="*/ 126 w 418"/>
                <a:gd name="T97" fmla="*/ 72 h 675"/>
                <a:gd name="T98" fmla="*/ 164 w 418"/>
                <a:gd name="T99" fmla="*/ 65 h 675"/>
                <a:gd name="T100" fmla="*/ 139 w 418"/>
                <a:gd name="T101" fmla="*/ 102 h 675"/>
                <a:gd name="T102" fmla="*/ 143 w 418"/>
                <a:gd name="T103" fmla="*/ 120 h 675"/>
                <a:gd name="T104" fmla="*/ 190 w 418"/>
                <a:gd name="T105" fmla="*/ 144 h 675"/>
                <a:gd name="T106" fmla="*/ 221 w 418"/>
                <a:gd name="T107" fmla="*/ 103 h 675"/>
                <a:gd name="T108" fmla="*/ 225 w 418"/>
                <a:gd name="T109" fmla="*/ 65 h 675"/>
                <a:gd name="T110" fmla="*/ 190 w 418"/>
                <a:gd name="T111" fmla="*/ 29 h 675"/>
                <a:gd name="T112" fmla="*/ 223 w 418"/>
                <a:gd name="T113" fmla="*/ 20 h 675"/>
                <a:gd name="T114" fmla="*/ 236 w 418"/>
                <a:gd name="T115" fmla="*/ 47 h 675"/>
                <a:gd name="T116" fmla="*/ 338 w 418"/>
                <a:gd name="T117" fmla="*/ 49 h 675"/>
                <a:gd name="T118" fmla="*/ 339 w 418"/>
                <a:gd name="T119" fmla="*/ 14 h 675"/>
                <a:gd name="T120" fmla="*/ 308 w 418"/>
                <a:gd name="T121" fmla="*/ 1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18" h="675">
                  <a:moveTo>
                    <a:pt x="104" y="650"/>
                  </a:moveTo>
                  <a:lnTo>
                    <a:pt x="104" y="650"/>
                  </a:lnTo>
                  <a:lnTo>
                    <a:pt x="106" y="650"/>
                  </a:lnTo>
                  <a:lnTo>
                    <a:pt x="110" y="650"/>
                  </a:lnTo>
                  <a:lnTo>
                    <a:pt x="110" y="650"/>
                  </a:lnTo>
                  <a:lnTo>
                    <a:pt x="112" y="650"/>
                  </a:lnTo>
                  <a:lnTo>
                    <a:pt x="112" y="648"/>
                  </a:lnTo>
                  <a:lnTo>
                    <a:pt x="113" y="641"/>
                  </a:lnTo>
                  <a:lnTo>
                    <a:pt x="113" y="641"/>
                  </a:lnTo>
                  <a:lnTo>
                    <a:pt x="112" y="637"/>
                  </a:lnTo>
                  <a:lnTo>
                    <a:pt x="110" y="632"/>
                  </a:lnTo>
                  <a:lnTo>
                    <a:pt x="110" y="632"/>
                  </a:lnTo>
                  <a:lnTo>
                    <a:pt x="108" y="628"/>
                  </a:lnTo>
                  <a:lnTo>
                    <a:pt x="110" y="626"/>
                  </a:lnTo>
                  <a:lnTo>
                    <a:pt x="110" y="626"/>
                  </a:lnTo>
                  <a:lnTo>
                    <a:pt x="112" y="624"/>
                  </a:lnTo>
                  <a:lnTo>
                    <a:pt x="113" y="623"/>
                  </a:lnTo>
                  <a:lnTo>
                    <a:pt x="113" y="621"/>
                  </a:lnTo>
                  <a:lnTo>
                    <a:pt x="115" y="619"/>
                  </a:lnTo>
                  <a:lnTo>
                    <a:pt x="115" y="619"/>
                  </a:lnTo>
                  <a:lnTo>
                    <a:pt x="117" y="617"/>
                  </a:lnTo>
                  <a:lnTo>
                    <a:pt x="117" y="615"/>
                  </a:lnTo>
                  <a:lnTo>
                    <a:pt x="115" y="612"/>
                  </a:lnTo>
                  <a:lnTo>
                    <a:pt x="115" y="612"/>
                  </a:lnTo>
                  <a:lnTo>
                    <a:pt x="113" y="610"/>
                  </a:lnTo>
                  <a:lnTo>
                    <a:pt x="113" y="606"/>
                  </a:lnTo>
                  <a:lnTo>
                    <a:pt x="115" y="603"/>
                  </a:lnTo>
                  <a:lnTo>
                    <a:pt x="115" y="603"/>
                  </a:lnTo>
                  <a:lnTo>
                    <a:pt x="115" y="592"/>
                  </a:lnTo>
                  <a:lnTo>
                    <a:pt x="115" y="592"/>
                  </a:lnTo>
                  <a:lnTo>
                    <a:pt x="117" y="592"/>
                  </a:lnTo>
                  <a:lnTo>
                    <a:pt x="121" y="590"/>
                  </a:lnTo>
                  <a:lnTo>
                    <a:pt x="121" y="590"/>
                  </a:lnTo>
                  <a:lnTo>
                    <a:pt x="123" y="588"/>
                  </a:lnTo>
                  <a:lnTo>
                    <a:pt x="123" y="586"/>
                  </a:lnTo>
                  <a:lnTo>
                    <a:pt x="123" y="579"/>
                  </a:lnTo>
                  <a:lnTo>
                    <a:pt x="123" y="579"/>
                  </a:lnTo>
                  <a:lnTo>
                    <a:pt x="121" y="573"/>
                  </a:lnTo>
                  <a:lnTo>
                    <a:pt x="119" y="572"/>
                  </a:lnTo>
                  <a:lnTo>
                    <a:pt x="119" y="572"/>
                  </a:lnTo>
                  <a:lnTo>
                    <a:pt x="117" y="572"/>
                  </a:lnTo>
                  <a:lnTo>
                    <a:pt x="115" y="570"/>
                  </a:lnTo>
                  <a:lnTo>
                    <a:pt x="117" y="563"/>
                  </a:lnTo>
                  <a:lnTo>
                    <a:pt x="117" y="563"/>
                  </a:lnTo>
                  <a:lnTo>
                    <a:pt x="119" y="561"/>
                  </a:lnTo>
                  <a:lnTo>
                    <a:pt x="119" y="557"/>
                  </a:lnTo>
                  <a:lnTo>
                    <a:pt x="119" y="550"/>
                  </a:lnTo>
                  <a:lnTo>
                    <a:pt x="119" y="550"/>
                  </a:lnTo>
                  <a:lnTo>
                    <a:pt x="117" y="542"/>
                  </a:lnTo>
                  <a:lnTo>
                    <a:pt x="119" y="535"/>
                  </a:lnTo>
                  <a:lnTo>
                    <a:pt x="119" y="535"/>
                  </a:lnTo>
                  <a:lnTo>
                    <a:pt x="119" y="532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17" y="522"/>
                  </a:lnTo>
                  <a:lnTo>
                    <a:pt x="121" y="519"/>
                  </a:lnTo>
                  <a:lnTo>
                    <a:pt x="124" y="517"/>
                  </a:lnTo>
                  <a:lnTo>
                    <a:pt x="124" y="513"/>
                  </a:lnTo>
                  <a:lnTo>
                    <a:pt x="124" y="513"/>
                  </a:lnTo>
                  <a:lnTo>
                    <a:pt x="126" y="510"/>
                  </a:lnTo>
                  <a:lnTo>
                    <a:pt x="130" y="506"/>
                  </a:lnTo>
                  <a:lnTo>
                    <a:pt x="132" y="502"/>
                  </a:lnTo>
                  <a:lnTo>
                    <a:pt x="133" y="499"/>
                  </a:lnTo>
                  <a:lnTo>
                    <a:pt x="133" y="499"/>
                  </a:lnTo>
                  <a:lnTo>
                    <a:pt x="135" y="497"/>
                  </a:lnTo>
                  <a:lnTo>
                    <a:pt x="137" y="493"/>
                  </a:lnTo>
                  <a:lnTo>
                    <a:pt x="146" y="490"/>
                  </a:lnTo>
                  <a:lnTo>
                    <a:pt x="146" y="490"/>
                  </a:lnTo>
                  <a:lnTo>
                    <a:pt x="148" y="490"/>
                  </a:lnTo>
                  <a:lnTo>
                    <a:pt x="152" y="491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7"/>
                  </a:lnTo>
                  <a:lnTo>
                    <a:pt x="161" y="495"/>
                  </a:lnTo>
                  <a:lnTo>
                    <a:pt x="163" y="488"/>
                  </a:lnTo>
                  <a:lnTo>
                    <a:pt x="163" y="488"/>
                  </a:lnTo>
                  <a:lnTo>
                    <a:pt x="163" y="482"/>
                  </a:lnTo>
                  <a:lnTo>
                    <a:pt x="163" y="479"/>
                  </a:lnTo>
                  <a:lnTo>
                    <a:pt x="161" y="471"/>
                  </a:lnTo>
                  <a:lnTo>
                    <a:pt x="161" y="471"/>
                  </a:lnTo>
                  <a:lnTo>
                    <a:pt x="163" y="468"/>
                  </a:lnTo>
                  <a:lnTo>
                    <a:pt x="164" y="466"/>
                  </a:lnTo>
                  <a:lnTo>
                    <a:pt x="172" y="462"/>
                  </a:lnTo>
                  <a:lnTo>
                    <a:pt x="172" y="462"/>
                  </a:lnTo>
                  <a:lnTo>
                    <a:pt x="174" y="459"/>
                  </a:lnTo>
                  <a:lnTo>
                    <a:pt x="177" y="453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35"/>
                  </a:lnTo>
                  <a:lnTo>
                    <a:pt x="181" y="431"/>
                  </a:lnTo>
                  <a:lnTo>
                    <a:pt x="185" y="431"/>
                  </a:lnTo>
                  <a:lnTo>
                    <a:pt x="185" y="431"/>
                  </a:lnTo>
                  <a:lnTo>
                    <a:pt x="188" y="431"/>
                  </a:lnTo>
                  <a:lnTo>
                    <a:pt x="190" y="430"/>
                  </a:lnTo>
                  <a:lnTo>
                    <a:pt x="190" y="428"/>
                  </a:lnTo>
                  <a:lnTo>
                    <a:pt x="190" y="428"/>
                  </a:lnTo>
                  <a:lnTo>
                    <a:pt x="192" y="426"/>
                  </a:lnTo>
                  <a:lnTo>
                    <a:pt x="194" y="424"/>
                  </a:lnTo>
                  <a:lnTo>
                    <a:pt x="197" y="420"/>
                  </a:lnTo>
                  <a:lnTo>
                    <a:pt x="197" y="420"/>
                  </a:lnTo>
                  <a:lnTo>
                    <a:pt x="201" y="417"/>
                  </a:lnTo>
                  <a:lnTo>
                    <a:pt x="203" y="413"/>
                  </a:lnTo>
                  <a:lnTo>
                    <a:pt x="203" y="413"/>
                  </a:lnTo>
                  <a:lnTo>
                    <a:pt x="205" y="406"/>
                  </a:lnTo>
                  <a:lnTo>
                    <a:pt x="206" y="400"/>
                  </a:lnTo>
                  <a:lnTo>
                    <a:pt x="206" y="400"/>
                  </a:lnTo>
                  <a:lnTo>
                    <a:pt x="210" y="395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9" y="400"/>
                  </a:lnTo>
                  <a:lnTo>
                    <a:pt x="225" y="404"/>
                  </a:lnTo>
                  <a:lnTo>
                    <a:pt x="225" y="404"/>
                  </a:lnTo>
                  <a:lnTo>
                    <a:pt x="225" y="402"/>
                  </a:lnTo>
                  <a:lnTo>
                    <a:pt x="225" y="402"/>
                  </a:lnTo>
                  <a:lnTo>
                    <a:pt x="223" y="400"/>
                  </a:lnTo>
                  <a:lnTo>
                    <a:pt x="225" y="399"/>
                  </a:lnTo>
                  <a:lnTo>
                    <a:pt x="225" y="397"/>
                  </a:lnTo>
                  <a:lnTo>
                    <a:pt x="225" y="393"/>
                  </a:lnTo>
                  <a:lnTo>
                    <a:pt x="225" y="393"/>
                  </a:lnTo>
                  <a:lnTo>
                    <a:pt x="225" y="391"/>
                  </a:lnTo>
                  <a:lnTo>
                    <a:pt x="226" y="391"/>
                  </a:lnTo>
                  <a:lnTo>
                    <a:pt x="230" y="389"/>
                  </a:lnTo>
                  <a:lnTo>
                    <a:pt x="230" y="389"/>
                  </a:lnTo>
                  <a:lnTo>
                    <a:pt x="236" y="389"/>
                  </a:lnTo>
                  <a:lnTo>
                    <a:pt x="241" y="391"/>
                  </a:lnTo>
                  <a:lnTo>
                    <a:pt x="241" y="391"/>
                  </a:lnTo>
                  <a:lnTo>
                    <a:pt x="243" y="391"/>
                  </a:lnTo>
                  <a:lnTo>
                    <a:pt x="245" y="388"/>
                  </a:lnTo>
                  <a:lnTo>
                    <a:pt x="246" y="384"/>
                  </a:lnTo>
                  <a:lnTo>
                    <a:pt x="248" y="375"/>
                  </a:lnTo>
                  <a:lnTo>
                    <a:pt x="246" y="368"/>
                  </a:lnTo>
                  <a:lnTo>
                    <a:pt x="254" y="369"/>
                  </a:lnTo>
                  <a:lnTo>
                    <a:pt x="261" y="364"/>
                  </a:lnTo>
                  <a:lnTo>
                    <a:pt x="261" y="360"/>
                  </a:lnTo>
                  <a:lnTo>
                    <a:pt x="261" y="360"/>
                  </a:lnTo>
                  <a:lnTo>
                    <a:pt x="263" y="358"/>
                  </a:lnTo>
                  <a:lnTo>
                    <a:pt x="267" y="358"/>
                  </a:lnTo>
                  <a:lnTo>
                    <a:pt x="268" y="358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94" y="377"/>
                  </a:lnTo>
                  <a:lnTo>
                    <a:pt x="299" y="377"/>
                  </a:lnTo>
                  <a:lnTo>
                    <a:pt x="303" y="377"/>
                  </a:lnTo>
                  <a:lnTo>
                    <a:pt x="303" y="377"/>
                  </a:lnTo>
                  <a:lnTo>
                    <a:pt x="307" y="379"/>
                  </a:lnTo>
                  <a:lnTo>
                    <a:pt x="308" y="379"/>
                  </a:lnTo>
                  <a:lnTo>
                    <a:pt x="308" y="377"/>
                  </a:lnTo>
                  <a:lnTo>
                    <a:pt x="310" y="377"/>
                  </a:lnTo>
                  <a:lnTo>
                    <a:pt x="310" y="377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16" y="379"/>
                  </a:lnTo>
                  <a:lnTo>
                    <a:pt x="325" y="386"/>
                  </a:lnTo>
                  <a:lnTo>
                    <a:pt x="325" y="386"/>
                  </a:lnTo>
                  <a:lnTo>
                    <a:pt x="325" y="382"/>
                  </a:lnTo>
                  <a:lnTo>
                    <a:pt x="327" y="380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34" y="375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66"/>
                  </a:lnTo>
                  <a:lnTo>
                    <a:pt x="336" y="362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6" y="357"/>
                  </a:lnTo>
                  <a:lnTo>
                    <a:pt x="338" y="353"/>
                  </a:lnTo>
                  <a:lnTo>
                    <a:pt x="338" y="353"/>
                  </a:lnTo>
                  <a:lnTo>
                    <a:pt x="339" y="349"/>
                  </a:lnTo>
                  <a:lnTo>
                    <a:pt x="345" y="348"/>
                  </a:lnTo>
                  <a:lnTo>
                    <a:pt x="345" y="348"/>
                  </a:lnTo>
                  <a:lnTo>
                    <a:pt x="347" y="346"/>
                  </a:lnTo>
                  <a:lnTo>
                    <a:pt x="349" y="344"/>
                  </a:lnTo>
                  <a:lnTo>
                    <a:pt x="350" y="340"/>
                  </a:lnTo>
                  <a:lnTo>
                    <a:pt x="350" y="340"/>
                  </a:lnTo>
                  <a:lnTo>
                    <a:pt x="361" y="342"/>
                  </a:lnTo>
                  <a:lnTo>
                    <a:pt x="361" y="342"/>
                  </a:lnTo>
                  <a:lnTo>
                    <a:pt x="363" y="342"/>
                  </a:lnTo>
                  <a:lnTo>
                    <a:pt x="369" y="338"/>
                  </a:lnTo>
                  <a:lnTo>
                    <a:pt x="372" y="335"/>
                  </a:lnTo>
                  <a:lnTo>
                    <a:pt x="372" y="335"/>
                  </a:lnTo>
                  <a:lnTo>
                    <a:pt x="376" y="342"/>
                  </a:lnTo>
                  <a:lnTo>
                    <a:pt x="378" y="346"/>
                  </a:lnTo>
                  <a:lnTo>
                    <a:pt x="381" y="349"/>
                  </a:lnTo>
                  <a:lnTo>
                    <a:pt x="381" y="349"/>
                  </a:lnTo>
                  <a:lnTo>
                    <a:pt x="392" y="357"/>
                  </a:lnTo>
                  <a:lnTo>
                    <a:pt x="392" y="357"/>
                  </a:lnTo>
                  <a:lnTo>
                    <a:pt x="396" y="358"/>
                  </a:lnTo>
                  <a:lnTo>
                    <a:pt x="398" y="358"/>
                  </a:lnTo>
                  <a:lnTo>
                    <a:pt x="400" y="358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0" y="364"/>
                  </a:lnTo>
                  <a:lnTo>
                    <a:pt x="401" y="366"/>
                  </a:lnTo>
                  <a:lnTo>
                    <a:pt x="403" y="364"/>
                  </a:lnTo>
                  <a:lnTo>
                    <a:pt x="403" y="364"/>
                  </a:lnTo>
                  <a:lnTo>
                    <a:pt x="405" y="358"/>
                  </a:lnTo>
                  <a:lnTo>
                    <a:pt x="405" y="351"/>
                  </a:lnTo>
                  <a:lnTo>
                    <a:pt x="405" y="351"/>
                  </a:lnTo>
                  <a:lnTo>
                    <a:pt x="405" y="349"/>
                  </a:lnTo>
                  <a:lnTo>
                    <a:pt x="405" y="348"/>
                  </a:lnTo>
                  <a:lnTo>
                    <a:pt x="405" y="348"/>
                  </a:lnTo>
                  <a:lnTo>
                    <a:pt x="409" y="348"/>
                  </a:lnTo>
                  <a:lnTo>
                    <a:pt x="410" y="346"/>
                  </a:lnTo>
                  <a:lnTo>
                    <a:pt x="412" y="344"/>
                  </a:lnTo>
                  <a:lnTo>
                    <a:pt x="412" y="344"/>
                  </a:lnTo>
                  <a:lnTo>
                    <a:pt x="416" y="340"/>
                  </a:lnTo>
                  <a:lnTo>
                    <a:pt x="418" y="337"/>
                  </a:lnTo>
                  <a:lnTo>
                    <a:pt x="418" y="337"/>
                  </a:lnTo>
                  <a:lnTo>
                    <a:pt x="410" y="337"/>
                  </a:lnTo>
                  <a:lnTo>
                    <a:pt x="409" y="342"/>
                  </a:lnTo>
                  <a:lnTo>
                    <a:pt x="409" y="342"/>
                  </a:lnTo>
                  <a:lnTo>
                    <a:pt x="403" y="342"/>
                  </a:lnTo>
                  <a:lnTo>
                    <a:pt x="396" y="344"/>
                  </a:lnTo>
                  <a:lnTo>
                    <a:pt x="396" y="344"/>
                  </a:lnTo>
                  <a:lnTo>
                    <a:pt x="394" y="338"/>
                  </a:lnTo>
                  <a:lnTo>
                    <a:pt x="394" y="335"/>
                  </a:lnTo>
                  <a:lnTo>
                    <a:pt x="392" y="333"/>
                  </a:lnTo>
                  <a:lnTo>
                    <a:pt x="392" y="333"/>
                  </a:lnTo>
                  <a:lnTo>
                    <a:pt x="398" y="333"/>
                  </a:lnTo>
                  <a:lnTo>
                    <a:pt x="403" y="333"/>
                  </a:lnTo>
                  <a:lnTo>
                    <a:pt x="403" y="333"/>
                  </a:lnTo>
                  <a:lnTo>
                    <a:pt x="407" y="329"/>
                  </a:lnTo>
                  <a:lnTo>
                    <a:pt x="409" y="326"/>
                  </a:lnTo>
                  <a:lnTo>
                    <a:pt x="409" y="326"/>
                  </a:lnTo>
                  <a:lnTo>
                    <a:pt x="412" y="326"/>
                  </a:lnTo>
                  <a:lnTo>
                    <a:pt x="414" y="328"/>
                  </a:lnTo>
                  <a:lnTo>
                    <a:pt x="416" y="329"/>
                  </a:lnTo>
                  <a:lnTo>
                    <a:pt x="418" y="329"/>
                  </a:lnTo>
                  <a:lnTo>
                    <a:pt x="418" y="329"/>
                  </a:lnTo>
                  <a:lnTo>
                    <a:pt x="416" y="324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0" y="317"/>
                  </a:lnTo>
                  <a:lnTo>
                    <a:pt x="410" y="317"/>
                  </a:lnTo>
                  <a:lnTo>
                    <a:pt x="410" y="318"/>
                  </a:lnTo>
                  <a:lnTo>
                    <a:pt x="410" y="318"/>
                  </a:lnTo>
                  <a:lnTo>
                    <a:pt x="403" y="318"/>
                  </a:lnTo>
                  <a:lnTo>
                    <a:pt x="403" y="318"/>
                  </a:lnTo>
                  <a:lnTo>
                    <a:pt x="407" y="315"/>
                  </a:lnTo>
                  <a:lnTo>
                    <a:pt x="407" y="315"/>
                  </a:lnTo>
                  <a:lnTo>
                    <a:pt x="407" y="311"/>
                  </a:lnTo>
                  <a:lnTo>
                    <a:pt x="405" y="313"/>
                  </a:lnTo>
                  <a:lnTo>
                    <a:pt x="401" y="315"/>
                  </a:lnTo>
                  <a:lnTo>
                    <a:pt x="400" y="317"/>
                  </a:lnTo>
                  <a:lnTo>
                    <a:pt x="400" y="311"/>
                  </a:lnTo>
                  <a:lnTo>
                    <a:pt x="394" y="311"/>
                  </a:lnTo>
                  <a:lnTo>
                    <a:pt x="394" y="311"/>
                  </a:lnTo>
                  <a:lnTo>
                    <a:pt x="394" y="309"/>
                  </a:lnTo>
                  <a:lnTo>
                    <a:pt x="396" y="307"/>
                  </a:lnTo>
                  <a:lnTo>
                    <a:pt x="396" y="307"/>
                  </a:lnTo>
                  <a:lnTo>
                    <a:pt x="394" y="307"/>
                  </a:lnTo>
                  <a:lnTo>
                    <a:pt x="394" y="306"/>
                  </a:lnTo>
                  <a:lnTo>
                    <a:pt x="392" y="304"/>
                  </a:lnTo>
                  <a:lnTo>
                    <a:pt x="389" y="304"/>
                  </a:lnTo>
                  <a:lnTo>
                    <a:pt x="389" y="304"/>
                  </a:lnTo>
                  <a:lnTo>
                    <a:pt x="389" y="306"/>
                  </a:lnTo>
                  <a:lnTo>
                    <a:pt x="387" y="307"/>
                  </a:lnTo>
                  <a:lnTo>
                    <a:pt x="387" y="311"/>
                  </a:lnTo>
                  <a:lnTo>
                    <a:pt x="387" y="311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4"/>
                  </a:lnTo>
                  <a:lnTo>
                    <a:pt x="376" y="304"/>
                  </a:lnTo>
                  <a:lnTo>
                    <a:pt x="381" y="304"/>
                  </a:lnTo>
                  <a:lnTo>
                    <a:pt x="383" y="302"/>
                  </a:lnTo>
                  <a:lnTo>
                    <a:pt x="381" y="300"/>
                  </a:lnTo>
                  <a:lnTo>
                    <a:pt x="379" y="300"/>
                  </a:lnTo>
                  <a:lnTo>
                    <a:pt x="379" y="300"/>
                  </a:lnTo>
                  <a:lnTo>
                    <a:pt x="378" y="298"/>
                  </a:lnTo>
                  <a:lnTo>
                    <a:pt x="369" y="295"/>
                  </a:lnTo>
                  <a:lnTo>
                    <a:pt x="367" y="302"/>
                  </a:lnTo>
                  <a:lnTo>
                    <a:pt x="367" y="302"/>
                  </a:lnTo>
                  <a:lnTo>
                    <a:pt x="361" y="304"/>
                  </a:lnTo>
                  <a:lnTo>
                    <a:pt x="365" y="311"/>
                  </a:lnTo>
                  <a:lnTo>
                    <a:pt x="365" y="311"/>
                  </a:lnTo>
                  <a:lnTo>
                    <a:pt x="354" y="318"/>
                  </a:lnTo>
                  <a:lnTo>
                    <a:pt x="354" y="322"/>
                  </a:lnTo>
                  <a:lnTo>
                    <a:pt x="354" y="322"/>
                  </a:lnTo>
                  <a:lnTo>
                    <a:pt x="352" y="320"/>
                  </a:lnTo>
                  <a:lnTo>
                    <a:pt x="352" y="318"/>
                  </a:lnTo>
                  <a:lnTo>
                    <a:pt x="352" y="311"/>
                  </a:lnTo>
                  <a:lnTo>
                    <a:pt x="352" y="311"/>
                  </a:lnTo>
                  <a:lnTo>
                    <a:pt x="354" y="311"/>
                  </a:lnTo>
                  <a:lnTo>
                    <a:pt x="354" y="309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49" y="307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1" y="318"/>
                  </a:lnTo>
                  <a:lnTo>
                    <a:pt x="338" y="320"/>
                  </a:lnTo>
                  <a:lnTo>
                    <a:pt x="336" y="324"/>
                  </a:lnTo>
                  <a:lnTo>
                    <a:pt x="336" y="324"/>
                  </a:lnTo>
                  <a:lnTo>
                    <a:pt x="336" y="328"/>
                  </a:lnTo>
                  <a:lnTo>
                    <a:pt x="336" y="331"/>
                  </a:lnTo>
                  <a:lnTo>
                    <a:pt x="336" y="331"/>
                  </a:lnTo>
                  <a:lnTo>
                    <a:pt x="332" y="333"/>
                  </a:lnTo>
                  <a:lnTo>
                    <a:pt x="328" y="337"/>
                  </a:lnTo>
                  <a:lnTo>
                    <a:pt x="328" y="337"/>
                  </a:lnTo>
                  <a:lnTo>
                    <a:pt x="328" y="328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4" y="318"/>
                  </a:lnTo>
                  <a:lnTo>
                    <a:pt x="338" y="317"/>
                  </a:lnTo>
                  <a:lnTo>
                    <a:pt x="332" y="304"/>
                  </a:lnTo>
                  <a:lnTo>
                    <a:pt x="332" y="304"/>
                  </a:lnTo>
                  <a:lnTo>
                    <a:pt x="330" y="306"/>
                  </a:lnTo>
                  <a:lnTo>
                    <a:pt x="328" y="307"/>
                  </a:lnTo>
                  <a:lnTo>
                    <a:pt x="330" y="309"/>
                  </a:lnTo>
                  <a:lnTo>
                    <a:pt x="330" y="309"/>
                  </a:lnTo>
                  <a:lnTo>
                    <a:pt x="327" y="307"/>
                  </a:lnTo>
                  <a:lnTo>
                    <a:pt x="325" y="304"/>
                  </a:lnTo>
                  <a:lnTo>
                    <a:pt x="325" y="304"/>
                  </a:lnTo>
                  <a:lnTo>
                    <a:pt x="323" y="306"/>
                  </a:lnTo>
                  <a:lnTo>
                    <a:pt x="321" y="304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9" y="309"/>
                  </a:lnTo>
                  <a:lnTo>
                    <a:pt x="318" y="317"/>
                  </a:lnTo>
                  <a:lnTo>
                    <a:pt x="318" y="317"/>
                  </a:lnTo>
                  <a:lnTo>
                    <a:pt x="314" y="315"/>
                  </a:lnTo>
                  <a:lnTo>
                    <a:pt x="314" y="315"/>
                  </a:lnTo>
                  <a:lnTo>
                    <a:pt x="314" y="311"/>
                  </a:lnTo>
                  <a:lnTo>
                    <a:pt x="312" y="311"/>
                  </a:lnTo>
                  <a:lnTo>
                    <a:pt x="308" y="309"/>
                  </a:lnTo>
                  <a:lnTo>
                    <a:pt x="308" y="309"/>
                  </a:lnTo>
                  <a:lnTo>
                    <a:pt x="308" y="313"/>
                  </a:lnTo>
                  <a:lnTo>
                    <a:pt x="308" y="317"/>
                  </a:lnTo>
                  <a:lnTo>
                    <a:pt x="294" y="329"/>
                  </a:lnTo>
                  <a:lnTo>
                    <a:pt x="294" y="329"/>
                  </a:lnTo>
                  <a:lnTo>
                    <a:pt x="281" y="320"/>
                  </a:lnTo>
                  <a:lnTo>
                    <a:pt x="274" y="318"/>
                  </a:lnTo>
                  <a:lnTo>
                    <a:pt x="268" y="317"/>
                  </a:lnTo>
                  <a:lnTo>
                    <a:pt x="268" y="317"/>
                  </a:lnTo>
                  <a:lnTo>
                    <a:pt x="265" y="324"/>
                  </a:lnTo>
                  <a:lnTo>
                    <a:pt x="265" y="324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2" y="329"/>
                  </a:lnTo>
                  <a:lnTo>
                    <a:pt x="274" y="333"/>
                  </a:lnTo>
                  <a:lnTo>
                    <a:pt x="274" y="333"/>
                  </a:lnTo>
                  <a:lnTo>
                    <a:pt x="261" y="329"/>
                  </a:lnTo>
                  <a:lnTo>
                    <a:pt x="265" y="338"/>
                  </a:lnTo>
                  <a:lnTo>
                    <a:pt x="265" y="338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57" y="333"/>
                  </a:lnTo>
                  <a:lnTo>
                    <a:pt x="257" y="331"/>
                  </a:lnTo>
                  <a:lnTo>
                    <a:pt x="257" y="329"/>
                  </a:lnTo>
                  <a:lnTo>
                    <a:pt x="257" y="329"/>
                  </a:lnTo>
                  <a:lnTo>
                    <a:pt x="252" y="340"/>
                  </a:lnTo>
                  <a:lnTo>
                    <a:pt x="250" y="340"/>
                  </a:lnTo>
                  <a:lnTo>
                    <a:pt x="250" y="338"/>
                  </a:lnTo>
                  <a:lnTo>
                    <a:pt x="246" y="329"/>
                  </a:lnTo>
                  <a:lnTo>
                    <a:pt x="246" y="329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7"/>
                  </a:lnTo>
                  <a:lnTo>
                    <a:pt x="245" y="338"/>
                  </a:lnTo>
                  <a:lnTo>
                    <a:pt x="245" y="338"/>
                  </a:lnTo>
                  <a:lnTo>
                    <a:pt x="239" y="342"/>
                  </a:lnTo>
                  <a:lnTo>
                    <a:pt x="236" y="344"/>
                  </a:lnTo>
                  <a:lnTo>
                    <a:pt x="236" y="344"/>
                  </a:lnTo>
                  <a:lnTo>
                    <a:pt x="234" y="342"/>
                  </a:lnTo>
                  <a:lnTo>
                    <a:pt x="234" y="340"/>
                  </a:lnTo>
                  <a:lnTo>
                    <a:pt x="234" y="338"/>
                  </a:lnTo>
                  <a:lnTo>
                    <a:pt x="230" y="337"/>
                  </a:lnTo>
                  <a:lnTo>
                    <a:pt x="230" y="337"/>
                  </a:lnTo>
                  <a:lnTo>
                    <a:pt x="228" y="346"/>
                  </a:lnTo>
                  <a:lnTo>
                    <a:pt x="228" y="346"/>
                  </a:lnTo>
                  <a:lnTo>
                    <a:pt x="232" y="346"/>
                  </a:lnTo>
                  <a:lnTo>
                    <a:pt x="232" y="348"/>
                  </a:lnTo>
                  <a:lnTo>
                    <a:pt x="230" y="349"/>
                  </a:lnTo>
                  <a:lnTo>
                    <a:pt x="230" y="349"/>
                  </a:lnTo>
                  <a:lnTo>
                    <a:pt x="225" y="349"/>
                  </a:lnTo>
                  <a:lnTo>
                    <a:pt x="223" y="351"/>
                  </a:lnTo>
                  <a:lnTo>
                    <a:pt x="225" y="351"/>
                  </a:lnTo>
                  <a:lnTo>
                    <a:pt x="225" y="357"/>
                  </a:lnTo>
                  <a:lnTo>
                    <a:pt x="225" y="357"/>
                  </a:lnTo>
                  <a:lnTo>
                    <a:pt x="223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5" y="353"/>
                  </a:lnTo>
                  <a:lnTo>
                    <a:pt x="215" y="360"/>
                  </a:lnTo>
                  <a:lnTo>
                    <a:pt x="215" y="360"/>
                  </a:lnTo>
                  <a:lnTo>
                    <a:pt x="212" y="360"/>
                  </a:lnTo>
                  <a:lnTo>
                    <a:pt x="212" y="357"/>
                  </a:lnTo>
                  <a:lnTo>
                    <a:pt x="212" y="351"/>
                  </a:lnTo>
                  <a:lnTo>
                    <a:pt x="214" y="348"/>
                  </a:lnTo>
                  <a:lnTo>
                    <a:pt x="212" y="346"/>
                  </a:lnTo>
                  <a:lnTo>
                    <a:pt x="210" y="344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199" y="351"/>
                  </a:lnTo>
                  <a:lnTo>
                    <a:pt x="199" y="351"/>
                  </a:lnTo>
                  <a:lnTo>
                    <a:pt x="199" y="360"/>
                  </a:lnTo>
                  <a:lnTo>
                    <a:pt x="199" y="364"/>
                  </a:lnTo>
                  <a:lnTo>
                    <a:pt x="203" y="362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08" y="371"/>
                  </a:lnTo>
                  <a:lnTo>
                    <a:pt x="206" y="379"/>
                  </a:lnTo>
                  <a:lnTo>
                    <a:pt x="201" y="382"/>
                  </a:lnTo>
                  <a:lnTo>
                    <a:pt x="190" y="388"/>
                  </a:lnTo>
                  <a:lnTo>
                    <a:pt x="190" y="388"/>
                  </a:lnTo>
                  <a:lnTo>
                    <a:pt x="192" y="391"/>
                  </a:lnTo>
                  <a:lnTo>
                    <a:pt x="195" y="393"/>
                  </a:lnTo>
                  <a:lnTo>
                    <a:pt x="195" y="393"/>
                  </a:lnTo>
                  <a:lnTo>
                    <a:pt x="195" y="402"/>
                  </a:lnTo>
                  <a:lnTo>
                    <a:pt x="195" y="402"/>
                  </a:lnTo>
                  <a:lnTo>
                    <a:pt x="181" y="395"/>
                  </a:lnTo>
                  <a:lnTo>
                    <a:pt x="181" y="395"/>
                  </a:lnTo>
                  <a:lnTo>
                    <a:pt x="185" y="402"/>
                  </a:lnTo>
                  <a:lnTo>
                    <a:pt x="186" y="406"/>
                  </a:lnTo>
                  <a:lnTo>
                    <a:pt x="188" y="409"/>
                  </a:lnTo>
                  <a:lnTo>
                    <a:pt x="190" y="417"/>
                  </a:lnTo>
                  <a:lnTo>
                    <a:pt x="190" y="417"/>
                  </a:lnTo>
                  <a:lnTo>
                    <a:pt x="188" y="417"/>
                  </a:lnTo>
                  <a:lnTo>
                    <a:pt x="185" y="417"/>
                  </a:lnTo>
                  <a:lnTo>
                    <a:pt x="181" y="417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179" y="422"/>
                  </a:lnTo>
                  <a:lnTo>
                    <a:pt x="179" y="426"/>
                  </a:lnTo>
                  <a:lnTo>
                    <a:pt x="179" y="426"/>
                  </a:lnTo>
                  <a:lnTo>
                    <a:pt x="172" y="431"/>
                  </a:lnTo>
                  <a:lnTo>
                    <a:pt x="166" y="433"/>
                  </a:lnTo>
                  <a:lnTo>
                    <a:pt x="164" y="435"/>
                  </a:lnTo>
                  <a:lnTo>
                    <a:pt x="164" y="435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1" y="431"/>
                  </a:lnTo>
                  <a:lnTo>
                    <a:pt x="161" y="431"/>
                  </a:lnTo>
                  <a:lnTo>
                    <a:pt x="159" y="437"/>
                  </a:lnTo>
                  <a:lnTo>
                    <a:pt x="157" y="442"/>
                  </a:lnTo>
                  <a:lnTo>
                    <a:pt x="157" y="442"/>
                  </a:lnTo>
                  <a:lnTo>
                    <a:pt x="154" y="440"/>
                  </a:lnTo>
                  <a:lnTo>
                    <a:pt x="150" y="442"/>
                  </a:lnTo>
                  <a:lnTo>
                    <a:pt x="150" y="446"/>
                  </a:lnTo>
                  <a:lnTo>
                    <a:pt x="154" y="446"/>
                  </a:lnTo>
                  <a:lnTo>
                    <a:pt x="154" y="446"/>
                  </a:lnTo>
                  <a:lnTo>
                    <a:pt x="150" y="450"/>
                  </a:lnTo>
                  <a:lnTo>
                    <a:pt x="152" y="451"/>
                  </a:lnTo>
                  <a:lnTo>
                    <a:pt x="152" y="455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0" y="461"/>
                  </a:lnTo>
                  <a:lnTo>
                    <a:pt x="148" y="461"/>
                  </a:lnTo>
                  <a:lnTo>
                    <a:pt x="144" y="461"/>
                  </a:lnTo>
                  <a:lnTo>
                    <a:pt x="144" y="461"/>
                  </a:lnTo>
                  <a:lnTo>
                    <a:pt x="137" y="466"/>
                  </a:lnTo>
                  <a:lnTo>
                    <a:pt x="132" y="468"/>
                  </a:lnTo>
                  <a:lnTo>
                    <a:pt x="130" y="473"/>
                  </a:lnTo>
                  <a:lnTo>
                    <a:pt x="128" y="482"/>
                  </a:lnTo>
                  <a:lnTo>
                    <a:pt x="128" y="482"/>
                  </a:lnTo>
                  <a:lnTo>
                    <a:pt x="123" y="481"/>
                  </a:lnTo>
                  <a:lnTo>
                    <a:pt x="117" y="479"/>
                  </a:lnTo>
                  <a:lnTo>
                    <a:pt x="117" y="479"/>
                  </a:lnTo>
                  <a:lnTo>
                    <a:pt x="106" y="495"/>
                  </a:lnTo>
                  <a:lnTo>
                    <a:pt x="106" y="495"/>
                  </a:lnTo>
                  <a:lnTo>
                    <a:pt x="101" y="497"/>
                  </a:lnTo>
                  <a:lnTo>
                    <a:pt x="99" y="497"/>
                  </a:lnTo>
                  <a:lnTo>
                    <a:pt x="97" y="497"/>
                  </a:lnTo>
                  <a:lnTo>
                    <a:pt x="97" y="497"/>
                  </a:lnTo>
                  <a:lnTo>
                    <a:pt x="95" y="504"/>
                  </a:lnTo>
                  <a:lnTo>
                    <a:pt x="93" y="510"/>
                  </a:lnTo>
                  <a:lnTo>
                    <a:pt x="93" y="510"/>
                  </a:lnTo>
                  <a:lnTo>
                    <a:pt x="88" y="512"/>
                  </a:lnTo>
                  <a:lnTo>
                    <a:pt x="88" y="513"/>
                  </a:lnTo>
                  <a:lnTo>
                    <a:pt x="92" y="515"/>
                  </a:lnTo>
                  <a:lnTo>
                    <a:pt x="95" y="515"/>
                  </a:lnTo>
                  <a:lnTo>
                    <a:pt x="95" y="515"/>
                  </a:lnTo>
                  <a:lnTo>
                    <a:pt x="99" y="512"/>
                  </a:lnTo>
                  <a:lnTo>
                    <a:pt x="103" y="508"/>
                  </a:lnTo>
                  <a:lnTo>
                    <a:pt x="103" y="508"/>
                  </a:lnTo>
                  <a:lnTo>
                    <a:pt x="108" y="508"/>
                  </a:lnTo>
                  <a:lnTo>
                    <a:pt x="108" y="510"/>
                  </a:lnTo>
                  <a:lnTo>
                    <a:pt x="108" y="512"/>
                  </a:lnTo>
                  <a:lnTo>
                    <a:pt x="108" y="512"/>
                  </a:lnTo>
                  <a:lnTo>
                    <a:pt x="103" y="515"/>
                  </a:lnTo>
                  <a:lnTo>
                    <a:pt x="97" y="517"/>
                  </a:lnTo>
                  <a:lnTo>
                    <a:pt x="97" y="522"/>
                  </a:lnTo>
                  <a:lnTo>
                    <a:pt x="97" y="522"/>
                  </a:lnTo>
                  <a:lnTo>
                    <a:pt x="93" y="521"/>
                  </a:lnTo>
                  <a:lnTo>
                    <a:pt x="90" y="521"/>
                  </a:lnTo>
                  <a:lnTo>
                    <a:pt x="86" y="522"/>
                  </a:lnTo>
                  <a:lnTo>
                    <a:pt x="86" y="522"/>
                  </a:lnTo>
                  <a:lnTo>
                    <a:pt x="84" y="517"/>
                  </a:lnTo>
                  <a:lnTo>
                    <a:pt x="84" y="513"/>
                  </a:lnTo>
                  <a:lnTo>
                    <a:pt x="82" y="512"/>
                  </a:lnTo>
                  <a:lnTo>
                    <a:pt x="82" y="512"/>
                  </a:lnTo>
                  <a:lnTo>
                    <a:pt x="81" y="513"/>
                  </a:lnTo>
                  <a:lnTo>
                    <a:pt x="81" y="513"/>
                  </a:lnTo>
                  <a:lnTo>
                    <a:pt x="79" y="517"/>
                  </a:lnTo>
                  <a:lnTo>
                    <a:pt x="79" y="517"/>
                  </a:lnTo>
                  <a:lnTo>
                    <a:pt x="66" y="510"/>
                  </a:lnTo>
                  <a:lnTo>
                    <a:pt x="66" y="510"/>
                  </a:lnTo>
                  <a:lnTo>
                    <a:pt x="64" y="513"/>
                  </a:lnTo>
                  <a:lnTo>
                    <a:pt x="61" y="517"/>
                  </a:lnTo>
                  <a:lnTo>
                    <a:pt x="61" y="517"/>
                  </a:lnTo>
                  <a:lnTo>
                    <a:pt x="64" y="517"/>
                  </a:lnTo>
                  <a:lnTo>
                    <a:pt x="66" y="517"/>
                  </a:lnTo>
                  <a:lnTo>
                    <a:pt x="68" y="515"/>
                  </a:lnTo>
                  <a:lnTo>
                    <a:pt x="68" y="515"/>
                  </a:lnTo>
                  <a:lnTo>
                    <a:pt x="68" y="519"/>
                  </a:lnTo>
                  <a:lnTo>
                    <a:pt x="70" y="521"/>
                  </a:lnTo>
                  <a:lnTo>
                    <a:pt x="72" y="524"/>
                  </a:lnTo>
                  <a:lnTo>
                    <a:pt x="72" y="524"/>
                  </a:lnTo>
                  <a:lnTo>
                    <a:pt x="70" y="526"/>
                  </a:lnTo>
                  <a:lnTo>
                    <a:pt x="68" y="530"/>
                  </a:lnTo>
                  <a:lnTo>
                    <a:pt x="68" y="530"/>
                  </a:lnTo>
                  <a:lnTo>
                    <a:pt x="61" y="530"/>
                  </a:lnTo>
                  <a:lnTo>
                    <a:pt x="61" y="530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1" y="541"/>
                  </a:lnTo>
                  <a:lnTo>
                    <a:pt x="48" y="539"/>
                  </a:lnTo>
                  <a:lnTo>
                    <a:pt x="39" y="539"/>
                  </a:lnTo>
                  <a:lnTo>
                    <a:pt x="39" y="544"/>
                  </a:lnTo>
                  <a:lnTo>
                    <a:pt x="39" y="544"/>
                  </a:lnTo>
                  <a:lnTo>
                    <a:pt x="42" y="542"/>
                  </a:lnTo>
                  <a:lnTo>
                    <a:pt x="44" y="544"/>
                  </a:lnTo>
                  <a:lnTo>
                    <a:pt x="44" y="550"/>
                  </a:lnTo>
                  <a:lnTo>
                    <a:pt x="44" y="550"/>
                  </a:lnTo>
                  <a:lnTo>
                    <a:pt x="39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28" y="552"/>
                  </a:lnTo>
                  <a:lnTo>
                    <a:pt x="28" y="552"/>
                  </a:lnTo>
                  <a:lnTo>
                    <a:pt x="28" y="559"/>
                  </a:lnTo>
                  <a:lnTo>
                    <a:pt x="28" y="559"/>
                  </a:lnTo>
                  <a:lnTo>
                    <a:pt x="35" y="559"/>
                  </a:lnTo>
                  <a:lnTo>
                    <a:pt x="30" y="561"/>
                  </a:lnTo>
                  <a:lnTo>
                    <a:pt x="30" y="561"/>
                  </a:lnTo>
                  <a:lnTo>
                    <a:pt x="21" y="564"/>
                  </a:lnTo>
                  <a:lnTo>
                    <a:pt x="8" y="566"/>
                  </a:lnTo>
                  <a:lnTo>
                    <a:pt x="8" y="572"/>
                  </a:lnTo>
                  <a:lnTo>
                    <a:pt x="17" y="573"/>
                  </a:lnTo>
                  <a:lnTo>
                    <a:pt x="17" y="573"/>
                  </a:lnTo>
                  <a:lnTo>
                    <a:pt x="24" y="575"/>
                  </a:lnTo>
                  <a:lnTo>
                    <a:pt x="19" y="575"/>
                  </a:lnTo>
                  <a:lnTo>
                    <a:pt x="4" y="573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2" y="586"/>
                  </a:lnTo>
                  <a:lnTo>
                    <a:pt x="4" y="588"/>
                  </a:lnTo>
                  <a:lnTo>
                    <a:pt x="8" y="590"/>
                  </a:lnTo>
                  <a:lnTo>
                    <a:pt x="15" y="588"/>
                  </a:lnTo>
                  <a:lnTo>
                    <a:pt x="15" y="588"/>
                  </a:lnTo>
                  <a:lnTo>
                    <a:pt x="2" y="593"/>
                  </a:lnTo>
                  <a:lnTo>
                    <a:pt x="2" y="593"/>
                  </a:lnTo>
                  <a:lnTo>
                    <a:pt x="4" y="597"/>
                  </a:lnTo>
                  <a:lnTo>
                    <a:pt x="10" y="597"/>
                  </a:lnTo>
                  <a:lnTo>
                    <a:pt x="10" y="603"/>
                  </a:lnTo>
                  <a:lnTo>
                    <a:pt x="10" y="603"/>
                  </a:lnTo>
                  <a:lnTo>
                    <a:pt x="2" y="604"/>
                  </a:lnTo>
                  <a:lnTo>
                    <a:pt x="10" y="608"/>
                  </a:lnTo>
                  <a:lnTo>
                    <a:pt x="13" y="608"/>
                  </a:lnTo>
                  <a:lnTo>
                    <a:pt x="13" y="608"/>
                  </a:lnTo>
                  <a:lnTo>
                    <a:pt x="13" y="610"/>
                  </a:lnTo>
                  <a:lnTo>
                    <a:pt x="11" y="612"/>
                  </a:lnTo>
                  <a:lnTo>
                    <a:pt x="10" y="615"/>
                  </a:lnTo>
                  <a:lnTo>
                    <a:pt x="10" y="615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7" y="621"/>
                  </a:lnTo>
                  <a:lnTo>
                    <a:pt x="17" y="621"/>
                  </a:lnTo>
                  <a:lnTo>
                    <a:pt x="21" y="615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30" y="612"/>
                  </a:lnTo>
                  <a:lnTo>
                    <a:pt x="31" y="612"/>
                  </a:lnTo>
                  <a:lnTo>
                    <a:pt x="31" y="614"/>
                  </a:lnTo>
                  <a:lnTo>
                    <a:pt x="28" y="614"/>
                  </a:lnTo>
                  <a:lnTo>
                    <a:pt x="28" y="614"/>
                  </a:lnTo>
                  <a:lnTo>
                    <a:pt x="17" y="632"/>
                  </a:lnTo>
                  <a:lnTo>
                    <a:pt x="17" y="632"/>
                  </a:lnTo>
                  <a:lnTo>
                    <a:pt x="11" y="632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11" y="641"/>
                  </a:lnTo>
                  <a:lnTo>
                    <a:pt x="15" y="645"/>
                  </a:lnTo>
                  <a:lnTo>
                    <a:pt x="15" y="645"/>
                  </a:lnTo>
                  <a:lnTo>
                    <a:pt x="17" y="639"/>
                  </a:lnTo>
                  <a:lnTo>
                    <a:pt x="17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4" y="645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17" y="652"/>
                  </a:lnTo>
                  <a:lnTo>
                    <a:pt x="15" y="654"/>
                  </a:lnTo>
                  <a:lnTo>
                    <a:pt x="15" y="654"/>
                  </a:lnTo>
                  <a:lnTo>
                    <a:pt x="15" y="659"/>
                  </a:lnTo>
                  <a:lnTo>
                    <a:pt x="15" y="665"/>
                  </a:lnTo>
                  <a:lnTo>
                    <a:pt x="21" y="665"/>
                  </a:lnTo>
                  <a:lnTo>
                    <a:pt x="22" y="672"/>
                  </a:lnTo>
                  <a:lnTo>
                    <a:pt x="22" y="672"/>
                  </a:lnTo>
                  <a:lnTo>
                    <a:pt x="26" y="672"/>
                  </a:lnTo>
                  <a:lnTo>
                    <a:pt x="28" y="672"/>
                  </a:lnTo>
                  <a:lnTo>
                    <a:pt x="31" y="670"/>
                  </a:lnTo>
                  <a:lnTo>
                    <a:pt x="31" y="670"/>
                  </a:lnTo>
                  <a:lnTo>
                    <a:pt x="35" y="668"/>
                  </a:lnTo>
                  <a:lnTo>
                    <a:pt x="35" y="668"/>
                  </a:lnTo>
                  <a:lnTo>
                    <a:pt x="35" y="675"/>
                  </a:lnTo>
                  <a:lnTo>
                    <a:pt x="35" y="675"/>
                  </a:lnTo>
                  <a:lnTo>
                    <a:pt x="42" y="675"/>
                  </a:lnTo>
                  <a:lnTo>
                    <a:pt x="53" y="672"/>
                  </a:lnTo>
                  <a:lnTo>
                    <a:pt x="68" y="665"/>
                  </a:lnTo>
                  <a:lnTo>
                    <a:pt x="68" y="665"/>
                  </a:lnTo>
                  <a:lnTo>
                    <a:pt x="72" y="661"/>
                  </a:lnTo>
                  <a:lnTo>
                    <a:pt x="73" y="657"/>
                  </a:lnTo>
                  <a:lnTo>
                    <a:pt x="73" y="657"/>
                  </a:lnTo>
                  <a:lnTo>
                    <a:pt x="79" y="657"/>
                  </a:lnTo>
                  <a:lnTo>
                    <a:pt x="82" y="657"/>
                  </a:lnTo>
                  <a:lnTo>
                    <a:pt x="82" y="657"/>
                  </a:lnTo>
                  <a:lnTo>
                    <a:pt x="93" y="652"/>
                  </a:lnTo>
                  <a:lnTo>
                    <a:pt x="103" y="645"/>
                  </a:lnTo>
                  <a:lnTo>
                    <a:pt x="103" y="645"/>
                  </a:lnTo>
                  <a:lnTo>
                    <a:pt x="104" y="648"/>
                  </a:lnTo>
                  <a:lnTo>
                    <a:pt x="104" y="650"/>
                  </a:lnTo>
                  <a:lnTo>
                    <a:pt x="104" y="650"/>
                  </a:lnTo>
                  <a:close/>
                  <a:moveTo>
                    <a:pt x="37" y="586"/>
                  </a:moveTo>
                  <a:lnTo>
                    <a:pt x="37" y="586"/>
                  </a:lnTo>
                  <a:lnTo>
                    <a:pt x="39" y="588"/>
                  </a:lnTo>
                  <a:lnTo>
                    <a:pt x="37" y="588"/>
                  </a:lnTo>
                  <a:lnTo>
                    <a:pt x="35" y="590"/>
                  </a:lnTo>
                  <a:lnTo>
                    <a:pt x="35" y="590"/>
                  </a:lnTo>
                  <a:lnTo>
                    <a:pt x="33" y="586"/>
                  </a:lnTo>
                  <a:lnTo>
                    <a:pt x="35" y="586"/>
                  </a:lnTo>
                  <a:lnTo>
                    <a:pt x="37" y="586"/>
                  </a:lnTo>
                  <a:lnTo>
                    <a:pt x="37" y="586"/>
                  </a:lnTo>
                  <a:close/>
                  <a:moveTo>
                    <a:pt x="24" y="586"/>
                  </a:moveTo>
                  <a:lnTo>
                    <a:pt x="24" y="586"/>
                  </a:lnTo>
                  <a:lnTo>
                    <a:pt x="28" y="588"/>
                  </a:lnTo>
                  <a:lnTo>
                    <a:pt x="30" y="590"/>
                  </a:lnTo>
                  <a:lnTo>
                    <a:pt x="30" y="595"/>
                  </a:lnTo>
                  <a:lnTo>
                    <a:pt x="30" y="595"/>
                  </a:lnTo>
                  <a:lnTo>
                    <a:pt x="19" y="592"/>
                  </a:lnTo>
                  <a:lnTo>
                    <a:pt x="15" y="590"/>
                  </a:lnTo>
                  <a:lnTo>
                    <a:pt x="22" y="590"/>
                  </a:lnTo>
                  <a:lnTo>
                    <a:pt x="22" y="590"/>
                  </a:lnTo>
                  <a:lnTo>
                    <a:pt x="22" y="586"/>
                  </a:lnTo>
                  <a:lnTo>
                    <a:pt x="22" y="586"/>
                  </a:lnTo>
                  <a:lnTo>
                    <a:pt x="24" y="586"/>
                  </a:lnTo>
                  <a:lnTo>
                    <a:pt x="24" y="586"/>
                  </a:lnTo>
                  <a:close/>
                  <a:moveTo>
                    <a:pt x="39" y="561"/>
                  </a:moveTo>
                  <a:lnTo>
                    <a:pt x="39" y="561"/>
                  </a:lnTo>
                  <a:lnTo>
                    <a:pt x="41" y="563"/>
                  </a:lnTo>
                  <a:lnTo>
                    <a:pt x="39" y="564"/>
                  </a:lnTo>
                  <a:lnTo>
                    <a:pt x="37" y="566"/>
                  </a:lnTo>
                  <a:lnTo>
                    <a:pt x="37" y="566"/>
                  </a:lnTo>
                  <a:lnTo>
                    <a:pt x="37" y="563"/>
                  </a:lnTo>
                  <a:lnTo>
                    <a:pt x="37" y="561"/>
                  </a:lnTo>
                  <a:lnTo>
                    <a:pt x="39" y="561"/>
                  </a:lnTo>
                  <a:lnTo>
                    <a:pt x="39" y="561"/>
                  </a:lnTo>
                  <a:close/>
                  <a:moveTo>
                    <a:pt x="144" y="389"/>
                  </a:moveTo>
                  <a:lnTo>
                    <a:pt x="144" y="395"/>
                  </a:lnTo>
                  <a:lnTo>
                    <a:pt x="144" y="395"/>
                  </a:lnTo>
                  <a:lnTo>
                    <a:pt x="148" y="395"/>
                  </a:lnTo>
                  <a:lnTo>
                    <a:pt x="148" y="393"/>
                  </a:lnTo>
                  <a:lnTo>
                    <a:pt x="146" y="391"/>
                  </a:lnTo>
                  <a:lnTo>
                    <a:pt x="144" y="389"/>
                  </a:lnTo>
                  <a:lnTo>
                    <a:pt x="144" y="389"/>
                  </a:lnTo>
                  <a:close/>
                  <a:moveTo>
                    <a:pt x="203" y="388"/>
                  </a:moveTo>
                  <a:lnTo>
                    <a:pt x="203" y="388"/>
                  </a:lnTo>
                  <a:lnTo>
                    <a:pt x="205" y="388"/>
                  </a:lnTo>
                  <a:lnTo>
                    <a:pt x="206" y="389"/>
                  </a:lnTo>
                  <a:lnTo>
                    <a:pt x="206" y="393"/>
                  </a:lnTo>
                  <a:lnTo>
                    <a:pt x="206" y="393"/>
                  </a:lnTo>
                  <a:lnTo>
                    <a:pt x="199" y="391"/>
                  </a:lnTo>
                  <a:lnTo>
                    <a:pt x="197" y="391"/>
                  </a:lnTo>
                  <a:lnTo>
                    <a:pt x="199" y="389"/>
                  </a:lnTo>
                  <a:lnTo>
                    <a:pt x="203" y="388"/>
                  </a:lnTo>
                  <a:lnTo>
                    <a:pt x="203" y="388"/>
                  </a:lnTo>
                  <a:close/>
                  <a:moveTo>
                    <a:pt x="161" y="382"/>
                  </a:moveTo>
                  <a:lnTo>
                    <a:pt x="161" y="382"/>
                  </a:lnTo>
                  <a:lnTo>
                    <a:pt x="157" y="386"/>
                  </a:lnTo>
                  <a:lnTo>
                    <a:pt x="154" y="389"/>
                  </a:lnTo>
                  <a:lnTo>
                    <a:pt x="155" y="389"/>
                  </a:lnTo>
                  <a:lnTo>
                    <a:pt x="157" y="389"/>
                  </a:lnTo>
                  <a:lnTo>
                    <a:pt x="164" y="388"/>
                  </a:lnTo>
                  <a:lnTo>
                    <a:pt x="164" y="388"/>
                  </a:lnTo>
                  <a:lnTo>
                    <a:pt x="164" y="384"/>
                  </a:lnTo>
                  <a:lnTo>
                    <a:pt x="163" y="382"/>
                  </a:lnTo>
                  <a:lnTo>
                    <a:pt x="161" y="382"/>
                  </a:lnTo>
                  <a:lnTo>
                    <a:pt x="161" y="382"/>
                  </a:lnTo>
                  <a:close/>
                  <a:moveTo>
                    <a:pt x="166" y="368"/>
                  </a:moveTo>
                  <a:lnTo>
                    <a:pt x="166" y="368"/>
                  </a:lnTo>
                  <a:lnTo>
                    <a:pt x="164" y="369"/>
                  </a:lnTo>
                  <a:lnTo>
                    <a:pt x="164" y="371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72" y="371"/>
                  </a:lnTo>
                  <a:lnTo>
                    <a:pt x="170" y="368"/>
                  </a:lnTo>
                  <a:lnTo>
                    <a:pt x="166" y="368"/>
                  </a:lnTo>
                  <a:lnTo>
                    <a:pt x="166" y="368"/>
                  </a:lnTo>
                  <a:close/>
                  <a:moveTo>
                    <a:pt x="179" y="366"/>
                  </a:moveTo>
                  <a:lnTo>
                    <a:pt x="179" y="366"/>
                  </a:lnTo>
                  <a:lnTo>
                    <a:pt x="175" y="371"/>
                  </a:lnTo>
                  <a:lnTo>
                    <a:pt x="174" y="379"/>
                  </a:lnTo>
                  <a:lnTo>
                    <a:pt x="168" y="379"/>
                  </a:lnTo>
                  <a:lnTo>
                    <a:pt x="168" y="379"/>
                  </a:lnTo>
                  <a:lnTo>
                    <a:pt x="174" y="389"/>
                  </a:lnTo>
                  <a:lnTo>
                    <a:pt x="174" y="389"/>
                  </a:lnTo>
                  <a:lnTo>
                    <a:pt x="183" y="384"/>
                  </a:lnTo>
                  <a:lnTo>
                    <a:pt x="188" y="380"/>
                  </a:lnTo>
                  <a:lnTo>
                    <a:pt x="190" y="37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4" y="369"/>
                  </a:lnTo>
                  <a:lnTo>
                    <a:pt x="190" y="369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1" y="368"/>
                  </a:lnTo>
                  <a:lnTo>
                    <a:pt x="181" y="366"/>
                  </a:lnTo>
                  <a:lnTo>
                    <a:pt x="179" y="366"/>
                  </a:lnTo>
                  <a:lnTo>
                    <a:pt x="179" y="366"/>
                  </a:lnTo>
                  <a:close/>
                  <a:moveTo>
                    <a:pt x="190" y="357"/>
                  </a:moveTo>
                  <a:lnTo>
                    <a:pt x="190" y="357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90" y="360"/>
                  </a:lnTo>
                  <a:lnTo>
                    <a:pt x="190" y="360"/>
                  </a:lnTo>
                  <a:lnTo>
                    <a:pt x="194" y="357"/>
                  </a:lnTo>
                  <a:lnTo>
                    <a:pt x="194" y="355"/>
                  </a:lnTo>
                  <a:lnTo>
                    <a:pt x="190" y="357"/>
                  </a:lnTo>
                  <a:lnTo>
                    <a:pt x="190" y="357"/>
                  </a:lnTo>
                  <a:close/>
                  <a:moveTo>
                    <a:pt x="217" y="331"/>
                  </a:moveTo>
                  <a:lnTo>
                    <a:pt x="217" y="331"/>
                  </a:lnTo>
                  <a:lnTo>
                    <a:pt x="215" y="342"/>
                  </a:lnTo>
                  <a:lnTo>
                    <a:pt x="215" y="342"/>
                  </a:lnTo>
                  <a:lnTo>
                    <a:pt x="219" y="340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37"/>
                  </a:lnTo>
                  <a:lnTo>
                    <a:pt x="225" y="333"/>
                  </a:lnTo>
                  <a:lnTo>
                    <a:pt x="223" y="331"/>
                  </a:lnTo>
                  <a:lnTo>
                    <a:pt x="217" y="331"/>
                  </a:lnTo>
                  <a:lnTo>
                    <a:pt x="217" y="331"/>
                  </a:lnTo>
                  <a:close/>
                  <a:moveTo>
                    <a:pt x="225" y="322"/>
                  </a:moveTo>
                  <a:lnTo>
                    <a:pt x="225" y="322"/>
                  </a:lnTo>
                  <a:lnTo>
                    <a:pt x="226" y="326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2" y="331"/>
                  </a:lnTo>
                  <a:lnTo>
                    <a:pt x="234" y="328"/>
                  </a:lnTo>
                  <a:lnTo>
                    <a:pt x="232" y="324"/>
                  </a:lnTo>
                  <a:lnTo>
                    <a:pt x="225" y="322"/>
                  </a:lnTo>
                  <a:lnTo>
                    <a:pt x="225" y="322"/>
                  </a:lnTo>
                  <a:close/>
                  <a:moveTo>
                    <a:pt x="250" y="317"/>
                  </a:moveTo>
                  <a:lnTo>
                    <a:pt x="252" y="322"/>
                  </a:lnTo>
                  <a:lnTo>
                    <a:pt x="252" y="322"/>
                  </a:lnTo>
                  <a:lnTo>
                    <a:pt x="252" y="318"/>
                  </a:lnTo>
                  <a:lnTo>
                    <a:pt x="252" y="317"/>
                  </a:lnTo>
                  <a:lnTo>
                    <a:pt x="250" y="317"/>
                  </a:lnTo>
                  <a:lnTo>
                    <a:pt x="250" y="317"/>
                  </a:lnTo>
                  <a:close/>
                  <a:moveTo>
                    <a:pt x="237" y="315"/>
                  </a:moveTo>
                  <a:lnTo>
                    <a:pt x="237" y="315"/>
                  </a:lnTo>
                  <a:lnTo>
                    <a:pt x="239" y="318"/>
                  </a:lnTo>
                  <a:lnTo>
                    <a:pt x="239" y="322"/>
                  </a:lnTo>
                  <a:lnTo>
                    <a:pt x="239" y="322"/>
                  </a:lnTo>
                  <a:lnTo>
                    <a:pt x="243" y="322"/>
                  </a:lnTo>
                  <a:lnTo>
                    <a:pt x="243" y="320"/>
                  </a:lnTo>
                  <a:lnTo>
                    <a:pt x="241" y="317"/>
                  </a:lnTo>
                  <a:lnTo>
                    <a:pt x="237" y="315"/>
                  </a:lnTo>
                  <a:lnTo>
                    <a:pt x="237" y="315"/>
                  </a:lnTo>
                  <a:close/>
                  <a:moveTo>
                    <a:pt x="385" y="311"/>
                  </a:moveTo>
                  <a:lnTo>
                    <a:pt x="385" y="311"/>
                  </a:lnTo>
                  <a:lnTo>
                    <a:pt x="387" y="318"/>
                  </a:lnTo>
                  <a:lnTo>
                    <a:pt x="387" y="318"/>
                  </a:lnTo>
                  <a:lnTo>
                    <a:pt x="383" y="320"/>
                  </a:lnTo>
                  <a:lnTo>
                    <a:pt x="381" y="322"/>
                  </a:lnTo>
                  <a:lnTo>
                    <a:pt x="381" y="322"/>
                  </a:lnTo>
                  <a:lnTo>
                    <a:pt x="381" y="315"/>
                  </a:lnTo>
                  <a:lnTo>
                    <a:pt x="381" y="313"/>
                  </a:lnTo>
                  <a:lnTo>
                    <a:pt x="385" y="311"/>
                  </a:lnTo>
                  <a:lnTo>
                    <a:pt x="385" y="311"/>
                  </a:lnTo>
                  <a:close/>
                  <a:moveTo>
                    <a:pt x="279" y="311"/>
                  </a:moveTo>
                  <a:lnTo>
                    <a:pt x="279" y="317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5"/>
                  </a:lnTo>
                  <a:lnTo>
                    <a:pt x="283" y="313"/>
                  </a:lnTo>
                  <a:lnTo>
                    <a:pt x="283" y="313"/>
                  </a:lnTo>
                  <a:lnTo>
                    <a:pt x="279" y="311"/>
                  </a:lnTo>
                  <a:lnTo>
                    <a:pt x="279" y="311"/>
                  </a:lnTo>
                  <a:close/>
                  <a:moveTo>
                    <a:pt x="296" y="307"/>
                  </a:moveTo>
                  <a:lnTo>
                    <a:pt x="296" y="307"/>
                  </a:lnTo>
                  <a:lnTo>
                    <a:pt x="290" y="309"/>
                  </a:lnTo>
                  <a:lnTo>
                    <a:pt x="288" y="313"/>
                  </a:lnTo>
                  <a:lnTo>
                    <a:pt x="290" y="317"/>
                  </a:lnTo>
                  <a:lnTo>
                    <a:pt x="296" y="318"/>
                  </a:lnTo>
                  <a:lnTo>
                    <a:pt x="296" y="318"/>
                  </a:lnTo>
                  <a:lnTo>
                    <a:pt x="297" y="311"/>
                  </a:lnTo>
                  <a:lnTo>
                    <a:pt x="299" y="307"/>
                  </a:lnTo>
                  <a:lnTo>
                    <a:pt x="297" y="307"/>
                  </a:lnTo>
                  <a:lnTo>
                    <a:pt x="296" y="307"/>
                  </a:lnTo>
                  <a:lnTo>
                    <a:pt x="296" y="307"/>
                  </a:lnTo>
                  <a:close/>
                  <a:moveTo>
                    <a:pt x="307" y="295"/>
                  </a:moveTo>
                  <a:lnTo>
                    <a:pt x="308" y="300"/>
                  </a:lnTo>
                  <a:lnTo>
                    <a:pt x="308" y="300"/>
                  </a:lnTo>
                  <a:lnTo>
                    <a:pt x="308" y="297"/>
                  </a:lnTo>
                  <a:lnTo>
                    <a:pt x="308" y="295"/>
                  </a:lnTo>
                  <a:lnTo>
                    <a:pt x="307" y="295"/>
                  </a:lnTo>
                  <a:lnTo>
                    <a:pt x="307" y="295"/>
                  </a:lnTo>
                  <a:close/>
                  <a:moveTo>
                    <a:pt x="287" y="295"/>
                  </a:moveTo>
                  <a:lnTo>
                    <a:pt x="287" y="295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74" y="304"/>
                  </a:lnTo>
                  <a:lnTo>
                    <a:pt x="268" y="304"/>
                  </a:lnTo>
                  <a:lnTo>
                    <a:pt x="268" y="304"/>
                  </a:lnTo>
                  <a:lnTo>
                    <a:pt x="268" y="311"/>
                  </a:lnTo>
                  <a:lnTo>
                    <a:pt x="272" y="311"/>
                  </a:lnTo>
                  <a:lnTo>
                    <a:pt x="272" y="311"/>
                  </a:lnTo>
                  <a:lnTo>
                    <a:pt x="279" y="307"/>
                  </a:lnTo>
                  <a:lnTo>
                    <a:pt x="287" y="300"/>
                  </a:lnTo>
                  <a:lnTo>
                    <a:pt x="290" y="295"/>
                  </a:lnTo>
                  <a:lnTo>
                    <a:pt x="290" y="295"/>
                  </a:lnTo>
                  <a:lnTo>
                    <a:pt x="287" y="295"/>
                  </a:lnTo>
                  <a:lnTo>
                    <a:pt x="287" y="295"/>
                  </a:lnTo>
                  <a:close/>
                  <a:moveTo>
                    <a:pt x="332" y="293"/>
                  </a:moveTo>
                  <a:lnTo>
                    <a:pt x="332" y="302"/>
                  </a:lnTo>
                  <a:lnTo>
                    <a:pt x="332" y="302"/>
                  </a:lnTo>
                  <a:lnTo>
                    <a:pt x="338" y="300"/>
                  </a:lnTo>
                  <a:lnTo>
                    <a:pt x="339" y="297"/>
                  </a:lnTo>
                  <a:lnTo>
                    <a:pt x="339" y="295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2" y="293"/>
                  </a:lnTo>
                  <a:lnTo>
                    <a:pt x="332" y="293"/>
                  </a:lnTo>
                  <a:close/>
                  <a:moveTo>
                    <a:pt x="259" y="100"/>
                  </a:moveTo>
                  <a:lnTo>
                    <a:pt x="259" y="100"/>
                  </a:lnTo>
                  <a:lnTo>
                    <a:pt x="256" y="102"/>
                  </a:lnTo>
                  <a:lnTo>
                    <a:pt x="254" y="107"/>
                  </a:lnTo>
                  <a:lnTo>
                    <a:pt x="254" y="111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4" y="116"/>
                  </a:lnTo>
                  <a:lnTo>
                    <a:pt x="254" y="118"/>
                  </a:lnTo>
                  <a:lnTo>
                    <a:pt x="252" y="123"/>
                  </a:lnTo>
                  <a:lnTo>
                    <a:pt x="252" y="123"/>
                  </a:lnTo>
                  <a:lnTo>
                    <a:pt x="265" y="122"/>
                  </a:lnTo>
                  <a:lnTo>
                    <a:pt x="277" y="120"/>
                  </a:lnTo>
                  <a:lnTo>
                    <a:pt x="292" y="120"/>
                  </a:lnTo>
                  <a:lnTo>
                    <a:pt x="308" y="118"/>
                  </a:lnTo>
                  <a:lnTo>
                    <a:pt x="310" y="109"/>
                  </a:lnTo>
                  <a:lnTo>
                    <a:pt x="310" y="109"/>
                  </a:lnTo>
                  <a:lnTo>
                    <a:pt x="307" y="109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299" y="111"/>
                  </a:lnTo>
                  <a:lnTo>
                    <a:pt x="299" y="111"/>
                  </a:lnTo>
                  <a:lnTo>
                    <a:pt x="294" y="109"/>
                  </a:lnTo>
                  <a:lnTo>
                    <a:pt x="290" y="105"/>
                  </a:lnTo>
                  <a:lnTo>
                    <a:pt x="287" y="102"/>
                  </a:lnTo>
                  <a:lnTo>
                    <a:pt x="283" y="100"/>
                  </a:lnTo>
                  <a:lnTo>
                    <a:pt x="259" y="100"/>
                  </a:lnTo>
                  <a:close/>
                  <a:moveTo>
                    <a:pt x="254" y="80"/>
                  </a:moveTo>
                  <a:lnTo>
                    <a:pt x="254" y="80"/>
                  </a:lnTo>
                  <a:lnTo>
                    <a:pt x="245" y="82"/>
                  </a:lnTo>
                  <a:lnTo>
                    <a:pt x="241" y="83"/>
                  </a:lnTo>
                  <a:lnTo>
                    <a:pt x="239" y="87"/>
                  </a:lnTo>
                  <a:lnTo>
                    <a:pt x="243" y="91"/>
                  </a:lnTo>
                  <a:lnTo>
                    <a:pt x="246" y="94"/>
                  </a:lnTo>
                  <a:lnTo>
                    <a:pt x="254" y="96"/>
                  </a:lnTo>
                  <a:lnTo>
                    <a:pt x="261" y="98"/>
                  </a:lnTo>
                  <a:lnTo>
                    <a:pt x="267" y="96"/>
                  </a:lnTo>
                  <a:lnTo>
                    <a:pt x="267" y="96"/>
                  </a:lnTo>
                  <a:lnTo>
                    <a:pt x="267" y="89"/>
                  </a:lnTo>
                  <a:lnTo>
                    <a:pt x="267" y="89"/>
                  </a:lnTo>
                  <a:lnTo>
                    <a:pt x="268" y="91"/>
                  </a:lnTo>
                  <a:lnTo>
                    <a:pt x="270" y="89"/>
                  </a:lnTo>
                  <a:lnTo>
                    <a:pt x="268" y="85"/>
                  </a:lnTo>
                  <a:lnTo>
                    <a:pt x="263" y="82"/>
                  </a:lnTo>
                  <a:lnTo>
                    <a:pt x="259" y="80"/>
                  </a:lnTo>
                  <a:lnTo>
                    <a:pt x="254" y="80"/>
                  </a:lnTo>
                  <a:lnTo>
                    <a:pt x="254" y="80"/>
                  </a:lnTo>
                  <a:close/>
                  <a:moveTo>
                    <a:pt x="354" y="71"/>
                  </a:moveTo>
                  <a:lnTo>
                    <a:pt x="358" y="78"/>
                  </a:lnTo>
                  <a:lnTo>
                    <a:pt x="358" y="78"/>
                  </a:lnTo>
                  <a:lnTo>
                    <a:pt x="361" y="78"/>
                  </a:lnTo>
                  <a:lnTo>
                    <a:pt x="359" y="76"/>
                  </a:lnTo>
                  <a:lnTo>
                    <a:pt x="358" y="72"/>
                  </a:lnTo>
                  <a:lnTo>
                    <a:pt x="354" y="71"/>
                  </a:lnTo>
                  <a:lnTo>
                    <a:pt x="354" y="71"/>
                  </a:lnTo>
                  <a:close/>
                  <a:moveTo>
                    <a:pt x="381" y="60"/>
                  </a:moveTo>
                  <a:lnTo>
                    <a:pt x="379" y="67"/>
                  </a:lnTo>
                  <a:lnTo>
                    <a:pt x="379" y="67"/>
                  </a:lnTo>
                  <a:lnTo>
                    <a:pt x="394" y="67"/>
                  </a:lnTo>
                  <a:lnTo>
                    <a:pt x="401" y="65"/>
                  </a:lnTo>
                  <a:lnTo>
                    <a:pt x="401" y="63"/>
                  </a:lnTo>
                  <a:lnTo>
                    <a:pt x="400" y="62"/>
                  </a:lnTo>
                  <a:lnTo>
                    <a:pt x="400" y="62"/>
                  </a:lnTo>
                  <a:lnTo>
                    <a:pt x="390" y="62"/>
                  </a:lnTo>
                  <a:lnTo>
                    <a:pt x="381" y="60"/>
                  </a:lnTo>
                  <a:lnTo>
                    <a:pt x="381" y="60"/>
                  </a:lnTo>
                  <a:close/>
                  <a:moveTo>
                    <a:pt x="175" y="58"/>
                  </a:moveTo>
                  <a:lnTo>
                    <a:pt x="175" y="58"/>
                  </a:lnTo>
                  <a:lnTo>
                    <a:pt x="177" y="60"/>
                  </a:lnTo>
                  <a:lnTo>
                    <a:pt x="177" y="62"/>
                  </a:lnTo>
                  <a:lnTo>
                    <a:pt x="174" y="62"/>
                  </a:lnTo>
                  <a:lnTo>
                    <a:pt x="174" y="62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5" y="58"/>
                  </a:lnTo>
                  <a:lnTo>
                    <a:pt x="175" y="58"/>
                  </a:lnTo>
                  <a:close/>
                  <a:moveTo>
                    <a:pt x="108" y="52"/>
                  </a:moveTo>
                  <a:lnTo>
                    <a:pt x="108" y="52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2"/>
                  </a:lnTo>
                  <a:lnTo>
                    <a:pt x="117" y="72"/>
                  </a:lnTo>
                  <a:lnTo>
                    <a:pt x="113" y="63"/>
                  </a:lnTo>
                  <a:lnTo>
                    <a:pt x="108" y="52"/>
                  </a:lnTo>
                  <a:lnTo>
                    <a:pt x="108" y="52"/>
                  </a:lnTo>
                  <a:close/>
                  <a:moveTo>
                    <a:pt x="183" y="18"/>
                  </a:moveTo>
                  <a:lnTo>
                    <a:pt x="183" y="18"/>
                  </a:lnTo>
                  <a:lnTo>
                    <a:pt x="175" y="27"/>
                  </a:lnTo>
                  <a:lnTo>
                    <a:pt x="172" y="34"/>
                  </a:lnTo>
                  <a:lnTo>
                    <a:pt x="172" y="43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63" y="43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4" y="38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39" y="38"/>
                  </a:lnTo>
                  <a:lnTo>
                    <a:pt x="137" y="36"/>
                  </a:lnTo>
                  <a:lnTo>
                    <a:pt x="139" y="32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1" y="29"/>
                  </a:lnTo>
                  <a:lnTo>
                    <a:pt x="141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3" y="31"/>
                  </a:lnTo>
                  <a:lnTo>
                    <a:pt x="123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17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36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5" y="41"/>
                  </a:lnTo>
                  <a:lnTo>
                    <a:pt x="117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19" y="45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1" y="51"/>
                  </a:lnTo>
                  <a:lnTo>
                    <a:pt x="117" y="49"/>
                  </a:lnTo>
                  <a:lnTo>
                    <a:pt x="115" y="51"/>
                  </a:lnTo>
                  <a:lnTo>
                    <a:pt x="115" y="58"/>
                  </a:lnTo>
                  <a:lnTo>
                    <a:pt x="115" y="58"/>
                  </a:lnTo>
                  <a:lnTo>
                    <a:pt x="121" y="60"/>
                  </a:lnTo>
                  <a:lnTo>
                    <a:pt x="123" y="62"/>
                  </a:lnTo>
                  <a:lnTo>
                    <a:pt x="124" y="62"/>
                  </a:lnTo>
                  <a:lnTo>
                    <a:pt x="124" y="62"/>
                  </a:lnTo>
                  <a:lnTo>
                    <a:pt x="126" y="67"/>
                  </a:lnTo>
                  <a:lnTo>
                    <a:pt x="126" y="72"/>
                  </a:lnTo>
                  <a:lnTo>
                    <a:pt x="128" y="80"/>
                  </a:lnTo>
                  <a:lnTo>
                    <a:pt x="128" y="80"/>
                  </a:lnTo>
                  <a:lnTo>
                    <a:pt x="130" y="80"/>
                  </a:lnTo>
                  <a:lnTo>
                    <a:pt x="133" y="80"/>
                  </a:lnTo>
                  <a:lnTo>
                    <a:pt x="137" y="80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1" y="76"/>
                  </a:lnTo>
                  <a:lnTo>
                    <a:pt x="143" y="72"/>
                  </a:lnTo>
                  <a:lnTo>
                    <a:pt x="143" y="72"/>
                  </a:lnTo>
                  <a:lnTo>
                    <a:pt x="144" y="72"/>
                  </a:lnTo>
                  <a:lnTo>
                    <a:pt x="146" y="74"/>
                  </a:lnTo>
                  <a:lnTo>
                    <a:pt x="148" y="74"/>
                  </a:lnTo>
                  <a:lnTo>
                    <a:pt x="152" y="74"/>
                  </a:lnTo>
                  <a:lnTo>
                    <a:pt x="154" y="65"/>
                  </a:lnTo>
                  <a:lnTo>
                    <a:pt x="154" y="65"/>
                  </a:lnTo>
                  <a:lnTo>
                    <a:pt x="159" y="65"/>
                  </a:lnTo>
                  <a:lnTo>
                    <a:pt x="161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185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68" y="85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5"/>
                  </a:lnTo>
                  <a:lnTo>
                    <a:pt x="146" y="85"/>
                  </a:lnTo>
                  <a:lnTo>
                    <a:pt x="143" y="85"/>
                  </a:lnTo>
                  <a:lnTo>
                    <a:pt x="141" y="87"/>
                  </a:lnTo>
                  <a:lnTo>
                    <a:pt x="137" y="87"/>
                  </a:lnTo>
                  <a:lnTo>
                    <a:pt x="139" y="102"/>
                  </a:lnTo>
                  <a:lnTo>
                    <a:pt x="139" y="102"/>
                  </a:lnTo>
                  <a:lnTo>
                    <a:pt x="141" y="100"/>
                  </a:lnTo>
                  <a:lnTo>
                    <a:pt x="143" y="100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57" y="96"/>
                  </a:lnTo>
                  <a:lnTo>
                    <a:pt x="172" y="96"/>
                  </a:lnTo>
                  <a:lnTo>
                    <a:pt x="172" y="96"/>
                  </a:lnTo>
                  <a:lnTo>
                    <a:pt x="166" y="100"/>
                  </a:lnTo>
                  <a:lnTo>
                    <a:pt x="161" y="103"/>
                  </a:lnTo>
                  <a:lnTo>
                    <a:pt x="159" y="105"/>
                  </a:lnTo>
                  <a:lnTo>
                    <a:pt x="159" y="109"/>
                  </a:lnTo>
                  <a:lnTo>
                    <a:pt x="161" y="111"/>
                  </a:lnTo>
                  <a:lnTo>
                    <a:pt x="164" y="114"/>
                  </a:lnTo>
                  <a:lnTo>
                    <a:pt x="164" y="114"/>
                  </a:lnTo>
                  <a:lnTo>
                    <a:pt x="150" y="113"/>
                  </a:lnTo>
                  <a:lnTo>
                    <a:pt x="143" y="111"/>
                  </a:lnTo>
                  <a:lnTo>
                    <a:pt x="143" y="111"/>
                  </a:lnTo>
                  <a:lnTo>
                    <a:pt x="143" y="116"/>
                  </a:lnTo>
                  <a:lnTo>
                    <a:pt x="143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8" y="125"/>
                  </a:lnTo>
                  <a:lnTo>
                    <a:pt x="154" y="125"/>
                  </a:lnTo>
                  <a:lnTo>
                    <a:pt x="157" y="125"/>
                  </a:lnTo>
                  <a:lnTo>
                    <a:pt x="161" y="125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74" y="133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7" y="136"/>
                  </a:lnTo>
                  <a:lnTo>
                    <a:pt x="179" y="144"/>
                  </a:lnTo>
                  <a:lnTo>
                    <a:pt x="179" y="144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6" y="144"/>
                  </a:lnTo>
                  <a:lnTo>
                    <a:pt x="190" y="144"/>
                  </a:lnTo>
                  <a:lnTo>
                    <a:pt x="190" y="144"/>
                  </a:lnTo>
                  <a:lnTo>
                    <a:pt x="192" y="138"/>
                  </a:lnTo>
                  <a:lnTo>
                    <a:pt x="190" y="136"/>
                  </a:lnTo>
                  <a:lnTo>
                    <a:pt x="188" y="136"/>
                  </a:lnTo>
                  <a:lnTo>
                    <a:pt x="188" y="131"/>
                  </a:lnTo>
                  <a:lnTo>
                    <a:pt x="188" y="131"/>
                  </a:lnTo>
                  <a:lnTo>
                    <a:pt x="192" y="129"/>
                  </a:lnTo>
                  <a:lnTo>
                    <a:pt x="194" y="129"/>
                  </a:lnTo>
                  <a:lnTo>
                    <a:pt x="197" y="131"/>
                  </a:lnTo>
                  <a:lnTo>
                    <a:pt x="201" y="131"/>
                  </a:lnTo>
                  <a:lnTo>
                    <a:pt x="201" y="131"/>
                  </a:lnTo>
                  <a:lnTo>
                    <a:pt x="208" y="123"/>
                  </a:lnTo>
                  <a:lnTo>
                    <a:pt x="208" y="123"/>
                  </a:lnTo>
                  <a:lnTo>
                    <a:pt x="210" y="120"/>
                  </a:lnTo>
                  <a:lnTo>
                    <a:pt x="210" y="116"/>
                  </a:lnTo>
                  <a:lnTo>
                    <a:pt x="210" y="116"/>
                  </a:lnTo>
                  <a:lnTo>
                    <a:pt x="221" y="116"/>
                  </a:lnTo>
                  <a:lnTo>
                    <a:pt x="221" y="116"/>
                  </a:lnTo>
                  <a:lnTo>
                    <a:pt x="221" y="111"/>
                  </a:lnTo>
                  <a:lnTo>
                    <a:pt x="221" y="103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26" y="98"/>
                  </a:lnTo>
                  <a:lnTo>
                    <a:pt x="226" y="98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1"/>
                  </a:lnTo>
                  <a:lnTo>
                    <a:pt x="225" y="82"/>
                  </a:lnTo>
                  <a:lnTo>
                    <a:pt x="225" y="82"/>
                  </a:lnTo>
                  <a:lnTo>
                    <a:pt x="232" y="80"/>
                  </a:lnTo>
                  <a:lnTo>
                    <a:pt x="237" y="78"/>
                  </a:lnTo>
                  <a:lnTo>
                    <a:pt x="250" y="78"/>
                  </a:lnTo>
                  <a:lnTo>
                    <a:pt x="250" y="78"/>
                  </a:lnTo>
                  <a:lnTo>
                    <a:pt x="248" y="74"/>
                  </a:lnTo>
                  <a:lnTo>
                    <a:pt x="246" y="71"/>
                  </a:lnTo>
                  <a:lnTo>
                    <a:pt x="246" y="71"/>
                  </a:lnTo>
                  <a:lnTo>
                    <a:pt x="241" y="69"/>
                  </a:lnTo>
                  <a:lnTo>
                    <a:pt x="236" y="67"/>
                  </a:lnTo>
                  <a:lnTo>
                    <a:pt x="230" y="67"/>
                  </a:lnTo>
                  <a:lnTo>
                    <a:pt x="225" y="65"/>
                  </a:lnTo>
                  <a:lnTo>
                    <a:pt x="225" y="65"/>
                  </a:lnTo>
                  <a:lnTo>
                    <a:pt x="223" y="62"/>
                  </a:lnTo>
                  <a:lnTo>
                    <a:pt x="221" y="56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5" y="49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2" y="43"/>
                  </a:lnTo>
                  <a:lnTo>
                    <a:pt x="214" y="40"/>
                  </a:lnTo>
                  <a:lnTo>
                    <a:pt x="214" y="36"/>
                  </a:lnTo>
                  <a:lnTo>
                    <a:pt x="206" y="32"/>
                  </a:lnTo>
                  <a:lnTo>
                    <a:pt x="206" y="32"/>
                  </a:lnTo>
                  <a:lnTo>
                    <a:pt x="201" y="27"/>
                  </a:lnTo>
                  <a:lnTo>
                    <a:pt x="197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4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88" y="23"/>
                  </a:lnTo>
                  <a:lnTo>
                    <a:pt x="183" y="18"/>
                  </a:lnTo>
                  <a:lnTo>
                    <a:pt x="183" y="18"/>
                  </a:lnTo>
                  <a:close/>
                  <a:moveTo>
                    <a:pt x="243" y="0"/>
                  </a:moveTo>
                  <a:lnTo>
                    <a:pt x="243" y="0"/>
                  </a:lnTo>
                  <a:lnTo>
                    <a:pt x="243" y="7"/>
                  </a:lnTo>
                  <a:lnTo>
                    <a:pt x="243" y="7"/>
                  </a:lnTo>
                  <a:lnTo>
                    <a:pt x="245" y="9"/>
                  </a:lnTo>
                  <a:lnTo>
                    <a:pt x="245" y="11"/>
                  </a:lnTo>
                  <a:lnTo>
                    <a:pt x="245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6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26" y="18"/>
                  </a:lnTo>
                  <a:lnTo>
                    <a:pt x="215" y="14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23" y="20"/>
                  </a:lnTo>
                  <a:lnTo>
                    <a:pt x="230" y="21"/>
                  </a:lnTo>
                  <a:lnTo>
                    <a:pt x="230" y="21"/>
                  </a:lnTo>
                  <a:lnTo>
                    <a:pt x="228" y="25"/>
                  </a:lnTo>
                  <a:lnTo>
                    <a:pt x="223" y="29"/>
                  </a:lnTo>
                  <a:lnTo>
                    <a:pt x="223" y="29"/>
                  </a:lnTo>
                  <a:lnTo>
                    <a:pt x="223" y="32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43" y="34"/>
                  </a:lnTo>
                  <a:lnTo>
                    <a:pt x="265" y="32"/>
                  </a:lnTo>
                  <a:lnTo>
                    <a:pt x="265" y="32"/>
                  </a:lnTo>
                  <a:lnTo>
                    <a:pt x="265" y="36"/>
                  </a:lnTo>
                  <a:lnTo>
                    <a:pt x="267" y="38"/>
                  </a:lnTo>
                  <a:lnTo>
                    <a:pt x="265" y="40"/>
                  </a:lnTo>
                  <a:lnTo>
                    <a:pt x="265" y="40"/>
                  </a:lnTo>
                  <a:lnTo>
                    <a:pt x="246" y="43"/>
                  </a:lnTo>
                  <a:lnTo>
                    <a:pt x="246" y="43"/>
                  </a:lnTo>
                  <a:lnTo>
                    <a:pt x="237" y="40"/>
                  </a:lnTo>
                  <a:lnTo>
                    <a:pt x="236" y="47"/>
                  </a:lnTo>
                  <a:lnTo>
                    <a:pt x="236" y="47"/>
                  </a:lnTo>
                  <a:lnTo>
                    <a:pt x="252" y="51"/>
                  </a:lnTo>
                  <a:lnTo>
                    <a:pt x="272" y="52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9" y="58"/>
                  </a:lnTo>
                  <a:lnTo>
                    <a:pt x="281" y="56"/>
                  </a:lnTo>
                  <a:lnTo>
                    <a:pt x="281" y="56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301" y="60"/>
                  </a:lnTo>
                  <a:lnTo>
                    <a:pt x="312" y="62"/>
                  </a:lnTo>
                  <a:lnTo>
                    <a:pt x="323" y="60"/>
                  </a:lnTo>
                  <a:lnTo>
                    <a:pt x="323" y="60"/>
                  </a:lnTo>
                  <a:lnTo>
                    <a:pt x="325" y="58"/>
                  </a:lnTo>
                  <a:lnTo>
                    <a:pt x="327" y="54"/>
                  </a:lnTo>
                  <a:lnTo>
                    <a:pt x="325" y="51"/>
                  </a:lnTo>
                  <a:lnTo>
                    <a:pt x="325" y="51"/>
                  </a:lnTo>
                  <a:lnTo>
                    <a:pt x="328" y="49"/>
                  </a:lnTo>
                  <a:lnTo>
                    <a:pt x="334" y="49"/>
                  </a:lnTo>
                  <a:lnTo>
                    <a:pt x="338" y="49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3" y="45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38"/>
                  </a:lnTo>
                  <a:lnTo>
                    <a:pt x="343" y="38"/>
                  </a:lnTo>
                  <a:lnTo>
                    <a:pt x="347" y="38"/>
                  </a:lnTo>
                  <a:lnTo>
                    <a:pt x="352" y="38"/>
                  </a:lnTo>
                  <a:lnTo>
                    <a:pt x="352" y="38"/>
                  </a:lnTo>
                  <a:lnTo>
                    <a:pt x="356" y="36"/>
                  </a:lnTo>
                  <a:lnTo>
                    <a:pt x="359" y="31"/>
                  </a:lnTo>
                  <a:lnTo>
                    <a:pt x="365" y="21"/>
                  </a:lnTo>
                  <a:lnTo>
                    <a:pt x="365" y="21"/>
                  </a:lnTo>
                  <a:lnTo>
                    <a:pt x="352" y="20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43" y="14"/>
                  </a:lnTo>
                  <a:lnTo>
                    <a:pt x="343" y="14"/>
                  </a:lnTo>
                  <a:lnTo>
                    <a:pt x="339" y="14"/>
                  </a:lnTo>
                  <a:lnTo>
                    <a:pt x="338" y="14"/>
                  </a:lnTo>
                  <a:lnTo>
                    <a:pt x="33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0" y="14"/>
                  </a:lnTo>
                  <a:lnTo>
                    <a:pt x="332" y="11"/>
                  </a:lnTo>
                  <a:lnTo>
                    <a:pt x="332" y="11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19" y="20"/>
                  </a:lnTo>
                  <a:lnTo>
                    <a:pt x="316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4" y="18"/>
                  </a:lnTo>
                  <a:lnTo>
                    <a:pt x="314" y="14"/>
                  </a:lnTo>
                  <a:lnTo>
                    <a:pt x="314" y="14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18"/>
                  </a:lnTo>
                  <a:lnTo>
                    <a:pt x="305" y="16"/>
                  </a:lnTo>
                  <a:lnTo>
                    <a:pt x="303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23"/>
                  </a:lnTo>
                  <a:lnTo>
                    <a:pt x="299" y="23"/>
                  </a:lnTo>
                  <a:lnTo>
                    <a:pt x="281" y="18"/>
                  </a:lnTo>
                  <a:lnTo>
                    <a:pt x="281" y="18"/>
                  </a:lnTo>
                  <a:lnTo>
                    <a:pt x="279" y="14"/>
                  </a:lnTo>
                  <a:lnTo>
                    <a:pt x="279" y="14"/>
                  </a:lnTo>
                  <a:lnTo>
                    <a:pt x="272" y="12"/>
                  </a:lnTo>
                  <a:lnTo>
                    <a:pt x="261" y="11"/>
                  </a:lnTo>
                  <a:lnTo>
                    <a:pt x="261" y="11"/>
                  </a:lnTo>
                  <a:lnTo>
                    <a:pt x="254" y="5"/>
                  </a:lnTo>
                  <a:lnTo>
                    <a:pt x="246" y="0"/>
                  </a:lnTo>
                  <a:lnTo>
                    <a:pt x="243" y="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1" name="Freeform 203">
              <a:extLst>
                <a:ext uri="{FF2B5EF4-FFF2-40B4-BE49-F238E27FC236}">
                  <a16:creationId xmlns:a16="http://schemas.microsoft.com/office/drawing/2014/main" id="{BB326F12-1AD3-4E58-8FF2-E45863BE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35" y="2727540"/>
              <a:ext cx="140886" cy="192791"/>
            </a:xfrm>
            <a:custGeom>
              <a:avLst/>
              <a:gdLst>
                <a:gd name="T0" fmla="*/ 95 w 95"/>
                <a:gd name="T1" fmla="*/ 15 h 130"/>
                <a:gd name="T2" fmla="*/ 73 w 95"/>
                <a:gd name="T3" fmla="*/ 35 h 130"/>
                <a:gd name="T4" fmla="*/ 73 w 95"/>
                <a:gd name="T5" fmla="*/ 42 h 130"/>
                <a:gd name="T6" fmla="*/ 73 w 95"/>
                <a:gd name="T7" fmla="*/ 44 h 130"/>
                <a:gd name="T8" fmla="*/ 80 w 95"/>
                <a:gd name="T9" fmla="*/ 46 h 130"/>
                <a:gd name="T10" fmla="*/ 78 w 95"/>
                <a:gd name="T11" fmla="*/ 55 h 130"/>
                <a:gd name="T12" fmla="*/ 75 w 95"/>
                <a:gd name="T13" fmla="*/ 64 h 130"/>
                <a:gd name="T14" fmla="*/ 69 w 95"/>
                <a:gd name="T15" fmla="*/ 66 h 130"/>
                <a:gd name="T16" fmla="*/ 62 w 95"/>
                <a:gd name="T17" fmla="*/ 68 h 130"/>
                <a:gd name="T18" fmla="*/ 58 w 95"/>
                <a:gd name="T19" fmla="*/ 77 h 130"/>
                <a:gd name="T20" fmla="*/ 51 w 95"/>
                <a:gd name="T21" fmla="*/ 79 h 130"/>
                <a:gd name="T22" fmla="*/ 46 w 95"/>
                <a:gd name="T23" fmla="*/ 82 h 130"/>
                <a:gd name="T24" fmla="*/ 40 w 95"/>
                <a:gd name="T25" fmla="*/ 99 h 130"/>
                <a:gd name="T26" fmla="*/ 51 w 95"/>
                <a:gd name="T27" fmla="*/ 102 h 130"/>
                <a:gd name="T28" fmla="*/ 58 w 95"/>
                <a:gd name="T29" fmla="*/ 106 h 130"/>
                <a:gd name="T30" fmla="*/ 58 w 95"/>
                <a:gd name="T31" fmla="*/ 108 h 130"/>
                <a:gd name="T32" fmla="*/ 57 w 95"/>
                <a:gd name="T33" fmla="*/ 111 h 130"/>
                <a:gd name="T34" fmla="*/ 55 w 95"/>
                <a:gd name="T35" fmla="*/ 113 h 130"/>
                <a:gd name="T36" fmla="*/ 58 w 95"/>
                <a:gd name="T37" fmla="*/ 117 h 130"/>
                <a:gd name="T38" fmla="*/ 57 w 95"/>
                <a:gd name="T39" fmla="*/ 119 h 130"/>
                <a:gd name="T40" fmla="*/ 51 w 95"/>
                <a:gd name="T41" fmla="*/ 120 h 130"/>
                <a:gd name="T42" fmla="*/ 42 w 95"/>
                <a:gd name="T43" fmla="*/ 117 h 130"/>
                <a:gd name="T44" fmla="*/ 27 w 95"/>
                <a:gd name="T45" fmla="*/ 128 h 130"/>
                <a:gd name="T46" fmla="*/ 16 w 95"/>
                <a:gd name="T47" fmla="*/ 128 h 130"/>
                <a:gd name="T48" fmla="*/ 16 w 95"/>
                <a:gd name="T49" fmla="*/ 128 h 130"/>
                <a:gd name="T50" fmla="*/ 13 w 95"/>
                <a:gd name="T51" fmla="*/ 130 h 130"/>
                <a:gd name="T52" fmla="*/ 7 w 95"/>
                <a:gd name="T53" fmla="*/ 128 h 130"/>
                <a:gd name="T54" fmla="*/ 9 w 95"/>
                <a:gd name="T55" fmla="*/ 120 h 130"/>
                <a:gd name="T56" fmla="*/ 0 w 95"/>
                <a:gd name="T57" fmla="*/ 119 h 130"/>
                <a:gd name="T58" fmla="*/ 0 w 95"/>
                <a:gd name="T59" fmla="*/ 111 h 130"/>
                <a:gd name="T60" fmla="*/ 2 w 95"/>
                <a:gd name="T61" fmla="*/ 111 h 130"/>
                <a:gd name="T62" fmla="*/ 4 w 95"/>
                <a:gd name="T63" fmla="*/ 106 h 130"/>
                <a:gd name="T64" fmla="*/ 11 w 95"/>
                <a:gd name="T65" fmla="*/ 106 h 130"/>
                <a:gd name="T66" fmla="*/ 11 w 95"/>
                <a:gd name="T67" fmla="*/ 104 h 130"/>
                <a:gd name="T68" fmla="*/ 7 w 95"/>
                <a:gd name="T69" fmla="*/ 99 h 130"/>
                <a:gd name="T70" fmla="*/ 7 w 95"/>
                <a:gd name="T71" fmla="*/ 97 h 130"/>
                <a:gd name="T72" fmla="*/ 9 w 95"/>
                <a:gd name="T73" fmla="*/ 91 h 130"/>
                <a:gd name="T74" fmla="*/ 9 w 95"/>
                <a:gd name="T75" fmla="*/ 90 h 130"/>
                <a:gd name="T76" fmla="*/ 0 w 95"/>
                <a:gd name="T77" fmla="*/ 84 h 130"/>
                <a:gd name="T78" fmla="*/ 13 w 95"/>
                <a:gd name="T79" fmla="*/ 64 h 130"/>
                <a:gd name="T80" fmla="*/ 24 w 95"/>
                <a:gd name="T81" fmla="*/ 46 h 130"/>
                <a:gd name="T82" fmla="*/ 33 w 95"/>
                <a:gd name="T83" fmla="*/ 29 h 130"/>
                <a:gd name="T84" fmla="*/ 44 w 95"/>
                <a:gd name="T85" fmla="*/ 33 h 130"/>
                <a:gd name="T86" fmla="*/ 60 w 95"/>
                <a:gd name="T87" fmla="*/ 37 h 130"/>
                <a:gd name="T88" fmla="*/ 58 w 95"/>
                <a:gd name="T89" fmla="*/ 26 h 130"/>
                <a:gd name="T90" fmla="*/ 73 w 95"/>
                <a:gd name="T91" fmla="*/ 20 h 130"/>
                <a:gd name="T92" fmla="*/ 75 w 95"/>
                <a:gd name="T93" fmla="*/ 15 h 130"/>
                <a:gd name="T94" fmla="*/ 84 w 95"/>
                <a:gd name="T9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" h="130">
                  <a:moveTo>
                    <a:pt x="95" y="15"/>
                  </a:moveTo>
                  <a:lnTo>
                    <a:pt x="95" y="1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9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80" y="46"/>
                  </a:lnTo>
                  <a:lnTo>
                    <a:pt x="80" y="46"/>
                  </a:lnTo>
                  <a:lnTo>
                    <a:pt x="78" y="55"/>
                  </a:lnTo>
                  <a:lnTo>
                    <a:pt x="77" y="60"/>
                  </a:lnTo>
                  <a:lnTo>
                    <a:pt x="75" y="64"/>
                  </a:lnTo>
                  <a:lnTo>
                    <a:pt x="75" y="64"/>
                  </a:lnTo>
                  <a:lnTo>
                    <a:pt x="69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71"/>
                  </a:lnTo>
                  <a:lnTo>
                    <a:pt x="58" y="77"/>
                  </a:lnTo>
                  <a:lnTo>
                    <a:pt x="58" y="77"/>
                  </a:lnTo>
                  <a:lnTo>
                    <a:pt x="51" y="79"/>
                  </a:lnTo>
                  <a:lnTo>
                    <a:pt x="47" y="80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0" y="99"/>
                  </a:lnTo>
                  <a:lnTo>
                    <a:pt x="40" y="99"/>
                  </a:lnTo>
                  <a:lnTo>
                    <a:pt x="51" y="102"/>
                  </a:lnTo>
                  <a:lnTo>
                    <a:pt x="55" y="104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8" y="108"/>
                  </a:lnTo>
                  <a:lnTo>
                    <a:pt x="57" y="110"/>
                  </a:lnTo>
                  <a:lnTo>
                    <a:pt x="57" y="111"/>
                  </a:lnTo>
                  <a:lnTo>
                    <a:pt x="55" y="113"/>
                  </a:lnTo>
                  <a:lnTo>
                    <a:pt x="55" y="113"/>
                  </a:lnTo>
                  <a:lnTo>
                    <a:pt x="57" y="115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57" y="119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46" y="119"/>
                  </a:lnTo>
                  <a:lnTo>
                    <a:pt x="42" y="117"/>
                  </a:lnTo>
                  <a:lnTo>
                    <a:pt x="38" y="119"/>
                  </a:lnTo>
                  <a:lnTo>
                    <a:pt x="27" y="128"/>
                  </a:lnTo>
                  <a:lnTo>
                    <a:pt x="27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7" y="128"/>
                  </a:lnTo>
                  <a:lnTo>
                    <a:pt x="7" y="128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9" y="95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4" y="86"/>
                  </a:lnTo>
                  <a:lnTo>
                    <a:pt x="0" y="84"/>
                  </a:lnTo>
                  <a:lnTo>
                    <a:pt x="7" y="69"/>
                  </a:lnTo>
                  <a:lnTo>
                    <a:pt x="13" y="64"/>
                  </a:lnTo>
                  <a:lnTo>
                    <a:pt x="20" y="53"/>
                  </a:lnTo>
                  <a:lnTo>
                    <a:pt x="24" y="46"/>
                  </a:lnTo>
                  <a:lnTo>
                    <a:pt x="35" y="39"/>
                  </a:lnTo>
                  <a:lnTo>
                    <a:pt x="33" y="29"/>
                  </a:lnTo>
                  <a:lnTo>
                    <a:pt x="40" y="26"/>
                  </a:lnTo>
                  <a:lnTo>
                    <a:pt x="44" y="33"/>
                  </a:lnTo>
                  <a:lnTo>
                    <a:pt x="51" y="35"/>
                  </a:lnTo>
                  <a:lnTo>
                    <a:pt x="60" y="37"/>
                  </a:lnTo>
                  <a:lnTo>
                    <a:pt x="60" y="29"/>
                  </a:lnTo>
                  <a:lnTo>
                    <a:pt x="58" y="26"/>
                  </a:lnTo>
                  <a:lnTo>
                    <a:pt x="64" y="20"/>
                  </a:lnTo>
                  <a:lnTo>
                    <a:pt x="73" y="20"/>
                  </a:lnTo>
                  <a:lnTo>
                    <a:pt x="77" y="18"/>
                  </a:lnTo>
                  <a:lnTo>
                    <a:pt x="75" y="15"/>
                  </a:lnTo>
                  <a:lnTo>
                    <a:pt x="84" y="11"/>
                  </a:lnTo>
                  <a:lnTo>
                    <a:pt x="84" y="0"/>
                  </a:lnTo>
                  <a:lnTo>
                    <a:pt x="95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2" name="Freeform 204">
              <a:extLst>
                <a:ext uri="{FF2B5EF4-FFF2-40B4-BE49-F238E27FC236}">
                  <a16:creationId xmlns:a16="http://schemas.microsoft.com/office/drawing/2014/main" id="{3500E358-DDFB-42AA-A2E3-AA9DD289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489" y="3633656"/>
              <a:ext cx="284737" cy="299567"/>
            </a:xfrm>
            <a:custGeom>
              <a:avLst/>
              <a:gdLst>
                <a:gd name="T0" fmla="*/ 188 w 192"/>
                <a:gd name="T1" fmla="*/ 32 h 202"/>
                <a:gd name="T2" fmla="*/ 190 w 192"/>
                <a:gd name="T3" fmla="*/ 43 h 202"/>
                <a:gd name="T4" fmla="*/ 182 w 192"/>
                <a:gd name="T5" fmla="*/ 51 h 202"/>
                <a:gd name="T6" fmla="*/ 173 w 192"/>
                <a:gd name="T7" fmla="*/ 63 h 202"/>
                <a:gd name="T8" fmla="*/ 173 w 192"/>
                <a:gd name="T9" fmla="*/ 69 h 202"/>
                <a:gd name="T10" fmla="*/ 170 w 192"/>
                <a:gd name="T11" fmla="*/ 78 h 202"/>
                <a:gd name="T12" fmla="*/ 166 w 192"/>
                <a:gd name="T13" fmla="*/ 85 h 202"/>
                <a:gd name="T14" fmla="*/ 166 w 192"/>
                <a:gd name="T15" fmla="*/ 92 h 202"/>
                <a:gd name="T16" fmla="*/ 151 w 192"/>
                <a:gd name="T17" fmla="*/ 102 h 202"/>
                <a:gd name="T18" fmla="*/ 148 w 192"/>
                <a:gd name="T19" fmla="*/ 116 h 202"/>
                <a:gd name="T20" fmla="*/ 144 w 192"/>
                <a:gd name="T21" fmla="*/ 123 h 202"/>
                <a:gd name="T22" fmla="*/ 137 w 192"/>
                <a:gd name="T23" fmla="*/ 133 h 202"/>
                <a:gd name="T24" fmla="*/ 133 w 192"/>
                <a:gd name="T25" fmla="*/ 143 h 202"/>
                <a:gd name="T26" fmla="*/ 133 w 192"/>
                <a:gd name="T27" fmla="*/ 151 h 202"/>
                <a:gd name="T28" fmla="*/ 120 w 192"/>
                <a:gd name="T29" fmla="*/ 160 h 202"/>
                <a:gd name="T30" fmla="*/ 120 w 192"/>
                <a:gd name="T31" fmla="*/ 149 h 202"/>
                <a:gd name="T32" fmla="*/ 113 w 192"/>
                <a:gd name="T33" fmla="*/ 147 h 202"/>
                <a:gd name="T34" fmla="*/ 102 w 192"/>
                <a:gd name="T35" fmla="*/ 153 h 202"/>
                <a:gd name="T36" fmla="*/ 95 w 192"/>
                <a:gd name="T37" fmla="*/ 164 h 202"/>
                <a:gd name="T38" fmla="*/ 91 w 192"/>
                <a:gd name="T39" fmla="*/ 169 h 202"/>
                <a:gd name="T40" fmla="*/ 95 w 192"/>
                <a:gd name="T41" fmla="*/ 176 h 202"/>
                <a:gd name="T42" fmla="*/ 91 w 192"/>
                <a:gd name="T43" fmla="*/ 194 h 202"/>
                <a:gd name="T44" fmla="*/ 84 w 192"/>
                <a:gd name="T45" fmla="*/ 196 h 202"/>
                <a:gd name="T46" fmla="*/ 77 w 192"/>
                <a:gd name="T47" fmla="*/ 193 h 202"/>
                <a:gd name="T48" fmla="*/ 53 w 192"/>
                <a:gd name="T49" fmla="*/ 202 h 202"/>
                <a:gd name="T50" fmla="*/ 42 w 192"/>
                <a:gd name="T51" fmla="*/ 185 h 202"/>
                <a:gd name="T52" fmla="*/ 46 w 192"/>
                <a:gd name="T53" fmla="*/ 174 h 202"/>
                <a:gd name="T54" fmla="*/ 26 w 192"/>
                <a:gd name="T55" fmla="*/ 158 h 202"/>
                <a:gd name="T56" fmla="*/ 4 w 192"/>
                <a:gd name="T57" fmla="*/ 143 h 202"/>
                <a:gd name="T58" fmla="*/ 2 w 192"/>
                <a:gd name="T59" fmla="*/ 131 h 202"/>
                <a:gd name="T60" fmla="*/ 2 w 192"/>
                <a:gd name="T61" fmla="*/ 114 h 202"/>
                <a:gd name="T62" fmla="*/ 2 w 192"/>
                <a:gd name="T63" fmla="*/ 103 h 202"/>
                <a:gd name="T64" fmla="*/ 7 w 192"/>
                <a:gd name="T65" fmla="*/ 103 h 202"/>
                <a:gd name="T66" fmla="*/ 6 w 192"/>
                <a:gd name="T67" fmla="*/ 96 h 202"/>
                <a:gd name="T68" fmla="*/ 11 w 192"/>
                <a:gd name="T69" fmla="*/ 87 h 202"/>
                <a:gd name="T70" fmla="*/ 15 w 192"/>
                <a:gd name="T71" fmla="*/ 76 h 202"/>
                <a:gd name="T72" fmla="*/ 13 w 192"/>
                <a:gd name="T73" fmla="*/ 69 h 202"/>
                <a:gd name="T74" fmla="*/ 15 w 192"/>
                <a:gd name="T75" fmla="*/ 58 h 202"/>
                <a:gd name="T76" fmla="*/ 9 w 192"/>
                <a:gd name="T77" fmla="*/ 52 h 202"/>
                <a:gd name="T78" fmla="*/ 11 w 192"/>
                <a:gd name="T79" fmla="*/ 45 h 202"/>
                <a:gd name="T80" fmla="*/ 20 w 192"/>
                <a:gd name="T81" fmla="*/ 25 h 202"/>
                <a:gd name="T82" fmla="*/ 24 w 192"/>
                <a:gd name="T83" fmla="*/ 10 h 202"/>
                <a:gd name="T84" fmla="*/ 46 w 192"/>
                <a:gd name="T85" fmla="*/ 0 h 202"/>
                <a:gd name="T86" fmla="*/ 57 w 192"/>
                <a:gd name="T87" fmla="*/ 1 h 202"/>
                <a:gd name="T88" fmla="*/ 64 w 192"/>
                <a:gd name="T89" fmla="*/ 5 h 202"/>
                <a:gd name="T90" fmla="*/ 73 w 192"/>
                <a:gd name="T91" fmla="*/ 14 h 202"/>
                <a:gd name="T92" fmla="*/ 86 w 192"/>
                <a:gd name="T93" fmla="*/ 9 h 202"/>
                <a:gd name="T94" fmla="*/ 93 w 192"/>
                <a:gd name="T95" fmla="*/ 14 h 202"/>
                <a:gd name="T96" fmla="*/ 113 w 192"/>
                <a:gd name="T97" fmla="*/ 16 h 202"/>
                <a:gd name="T98" fmla="*/ 126 w 192"/>
                <a:gd name="T99" fmla="*/ 9 h 202"/>
                <a:gd name="T100" fmla="*/ 142 w 192"/>
                <a:gd name="T101" fmla="*/ 10 h 202"/>
                <a:gd name="T102" fmla="*/ 161 w 192"/>
                <a:gd name="T103" fmla="*/ 10 h 202"/>
                <a:gd name="T104" fmla="*/ 168 w 192"/>
                <a:gd name="T105" fmla="*/ 3 h 202"/>
                <a:gd name="T106" fmla="*/ 188 w 192"/>
                <a:gd name="T10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2" h="202">
                  <a:moveTo>
                    <a:pt x="188" y="16"/>
                  </a:moveTo>
                  <a:lnTo>
                    <a:pt x="186" y="31"/>
                  </a:lnTo>
                  <a:lnTo>
                    <a:pt x="186" y="31"/>
                  </a:lnTo>
                  <a:lnTo>
                    <a:pt x="188" y="32"/>
                  </a:lnTo>
                  <a:lnTo>
                    <a:pt x="190" y="34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0" y="43"/>
                  </a:lnTo>
                  <a:lnTo>
                    <a:pt x="188" y="47"/>
                  </a:lnTo>
                  <a:lnTo>
                    <a:pt x="186" y="51"/>
                  </a:lnTo>
                  <a:lnTo>
                    <a:pt x="186" y="51"/>
                  </a:lnTo>
                  <a:lnTo>
                    <a:pt x="182" y="51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8"/>
                  </a:lnTo>
                  <a:lnTo>
                    <a:pt x="173" y="63"/>
                  </a:lnTo>
                  <a:lnTo>
                    <a:pt x="173" y="63"/>
                  </a:lnTo>
                  <a:lnTo>
                    <a:pt x="173" y="65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6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68" y="80"/>
                  </a:lnTo>
                  <a:lnTo>
                    <a:pt x="166" y="82"/>
                  </a:lnTo>
                  <a:lnTo>
                    <a:pt x="166" y="85"/>
                  </a:lnTo>
                  <a:lnTo>
                    <a:pt x="166" y="85"/>
                  </a:lnTo>
                  <a:lnTo>
                    <a:pt x="168" y="89"/>
                  </a:lnTo>
                  <a:lnTo>
                    <a:pt x="168" y="91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5" y="98"/>
                  </a:lnTo>
                  <a:lnTo>
                    <a:pt x="155" y="98"/>
                  </a:lnTo>
                  <a:lnTo>
                    <a:pt x="151" y="102"/>
                  </a:lnTo>
                  <a:lnTo>
                    <a:pt x="150" y="105"/>
                  </a:lnTo>
                  <a:lnTo>
                    <a:pt x="150" y="105"/>
                  </a:lnTo>
                  <a:lnTo>
                    <a:pt x="150" y="111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4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2" y="127"/>
                  </a:lnTo>
                  <a:lnTo>
                    <a:pt x="141" y="129"/>
                  </a:lnTo>
                  <a:lnTo>
                    <a:pt x="139" y="129"/>
                  </a:lnTo>
                  <a:lnTo>
                    <a:pt x="137" y="133"/>
                  </a:lnTo>
                  <a:lnTo>
                    <a:pt x="137" y="133"/>
                  </a:lnTo>
                  <a:lnTo>
                    <a:pt x="133" y="138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7"/>
                  </a:lnTo>
                  <a:lnTo>
                    <a:pt x="135" y="149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0" y="154"/>
                  </a:lnTo>
                  <a:lnTo>
                    <a:pt x="128" y="156"/>
                  </a:lnTo>
                  <a:lnTo>
                    <a:pt x="126" y="160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22" y="154"/>
                  </a:lnTo>
                  <a:lnTo>
                    <a:pt x="122" y="151"/>
                  </a:lnTo>
                  <a:lnTo>
                    <a:pt x="120" y="149"/>
                  </a:lnTo>
                  <a:lnTo>
                    <a:pt x="120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51"/>
                  </a:lnTo>
                  <a:lnTo>
                    <a:pt x="102" y="153"/>
                  </a:lnTo>
                  <a:lnTo>
                    <a:pt x="99" y="154"/>
                  </a:lnTo>
                  <a:lnTo>
                    <a:pt x="97" y="156"/>
                  </a:lnTo>
                  <a:lnTo>
                    <a:pt x="97" y="156"/>
                  </a:lnTo>
                  <a:lnTo>
                    <a:pt x="95" y="164"/>
                  </a:lnTo>
                  <a:lnTo>
                    <a:pt x="95" y="165"/>
                  </a:lnTo>
                  <a:lnTo>
                    <a:pt x="93" y="167"/>
                  </a:lnTo>
                  <a:lnTo>
                    <a:pt x="93" y="167"/>
                  </a:lnTo>
                  <a:lnTo>
                    <a:pt x="91" y="169"/>
                  </a:lnTo>
                  <a:lnTo>
                    <a:pt x="91" y="173"/>
                  </a:lnTo>
                  <a:lnTo>
                    <a:pt x="91" y="173"/>
                  </a:lnTo>
                  <a:lnTo>
                    <a:pt x="93" y="176"/>
                  </a:lnTo>
                  <a:lnTo>
                    <a:pt x="95" y="176"/>
                  </a:lnTo>
                  <a:lnTo>
                    <a:pt x="91" y="18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1" y="194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8" y="194"/>
                  </a:lnTo>
                  <a:lnTo>
                    <a:pt x="84" y="196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2" y="193"/>
                  </a:lnTo>
                  <a:lnTo>
                    <a:pt x="77" y="193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53" y="202"/>
                  </a:lnTo>
                  <a:lnTo>
                    <a:pt x="53" y="202"/>
                  </a:lnTo>
                  <a:lnTo>
                    <a:pt x="48" y="196"/>
                  </a:lnTo>
                  <a:lnTo>
                    <a:pt x="42" y="189"/>
                  </a:lnTo>
                  <a:lnTo>
                    <a:pt x="42" y="189"/>
                  </a:lnTo>
                  <a:lnTo>
                    <a:pt x="42" y="185"/>
                  </a:lnTo>
                  <a:lnTo>
                    <a:pt x="44" y="182"/>
                  </a:lnTo>
                  <a:lnTo>
                    <a:pt x="46" y="180"/>
                  </a:lnTo>
                  <a:lnTo>
                    <a:pt x="46" y="174"/>
                  </a:lnTo>
                  <a:lnTo>
                    <a:pt x="46" y="174"/>
                  </a:lnTo>
                  <a:lnTo>
                    <a:pt x="42" y="171"/>
                  </a:lnTo>
                  <a:lnTo>
                    <a:pt x="37" y="165"/>
                  </a:lnTo>
                  <a:lnTo>
                    <a:pt x="26" y="158"/>
                  </a:lnTo>
                  <a:lnTo>
                    <a:pt x="26" y="158"/>
                  </a:lnTo>
                  <a:lnTo>
                    <a:pt x="1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0" y="127"/>
                  </a:lnTo>
                  <a:lnTo>
                    <a:pt x="2" y="120"/>
                  </a:lnTo>
                  <a:lnTo>
                    <a:pt x="2" y="114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7" y="103"/>
                  </a:lnTo>
                  <a:lnTo>
                    <a:pt x="7" y="100"/>
                  </a:lnTo>
                  <a:lnTo>
                    <a:pt x="6" y="98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11" y="8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76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15" y="74"/>
                  </a:lnTo>
                  <a:lnTo>
                    <a:pt x="15" y="72"/>
                  </a:lnTo>
                  <a:lnTo>
                    <a:pt x="13" y="69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8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1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20" y="25"/>
                  </a:lnTo>
                  <a:lnTo>
                    <a:pt x="22" y="21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4" y="5"/>
                  </a:lnTo>
                  <a:lnTo>
                    <a:pt x="66" y="9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3" y="14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79" y="12"/>
                  </a:lnTo>
                  <a:lnTo>
                    <a:pt x="86" y="9"/>
                  </a:lnTo>
                  <a:lnTo>
                    <a:pt x="89" y="9"/>
                  </a:lnTo>
                  <a:lnTo>
                    <a:pt x="91" y="10"/>
                  </a:lnTo>
                  <a:lnTo>
                    <a:pt x="91" y="10"/>
                  </a:lnTo>
                  <a:lnTo>
                    <a:pt x="93" y="14"/>
                  </a:lnTo>
                  <a:lnTo>
                    <a:pt x="99" y="16"/>
                  </a:lnTo>
                  <a:lnTo>
                    <a:pt x="99" y="16"/>
                  </a:lnTo>
                  <a:lnTo>
                    <a:pt x="110" y="16"/>
                  </a:lnTo>
                  <a:lnTo>
                    <a:pt x="113" y="16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119" y="10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31" y="9"/>
                  </a:lnTo>
                  <a:lnTo>
                    <a:pt x="137" y="9"/>
                  </a:lnTo>
                  <a:lnTo>
                    <a:pt x="142" y="10"/>
                  </a:lnTo>
                  <a:lnTo>
                    <a:pt x="142" y="10"/>
                  </a:lnTo>
                  <a:lnTo>
                    <a:pt x="146" y="1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3"/>
                  </a:lnTo>
                  <a:lnTo>
                    <a:pt x="179" y="0"/>
                  </a:lnTo>
                  <a:lnTo>
                    <a:pt x="184" y="14"/>
                  </a:lnTo>
                  <a:lnTo>
                    <a:pt x="186" y="14"/>
                  </a:lnTo>
                  <a:lnTo>
                    <a:pt x="188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3" name="Freeform 206">
              <a:extLst>
                <a:ext uri="{FF2B5EF4-FFF2-40B4-BE49-F238E27FC236}">
                  <a16:creationId xmlns:a16="http://schemas.microsoft.com/office/drawing/2014/main" id="{18B151D2-57CF-45BB-8DAB-5DF6EDC7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53" y="3351885"/>
              <a:ext cx="375201" cy="342574"/>
            </a:xfrm>
            <a:custGeom>
              <a:avLst/>
              <a:gdLst>
                <a:gd name="T0" fmla="*/ 213 w 253"/>
                <a:gd name="T1" fmla="*/ 193 h 231"/>
                <a:gd name="T2" fmla="*/ 211 w 253"/>
                <a:gd name="T3" fmla="*/ 197 h 231"/>
                <a:gd name="T4" fmla="*/ 206 w 253"/>
                <a:gd name="T5" fmla="*/ 200 h 231"/>
                <a:gd name="T6" fmla="*/ 196 w 253"/>
                <a:gd name="T7" fmla="*/ 200 h 231"/>
                <a:gd name="T8" fmla="*/ 187 w 253"/>
                <a:gd name="T9" fmla="*/ 200 h 231"/>
                <a:gd name="T10" fmla="*/ 182 w 253"/>
                <a:gd name="T11" fmla="*/ 199 h 231"/>
                <a:gd name="T12" fmla="*/ 171 w 253"/>
                <a:gd name="T13" fmla="*/ 199 h 231"/>
                <a:gd name="T14" fmla="*/ 164 w 253"/>
                <a:gd name="T15" fmla="*/ 200 h 231"/>
                <a:gd name="T16" fmla="*/ 160 w 253"/>
                <a:gd name="T17" fmla="*/ 204 h 231"/>
                <a:gd name="T18" fmla="*/ 155 w 253"/>
                <a:gd name="T19" fmla="*/ 206 h 231"/>
                <a:gd name="T20" fmla="*/ 144 w 253"/>
                <a:gd name="T21" fmla="*/ 206 h 231"/>
                <a:gd name="T22" fmla="*/ 136 w 253"/>
                <a:gd name="T23" fmla="*/ 200 h 231"/>
                <a:gd name="T24" fmla="*/ 134 w 253"/>
                <a:gd name="T25" fmla="*/ 199 h 231"/>
                <a:gd name="T26" fmla="*/ 124 w 253"/>
                <a:gd name="T27" fmla="*/ 202 h 231"/>
                <a:gd name="T28" fmla="*/ 120 w 253"/>
                <a:gd name="T29" fmla="*/ 204 h 231"/>
                <a:gd name="T30" fmla="*/ 114 w 253"/>
                <a:gd name="T31" fmla="*/ 204 h 231"/>
                <a:gd name="T32" fmla="*/ 111 w 253"/>
                <a:gd name="T33" fmla="*/ 199 h 231"/>
                <a:gd name="T34" fmla="*/ 105 w 253"/>
                <a:gd name="T35" fmla="*/ 193 h 231"/>
                <a:gd name="T36" fmla="*/ 104 w 253"/>
                <a:gd name="T37" fmla="*/ 193 h 231"/>
                <a:gd name="T38" fmla="*/ 100 w 253"/>
                <a:gd name="T39" fmla="*/ 191 h 231"/>
                <a:gd name="T40" fmla="*/ 98 w 253"/>
                <a:gd name="T41" fmla="*/ 190 h 231"/>
                <a:gd name="T42" fmla="*/ 85 w 253"/>
                <a:gd name="T43" fmla="*/ 191 h 231"/>
                <a:gd name="T44" fmla="*/ 69 w 253"/>
                <a:gd name="T45" fmla="*/ 200 h 231"/>
                <a:gd name="T46" fmla="*/ 69 w 253"/>
                <a:gd name="T47" fmla="*/ 208 h 231"/>
                <a:gd name="T48" fmla="*/ 67 w 253"/>
                <a:gd name="T49" fmla="*/ 211 h 231"/>
                <a:gd name="T50" fmla="*/ 62 w 253"/>
                <a:gd name="T51" fmla="*/ 219 h 231"/>
                <a:gd name="T52" fmla="*/ 47 w 253"/>
                <a:gd name="T53" fmla="*/ 228 h 231"/>
                <a:gd name="T54" fmla="*/ 47 w 253"/>
                <a:gd name="T55" fmla="*/ 224 h 231"/>
                <a:gd name="T56" fmla="*/ 45 w 253"/>
                <a:gd name="T57" fmla="*/ 221 h 231"/>
                <a:gd name="T58" fmla="*/ 40 w 253"/>
                <a:gd name="T59" fmla="*/ 221 h 231"/>
                <a:gd name="T60" fmla="*/ 31 w 253"/>
                <a:gd name="T61" fmla="*/ 228 h 231"/>
                <a:gd name="T62" fmla="*/ 27 w 253"/>
                <a:gd name="T63" fmla="*/ 213 h 231"/>
                <a:gd name="T64" fmla="*/ 29 w 253"/>
                <a:gd name="T65" fmla="*/ 206 h 231"/>
                <a:gd name="T66" fmla="*/ 27 w 253"/>
                <a:gd name="T67" fmla="*/ 204 h 231"/>
                <a:gd name="T68" fmla="*/ 22 w 253"/>
                <a:gd name="T69" fmla="*/ 204 h 231"/>
                <a:gd name="T70" fmla="*/ 16 w 253"/>
                <a:gd name="T71" fmla="*/ 184 h 231"/>
                <a:gd name="T72" fmla="*/ 0 w 253"/>
                <a:gd name="T73" fmla="*/ 170 h 231"/>
                <a:gd name="T74" fmla="*/ 5 w 253"/>
                <a:gd name="T75" fmla="*/ 164 h 231"/>
                <a:gd name="T76" fmla="*/ 7 w 253"/>
                <a:gd name="T77" fmla="*/ 162 h 231"/>
                <a:gd name="T78" fmla="*/ 14 w 253"/>
                <a:gd name="T79" fmla="*/ 160 h 231"/>
                <a:gd name="T80" fmla="*/ 18 w 253"/>
                <a:gd name="T81" fmla="*/ 159 h 231"/>
                <a:gd name="T82" fmla="*/ 25 w 253"/>
                <a:gd name="T83" fmla="*/ 157 h 231"/>
                <a:gd name="T84" fmla="*/ 34 w 253"/>
                <a:gd name="T85" fmla="*/ 157 h 231"/>
                <a:gd name="T86" fmla="*/ 54 w 253"/>
                <a:gd name="T87" fmla="*/ 149 h 231"/>
                <a:gd name="T88" fmla="*/ 63 w 253"/>
                <a:gd name="T89" fmla="*/ 149 h 231"/>
                <a:gd name="T90" fmla="*/ 65 w 253"/>
                <a:gd name="T91" fmla="*/ 144 h 231"/>
                <a:gd name="T92" fmla="*/ 65 w 253"/>
                <a:gd name="T93" fmla="*/ 137 h 231"/>
                <a:gd name="T94" fmla="*/ 69 w 253"/>
                <a:gd name="T95" fmla="*/ 86 h 231"/>
                <a:gd name="T96" fmla="*/ 100 w 253"/>
                <a:gd name="T97" fmla="*/ 66 h 231"/>
                <a:gd name="T98" fmla="*/ 224 w 253"/>
                <a:gd name="T99" fmla="*/ 24 h 231"/>
                <a:gd name="T100" fmla="*/ 237 w 253"/>
                <a:gd name="T101" fmla="*/ 11 h 231"/>
                <a:gd name="T102" fmla="*/ 246 w 253"/>
                <a:gd name="T103" fmla="*/ 51 h 231"/>
                <a:gd name="T104" fmla="*/ 253 w 253"/>
                <a:gd name="T105" fmla="*/ 64 h 231"/>
                <a:gd name="T106" fmla="*/ 253 w 253"/>
                <a:gd name="T107" fmla="*/ 67 h 231"/>
                <a:gd name="T108" fmla="*/ 251 w 253"/>
                <a:gd name="T109" fmla="*/ 71 h 231"/>
                <a:gd name="T110" fmla="*/ 247 w 253"/>
                <a:gd name="T111" fmla="*/ 84 h 231"/>
                <a:gd name="T112" fmla="*/ 247 w 253"/>
                <a:gd name="T113" fmla="*/ 120 h 231"/>
                <a:gd name="T114" fmla="*/ 224 w 253"/>
                <a:gd name="T115" fmla="*/ 171 h 231"/>
                <a:gd name="T116" fmla="*/ 224 w 253"/>
                <a:gd name="T117" fmla="*/ 186 h 231"/>
                <a:gd name="T118" fmla="*/ 222 w 253"/>
                <a:gd name="T119" fmla="*/ 186 h 231"/>
                <a:gd name="T120" fmla="*/ 222 w 253"/>
                <a:gd name="T121" fmla="*/ 190 h 231"/>
                <a:gd name="T122" fmla="*/ 224 w 253"/>
                <a:gd name="T123" fmla="*/ 19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3" h="231">
                  <a:moveTo>
                    <a:pt x="224" y="190"/>
                  </a:moveTo>
                  <a:lnTo>
                    <a:pt x="213" y="193"/>
                  </a:lnTo>
                  <a:lnTo>
                    <a:pt x="213" y="193"/>
                  </a:lnTo>
                  <a:lnTo>
                    <a:pt x="211" y="197"/>
                  </a:lnTo>
                  <a:lnTo>
                    <a:pt x="209" y="199"/>
                  </a:lnTo>
                  <a:lnTo>
                    <a:pt x="206" y="200"/>
                  </a:lnTo>
                  <a:lnTo>
                    <a:pt x="206" y="200"/>
                  </a:lnTo>
                  <a:lnTo>
                    <a:pt x="196" y="200"/>
                  </a:lnTo>
                  <a:lnTo>
                    <a:pt x="191" y="200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2" y="199"/>
                  </a:lnTo>
                  <a:lnTo>
                    <a:pt x="176" y="199"/>
                  </a:lnTo>
                  <a:lnTo>
                    <a:pt x="171" y="199"/>
                  </a:lnTo>
                  <a:lnTo>
                    <a:pt x="171" y="199"/>
                  </a:lnTo>
                  <a:lnTo>
                    <a:pt x="164" y="200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58" y="206"/>
                  </a:lnTo>
                  <a:lnTo>
                    <a:pt x="155" y="206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38" y="204"/>
                  </a:lnTo>
                  <a:lnTo>
                    <a:pt x="136" y="200"/>
                  </a:lnTo>
                  <a:lnTo>
                    <a:pt x="136" y="200"/>
                  </a:lnTo>
                  <a:lnTo>
                    <a:pt x="134" y="199"/>
                  </a:lnTo>
                  <a:lnTo>
                    <a:pt x="131" y="199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1" y="199"/>
                  </a:lnTo>
                  <a:lnTo>
                    <a:pt x="109" y="195"/>
                  </a:lnTo>
                  <a:lnTo>
                    <a:pt x="105" y="193"/>
                  </a:lnTo>
                  <a:lnTo>
                    <a:pt x="105" y="193"/>
                  </a:lnTo>
                  <a:lnTo>
                    <a:pt x="104" y="193"/>
                  </a:lnTo>
                  <a:lnTo>
                    <a:pt x="102" y="191"/>
                  </a:lnTo>
                  <a:lnTo>
                    <a:pt x="100" y="191"/>
                  </a:lnTo>
                  <a:lnTo>
                    <a:pt x="98" y="190"/>
                  </a:lnTo>
                  <a:lnTo>
                    <a:pt x="98" y="190"/>
                  </a:lnTo>
                  <a:lnTo>
                    <a:pt x="91" y="190"/>
                  </a:lnTo>
                  <a:lnTo>
                    <a:pt x="85" y="191"/>
                  </a:lnTo>
                  <a:lnTo>
                    <a:pt x="85" y="191"/>
                  </a:lnTo>
                  <a:lnTo>
                    <a:pt x="69" y="200"/>
                  </a:lnTo>
                  <a:lnTo>
                    <a:pt x="69" y="200"/>
                  </a:lnTo>
                  <a:lnTo>
                    <a:pt x="69" y="208"/>
                  </a:lnTo>
                  <a:lnTo>
                    <a:pt x="69" y="208"/>
                  </a:lnTo>
                  <a:lnTo>
                    <a:pt x="67" y="211"/>
                  </a:lnTo>
                  <a:lnTo>
                    <a:pt x="65" y="215"/>
                  </a:lnTo>
                  <a:lnTo>
                    <a:pt x="62" y="219"/>
                  </a:lnTo>
                  <a:lnTo>
                    <a:pt x="56" y="231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0" y="221"/>
                  </a:lnTo>
                  <a:lnTo>
                    <a:pt x="38" y="221"/>
                  </a:lnTo>
                  <a:lnTo>
                    <a:pt x="31" y="228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7" y="204"/>
                  </a:lnTo>
                  <a:lnTo>
                    <a:pt x="25" y="204"/>
                  </a:lnTo>
                  <a:lnTo>
                    <a:pt x="22" y="204"/>
                  </a:lnTo>
                  <a:lnTo>
                    <a:pt x="14" y="190"/>
                  </a:lnTo>
                  <a:lnTo>
                    <a:pt x="16" y="184"/>
                  </a:lnTo>
                  <a:lnTo>
                    <a:pt x="5" y="177"/>
                  </a:lnTo>
                  <a:lnTo>
                    <a:pt x="0" y="170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7" y="162"/>
                  </a:lnTo>
                  <a:lnTo>
                    <a:pt x="7" y="162"/>
                  </a:lnTo>
                  <a:lnTo>
                    <a:pt x="11" y="162"/>
                  </a:lnTo>
                  <a:lnTo>
                    <a:pt x="14" y="160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20" y="159"/>
                  </a:lnTo>
                  <a:lnTo>
                    <a:pt x="25" y="157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45" y="151"/>
                  </a:lnTo>
                  <a:lnTo>
                    <a:pt x="54" y="149"/>
                  </a:lnTo>
                  <a:lnTo>
                    <a:pt x="63" y="149"/>
                  </a:lnTo>
                  <a:lnTo>
                    <a:pt x="63" y="149"/>
                  </a:lnTo>
                  <a:lnTo>
                    <a:pt x="63" y="148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37"/>
                  </a:lnTo>
                  <a:lnTo>
                    <a:pt x="71" y="133"/>
                  </a:lnTo>
                  <a:lnTo>
                    <a:pt x="69" y="86"/>
                  </a:lnTo>
                  <a:lnTo>
                    <a:pt x="93" y="82"/>
                  </a:lnTo>
                  <a:lnTo>
                    <a:pt x="100" y="66"/>
                  </a:lnTo>
                  <a:lnTo>
                    <a:pt x="186" y="0"/>
                  </a:lnTo>
                  <a:lnTo>
                    <a:pt x="224" y="24"/>
                  </a:lnTo>
                  <a:lnTo>
                    <a:pt x="226" y="20"/>
                  </a:lnTo>
                  <a:lnTo>
                    <a:pt x="237" y="11"/>
                  </a:lnTo>
                  <a:lnTo>
                    <a:pt x="246" y="51"/>
                  </a:lnTo>
                  <a:lnTo>
                    <a:pt x="246" y="51"/>
                  </a:lnTo>
                  <a:lnTo>
                    <a:pt x="251" y="58"/>
                  </a:lnTo>
                  <a:lnTo>
                    <a:pt x="253" y="64"/>
                  </a:lnTo>
                  <a:lnTo>
                    <a:pt x="253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51" y="71"/>
                  </a:lnTo>
                  <a:lnTo>
                    <a:pt x="249" y="75"/>
                  </a:lnTo>
                  <a:lnTo>
                    <a:pt x="247" y="84"/>
                  </a:lnTo>
                  <a:lnTo>
                    <a:pt x="247" y="84"/>
                  </a:lnTo>
                  <a:lnTo>
                    <a:pt x="247" y="120"/>
                  </a:lnTo>
                  <a:lnTo>
                    <a:pt x="247" y="151"/>
                  </a:lnTo>
                  <a:lnTo>
                    <a:pt x="224" y="171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2" y="190"/>
                  </a:lnTo>
                  <a:lnTo>
                    <a:pt x="224" y="190"/>
                  </a:lnTo>
                  <a:lnTo>
                    <a:pt x="224" y="19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4" name="Freeform 207">
              <a:extLst>
                <a:ext uri="{FF2B5EF4-FFF2-40B4-BE49-F238E27FC236}">
                  <a16:creationId xmlns:a16="http://schemas.microsoft.com/office/drawing/2014/main" id="{2EAFBE49-3B5C-4D50-AC8E-4FBD160B6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3241" y="3614377"/>
              <a:ext cx="97878" cy="112708"/>
            </a:xfrm>
            <a:custGeom>
              <a:avLst/>
              <a:gdLst>
                <a:gd name="T0" fmla="*/ 28 w 66"/>
                <a:gd name="T1" fmla="*/ 67 h 76"/>
                <a:gd name="T2" fmla="*/ 24 w 66"/>
                <a:gd name="T3" fmla="*/ 56 h 76"/>
                <a:gd name="T4" fmla="*/ 28 w 66"/>
                <a:gd name="T5" fmla="*/ 56 h 76"/>
                <a:gd name="T6" fmla="*/ 35 w 66"/>
                <a:gd name="T7" fmla="*/ 64 h 76"/>
                <a:gd name="T8" fmla="*/ 41 w 66"/>
                <a:gd name="T9" fmla="*/ 73 h 76"/>
                <a:gd name="T10" fmla="*/ 48 w 66"/>
                <a:gd name="T11" fmla="*/ 73 h 76"/>
                <a:gd name="T12" fmla="*/ 48 w 66"/>
                <a:gd name="T13" fmla="*/ 74 h 76"/>
                <a:gd name="T14" fmla="*/ 53 w 66"/>
                <a:gd name="T15" fmla="*/ 76 h 76"/>
                <a:gd name="T16" fmla="*/ 57 w 66"/>
                <a:gd name="T17" fmla="*/ 76 h 76"/>
                <a:gd name="T18" fmla="*/ 55 w 66"/>
                <a:gd name="T19" fmla="*/ 73 h 76"/>
                <a:gd name="T20" fmla="*/ 53 w 66"/>
                <a:gd name="T21" fmla="*/ 2 h 76"/>
                <a:gd name="T22" fmla="*/ 50 w 66"/>
                <a:gd name="T23" fmla="*/ 5 h 76"/>
                <a:gd name="T24" fmla="*/ 48 w 66"/>
                <a:gd name="T25" fmla="*/ 9 h 76"/>
                <a:gd name="T26" fmla="*/ 46 w 66"/>
                <a:gd name="T27" fmla="*/ 11 h 76"/>
                <a:gd name="T28" fmla="*/ 37 w 66"/>
                <a:gd name="T29" fmla="*/ 14 h 76"/>
                <a:gd name="T30" fmla="*/ 31 w 66"/>
                <a:gd name="T31" fmla="*/ 16 h 76"/>
                <a:gd name="T32" fmla="*/ 28 w 66"/>
                <a:gd name="T33" fmla="*/ 14 h 76"/>
                <a:gd name="T34" fmla="*/ 24 w 66"/>
                <a:gd name="T35" fmla="*/ 13 h 76"/>
                <a:gd name="T36" fmla="*/ 19 w 66"/>
                <a:gd name="T37" fmla="*/ 13 h 76"/>
                <a:gd name="T38" fmla="*/ 8 w 66"/>
                <a:gd name="T39" fmla="*/ 18 h 76"/>
                <a:gd name="T40" fmla="*/ 8 w 66"/>
                <a:gd name="T41" fmla="*/ 27 h 76"/>
                <a:gd name="T42" fmla="*/ 8 w 66"/>
                <a:gd name="T43" fmla="*/ 33 h 76"/>
                <a:gd name="T44" fmla="*/ 2 w 66"/>
                <a:gd name="T45" fmla="*/ 34 h 76"/>
                <a:gd name="T46" fmla="*/ 2 w 66"/>
                <a:gd name="T47" fmla="*/ 36 h 76"/>
                <a:gd name="T48" fmla="*/ 0 w 66"/>
                <a:gd name="T49" fmla="*/ 40 h 76"/>
                <a:gd name="T50" fmla="*/ 0 w 66"/>
                <a:gd name="T51" fmla="*/ 42 h 76"/>
                <a:gd name="T52" fmla="*/ 10 w 66"/>
                <a:gd name="T53" fmla="*/ 49 h 76"/>
                <a:gd name="T54" fmla="*/ 11 w 66"/>
                <a:gd name="T55" fmla="*/ 53 h 76"/>
                <a:gd name="T56" fmla="*/ 15 w 66"/>
                <a:gd name="T57" fmla="*/ 64 h 76"/>
                <a:gd name="T58" fmla="*/ 19 w 66"/>
                <a:gd name="T59" fmla="*/ 65 h 76"/>
                <a:gd name="T60" fmla="*/ 22 w 66"/>
                <a:gd name="T61" fmla="*/ 67 h 76"/>
                <a:gd name="T62" fmla="*/ 28 w 66"/>
                <a:gd name="T63" fmla="*/ 67 h 76"/>
                <a:gd name="T64" fmla="*/ 15 w 66"/>
                <a:gd name="T65" fmla="*/ 45 h 76"/>
                <a:gd name="T66" fmla="*/ 20 w 66"/>
                <a:gd name="T67" fmla="*/ 49 h 76"/>
                <a:gd name="T68" fmla="*/ 15 w 66"/>
                <a:gd name="T69" fmla="*/ 51 h 76"/>
                <a:gd name="T70" fmla="*/ 13 w 66"/>
                <a:gd name="T71" fmla="*/ 49 h 76"/>
                <a:gd name="T72" fmla="*/ 15 w 66"/>
                <a:gd name="T73" fmla="*/ 4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6" h="76">
                  <a:moveTo>
                    <a:pt x="28" y="67"/>
                  </a:moveTo>
                  <a:lnTo>
                    <a:pt x="28" y="67"/>
                  </a:lnTo>
                  <a:lnTo>
                    <a:pt x="22" y="60"/>
                  </a:lnTo>
                  <a:lnTo>
                    <a:pt x="24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58"/>
                  </a:lnTo>
                  <a:lnTo>
                    <a:pt x="35" y="64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6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4"/>
                  </a:lnTo>
                  <a:lnTo>
                    <a:pt x="50" y="76"/>
                  </a:lnTo>
                  <a:lnTo>
                    <a:pt x="53" y="76"/>
                  </a:lnTo>
                  <a:lnTo>
                    <a:pt x="53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5" y="73"/>
                  </a:lnTo>
                  <a:lnTo>
                    <a:pt x="66" y="0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0" y="5"/>
                  </a:lnTo>
                  <a:lnTo>
                    <a:pt x="48" y="7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45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3" y="56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8" y="67"/>
                  </a:lnTo>
                  <a:lnTo>
                    <a:pt x="28" y="67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7"/>
                  </a:lnTo>
                  <a:lnTo>
                    <a:pt x="20" y="49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5" name="Freeform 208">
              <a:extLst>
                <a:ext uri="{FF2B5EF4-FFF2-40B4-BE49-F238E27FC236}">
                  <a16:creationId xmlns:a16="http://schemas.microsoft.com/office/drawing/2014/main" id="{82376869-56DF-42E3-AE72-AA463D54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14" y="4535323"/>
              <a:ext cx="14830" cy="23728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0 h 16"/>
                <a:gd name="T4" fmla="*/ 4 w 10"/>
                <a:gd name="T5" fmla="*/ 2 h 16"/>
                <a:gd name="T6" fmla="*/ 8 w 10"/>
                <a:gd name="T7" fmla="*/ 7 h 16"/>
                <a:gd name="T8" fmla="*/ 10 w 10"/>
                <a:gd name="T9" fmla="*/ 7 h 16"/>
                <a:gd name="T10" fmla="*/ 10 w 10"/>
                <a:gd name="T11" fmla="*/ 7 h 16"/>
                <a:gd name="T12" fmla="*/ 10 w 10"/>
                <a:gd name="T13" fmla="*/ 16 h 16"/>
                <a:gd name="T14" fmla="*/ 10 w 10"/>
                <a:gd name="T15" fmla="*/ 16 h 16"/>
                <a:gd name="T16" fmla="*/ 4 w 10"/>
                <a:gd name="T17" fmla="*/ 16 h 16"/>
                <a:gd name="T18" fmla="*/ 0 w 10"/>
                <a:gd name="T19" fmla="*/ 16 h 16"/>
                <a:gd name="T20" fmla="*/ 0 w 10"/>
                <a:gd name="T21" fmla="*/ 16 h 16"/>
                <a:gd name="T22" fmla="*/ 0 w 10"/>
                <a:gd name="T23" fmla="*/ 7 h 16"/>
                <a:gd name="T24" fmla="*/ 0 w 10"/>
                <a:gd name="T25" fmla="*/ 0 h 16"/>
                <a:gd name="T26" fmla="*/ 0 w 1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6" name="Freeform 209">
              <a:extLst>
                <a:ext uri="{FF2B5EF4-FFF2-40B4-BE49-F238E27FC236}">
                  <a16:creationId xmlns:a16="http://schemas.microsoft.com/office/drawing/2014/main" id="{5CC6615F-BCB1-40D7-A501-DB9E5641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6691" y="4551635"/>
              <a:ext cx="34110" cy="23728"/>
            </a:xfrm>
            <a:custGeom>
              <a:avLst/>
              <a:gdLst>
                <a:gd name="T0" fmla="*/ 16 w 23"/>
                <a:gd name="T1" fmla="*/ 2 h 16"/>
                <a:gd name="T2" fmla="*/ 16 w 23"/>
                <a:gd name="T3" fmla="*/ 2 h 16"/>
                <a:gd name="T4" fmla="*/ 22 w 23"/>
                <a:gd name="T5" fmla="*/ 0 h 16"/>
                <a:gd name="T6" fmla="*/ 23 w 23"/>
                <a:gd name="T7" fmla="*/ 2 h 16"/>
                <a:gd name="T8" fmla="*/ 22 w 23"/>
                <a:gd name="T9" fmla="*/ 4 h 16"/>
                <a:gd name="T10" fmla="*/ 20 w 23"/>
                <a:gd name="T11" fmla="*/ 5 h 16"/>
                <a:gd name="T12" fmla="*/ 12 w 23"/>
                <a:gd name="T13" fmla="*/ 13 h 16"/>
                <a:gd name="T14" fmla="*/ 7 w 23"/>
                <a:gd name="T15" fmla="*/ 16 h 16"/>
                <a:gd name="T16" fmla="*/ 7 w 23"/>
                <a:gd name="T17" fmla="*/ 16 h 16"/>
                <a:gd name="T18" fmla="*/ 2 w 23"/>
                <a:gd name="T19" fmla="*/ 16 h 16"/>
                <a:gd name="T20" fmla="*/ 0 w 23"/>
                <a:gd name="T21" fmla="*/ 15 h 16"/>
                <a:gd name="T22" fmla="*/ 3 w 23"/>
                <a:gd name="T23" fmla="*/ 9 h 16"/>
                <a:gd name="T24" fmla="*/ 16 w 23"/>
                <a:gd name="T25" fmla="*/ 2 h 16"/>
                <a:gd name="T26" fmla="*/ 16 w 23"/>
                <a:gd name="T2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6">
                  <a:moveTo>
                    <a:pt x="16" y="2"/>
                  </a:moveTo>
                  <a:lnTo>
                    <a:pt x="16" y="2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2" y="4"/>
                  </a:lnTo>
                  <a:lnTo>
                    <a:pt x="20" y="5"/>
                  </a:lnTo>
                  <a:lnTo>
                    <a:pt x="12" y="13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3" y="9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7" name="Freeform 210">
              <a:extLst>
                <a:ext uri="{FF2B5EF4-FFF2-40B4-BE49-F238E27FC236}">
                  <a16:creationId xmlns:a16="http://schemas.microsoft.com/office/drawing/2014/main" id="{AD30B600-AB18-4428-AC2C-4C80487B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478" y="4570915"/>
              <a:ext cx="10382" cy="17796"/>
            </a:xfrm>
            <a:custGeom>
              <a:avLst/>
              <a:gdLst>
                <a:gd name="T0" fmla="*/ 0 w 7"/>
                <a:gd name="T1" fmla="*/ 0 h 12"/>
                <a:gd name="T2" fmla="*/ 0 w 7"/>
                <a:gd name="T3" fmla="*/ 0 h 12"/>
                <a:gd name="T4" fmla="*/ 7 w 7"/>
                <a:gd name="T5" fmla="*/ 7 h 12"/>
                <a:gd name="T6" fmla="*/ 7 w 7"/>
                <a:gd name="T7" fmla="*/ 7 h 12"/>
                <a:gd name="T8" fmla="*/ 7 w 7"/>
                <a:gd name="T9" fmla="*/ 11 h 12"/>
                <a:gd name="T10" fmla="*/ 5 w 7"/>
                <a:gd name="T11" fmla="*/ 11 h 12"/>
                <a:gd name="T12" fmla="*/ 2 w 7"/>
                <a:gd name="T13" fmla="*/ 12 h 12"/>
                <a:gd name="T14" fmla="*/ 2 w 7"/>
                <a:gd name="T15" fmla="*/ 12 h 12"/>
                <a:gd name="T16" fmla="*/ 2 w 7"/>
                <a:gd name="T17" fmla="*/ 5 h 12"/>
                <a:gd name="T18" fmla="*/ 0 w 7"/>
                <a:gd name="T19" fmla="*/ 2 h 12"/>
                <a:gd name="T20" fmla="*/ 0 w 7"/>
                <a:gd name="T21" fmla="*/ 0 h 12"/>
                <a:gd name="T22" fmla="*/ 0 w 7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8" name="Freeform 211">
              <a:extLst>
                <a:ext uri="{FF2B5EF4-FFF2-40B4-BE49-F238E27FC236}">
                  <a16:creationId xmlns:a16="http://schemas.microsoft.com/office/drawing/2014/main" id="{9C2AF437-3D3E-4B9B-B9FB-92A84A28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480" y="4591677"/>
              <a:ext cx="29660" cy="19280"/>
            </a:xfrm>
            <a:custGeom>
              <a:avLst/>
              <a:gdLst>
                <a:gd name="T0" fmla="*/ 13 w 20"/>
                <a:gd name="T1" fmla="*/ 0 h 13"/>
                <a:gd name="T2" fmla="*/ 13 w 20"/>
                <a:gd name="T3" fmla="*/ 0 h 13"/>
                <a:gd name="T4" fmla="*/ 20 w 20"/>
                <a:gd name="T5" fmla="*/ 4 h 13"/>
                <a:gd name="T6" fmla="*/ 20 w 20"/>
                <a:gd name="T7" fmla="*/ 4 h 13"/>
                <a:gd name="T8" fmla="*/ 20 w 20"/>
                <a:gd name="T9" fmla="*/ 8 h 13"/>
                <a:gd name="T10" fmla="*/ 20 w 20"/>
                <a:gd name="T11" fmla="*/ 13 h 13"/>
                <a:gd name="T12" fmla="*/ 20 w 20"/>
                <a:gd name="T13" fmla="*/ 13 h 13"/>
                <a:gd name="T14" fmla="*/ 6 w 20"/>
                <a:gd name="T15" fmla="*/ 13 h 13"/>
                <a:gd name="T16" fmla="*/ 0 w 20"/>
                <a:gd name="T17" fmla="*/ 9 h 13"/>
                <a:gd name="T18" fmla="*/ 0 w 20"/>
                <a:gd name="T19" fmla="*/ 8 h 13"/>
                <a:gd name="T20" fmla="*/ 4 w 20"/>
                <a:gd name="T21" fmla="*/ 6 h 13"/>
                <a:gd name="T22" fmla="*/ 4 w 20"/>
                <a:gd name="T23" fmla="*/ 6 h 13"/>
                <a:gd name="T24" fmla="*/ 13 w 20"/>
                <a:gd name="T25" fmla="*/ 0 h 13"/>
                <a:gd name="T26" fmla="*/ 13 w 20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3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6" y="13"/>
                  </a:lnTo>
                  <a:lnTo>
                    <a:pt x="0" y="9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9" name="Freeform 212">
              <a:extLst>
                <a:ext uri="{FF2B5EF4-FFF2-40B4-BE49-F238E27FC236}">
                  <a16:creationId xmlns:a16="http://schemas.microsoft.com/office/drawing/2014/main" id="{F910378B-4E6F-41AA-B0EE-D28083AD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0 h 49"/>
                <a:gd name="T6" fmla="*/ 9 w 45"/>
                <a:gd name="T7" fmla="*/ 1 h 49"/>
                <a:gd name="T8" fmla="*/ 9 w 45"/>
                <a:gd name="T9" fmla="*/ 1 h 49"/>
                <a:gd name="T10" fmla="*/ 16 w 45"/>
                <a:gd name="T11" fmla="*/ 20 h 49"/>
                <a:gd name="T12" fmla="*/ 16 w 45"/>
                <a:gd name="T13" fmla="*/ 20 h 49"/>
                <a:gd name="T14" fmla="*/ 22 w 45"/>
                <a:gd name="T15" fmla="*/ 23 h 49"/>
                <a:gd name="T16" fmla="*/ 27 w 45"/>
                <a:gd name="T17" fmla="*/ 29 h 49"/>
                <a:gd name="T18" fmla="*/ 38 w 45"/>
                <a:gd name="T19" fmla="*/ 36 h 49"/>
                <a:gd name="T20" fmla="*/ 38 w 45"/>
                <a:gd name="T21" fmla="*/ 36 h 49"/>
                <a:gd name="T22" fmla="*/ 45 w 45"/>
                <a:gd name="T23" fmla="*/ 42 h 49"/>
                <a:gd name="T24" fmla="*/ 45 w 45"/>
                <a:gd name="T25" fmla="*/ 42 h 49"/>
                <a:gd name="T26" fmla="*/ 45 w 45"/>
                <a:gd name="T27" fmla="*/ 49 h 49"/>
                <a:gd name="T28" fmla="*/ 45 w 45"/>
                <a:gd name="T29" fmla="*/ 49 h 49"/>
                <a:gd name="T30" fmla="*/ 35 w 45"/>
                <a:gd name="T31" fmla="*/ 45 h 49"/>
                <a:gd name="T32" fmla="*/ 29 w 45"/>
                <a:gd name="T33" fmla="*/ 43 h 49"/>
                <a:gd name="T34" fmla="*/ 24 w 45"/>
                <a:gd name="T35" fmla="*/ 42 h 49"/>
                <a:gd name="T36" fmla="*/ 24 w 45"/>
                <a:gd name="T37" fmla="*/ 36 h 49"/>
                <a:gd name="T38" fmla="*/ 24 w 45"/>
                <a:gd name="T39" fmla="*/ 36 h 49"/>
                <a:gd name="T40" fmla="*/ 22 w 45"/>
                <a:gd name="T41" fmla="*/ 32 h 49"/>
                <a:gd name="T42" fmla="*/ 16 w 45"/>
                <a:gd name="T43" fmla="*/ 29 h 49"/>
                <a:gd name="T44" fmla="*/ 13 w 45"/>
                <a:gd name="T45" fmla="*/ 27 h 49"/>
                <a:gd name="T46" fmla="*/ 9 w 45"/>
                <a:gd name="T47" fmla="*/ 23 h 49"/>
                <a:gd name="T48" fmla="*/ 9 w 45"/>
                <a:gd name="T49" fmla="*/ 23 h 49"/>
                <a:gd name="T50" fmla="*/ 5 w 45"/>
                <a:gd name="T51" fmla="*/ 18 h 49"/>
                <a:gd name="T52" fmla="*/ 4 w 45"/>
                <a:gd name="T53" fmla="*/ 12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2" y="23"/>
                  </a:lnTo>
                  <a:lnTo>
                    <a:pt x="27" y="29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35" y="45"/>
                  </a:lnTo>
                  <a:lnTo>
                    <a:pt x="29" y="43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5" y="18"/>
                  </a:lnTo>
                  <a:lnTo>
                    <a:pt x="4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0" name="Freeform 213">
              <a:extLst>
                <a:ext uri="{FF2B5EF4-FFF2-40B4-BE49-F238E27FC236}">
                  <a16:creationId xmlns:a16="http://schemas.microsoft.com/office/drawing/2014/main" id="{768D97B6-F27A-4823-964C-24D59B52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3 w 3"/>
                <a:gd name="T5" fmla="*/ 6 h 7"/>
                <a:gd name="T6" fmla="*/ 3 w 3"/>
                <a:gd name="T7" fmla="*/ 7 h 7"/>
                <a:gd name="T8" fmla="*/ 0 w 3"/>
                <a:gd name="T9" fmla="*/ 7 h 7"/>
                <a:gd name="T10" fmla="*/ 0 w 3"/>
                <a:gd name="T11" fmla="*/ 7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1" name="Freeform 214">
              <a:extLst>
                <a:ext uri="{FF2B5EF4-FFF2-40B4-BE49-F238E27FC236}">
                  <a16:creationId xmlns:a16="http://schemas.microsoft.com/office/drawing/2014/main" id="{6864A4FC-4C82-4711-9171-B4FA65CA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7 w 95"/>
                <a:gd name="T1" fmla="*/ 0 h 157"/>
                <a:gd name="T2" fmla="*/ 7 w 95"/>
                <a:gd name="T3" fmla="*/ 2 h 157"/>
                <a:gd name="T4" fmla="*/ 6 w 95"/>
                <a:gd name="T5" fmla="*/ 4 h 157"/>
                <a:gd name="T6" fmla="*/ 13 w 95"/>
                <a:gd name="T7" fmla="*/ 15 h 157"/>
                <a:gd name="T8" fmla="*/ 15 w 95"/>
                <a:gd name="T9" fmla="*/ 11 h 157"/>
                <a:gd name="T10" fmla="*/ 18 w 95"/>
                <a:gd name="T11" fmla="*/ 10 h 157"/>
                <a:gd name="T12" fmla="*/ 29 w 95"/>
                <a:gd name="T13" fmla="*/ 19 h 157"/>
                <a:gd name="T14" fmla="*/ 27 w 95"/>
                <a:gd name="T15" fmla="*/ 24 h 157"/>
                <a:gd name="T16" fmla="*/ 35 w 95"/>
                <a:gd name="T17" fmla="*/ 24 h 157"/>
                <a:gd name="T18" fmla="*/ 37 w 95"/>
                <a:gd name="T19" fmla="*/ 35 h 157"/>
                <a:gd name="T20" fmla="*/ 38 w 95"/>
                <a:gd name="T21" fmla="*/ 57 h 157"/>
                <a:gd name="T22" fmla="*/ 44 w 95"/>
                <a:gd name="T23" fmla="*/ 61 h 157"/>
                <a:gd name="T24" fmla="*/ 46 w 95"/>
                <a:gd name="T25" fmla="*/ 61 h 157"/>
                <a:gd name="T26" fmla="*/ 51 w 95"/>
                <a:gd name="T27" fmla="*/ 51 h 157"/>
                <a:gd name="T28" fmla="*/ 53 w 95"/>
                <a:gd name="T29" fmla="*/ 53 h 157"/>
                <a:gd name="T30" fmla="*/ 53 w 95"/>
                <a:gd name="T31" fmla="*/ 57 h 157"/>
                <a:gd name="T32" fmla="*/ 57 w 95"/>
                <a:gd name="T33" fmla="*/ 59 h 157"/>
                <a:gd name="T34" fmla="*/ 57 w 95"/>
                <a:gd name="T35" fmla="*/ 75 h 157"/>
                <a:gd name="T36" fmla="*/ 68 w 95"/>
                <a:gd name="T37" fmla="*/ 82 h 157"/>
                <a:gd name="T38" fmla="*/ 80 w 95"/>
                <a:gd name="T39" fmla="*/ 82 h 157"/>
                <a:gd name="T40" fmla="*/ 84 w 95"/>
                <a:gd name="T41" fmla="*/ 79 h 157"/>
                <a:gd name="T42" fmla="*/ 88 w 95"/>
                <a:gd name="T43" fmla="*/ 75 h 157"/>
                <a:gd name="T44" fmla="*/ 91 w 95"/>
                <a:gd name="T45" fmla="*/ 77 h 157"/>
                <a:gd name="T46" fmla="*/ 95 w 95"/>
                <a:gd name="T47" fmla="*/ 79 h 157"/>
                <a:gd name="T48" fmla="*/ 95 w 95"/>
                <a:gd name="T49" fmla="*/ 82 h 157"/>
                <a:gd name="T50" fmla="*/ 95 w 95"/>
                <a:gd name="T51" fmla="*/ 88 h 157"/>
                <a:gd name="T52" fmla="*/ 86 w 95"/>
                <a:gd name="T53" fmla="*/ 102 h 157"/>
                <a:gd name="T54" fmla="*/ 88 w 95"/>
                <a:gd name="T55" fmla="*/ 106 h 157"/>
                <a:gd name="T56" fmla="*/ 88 w 95"/>
                <a:gd name="T57" fmla="*/ 112 h 157"/>
                <a:gd name="T58" fmla="*/ 84 w 95"/>
                <a:gd name="T59" fmla="*/ 108 h 157"/>
                <a:gd name="T60" fmla="*/ 73 w 95"/>
                <a:gd name="T61" fmla="*/ 112 h 157"/>
                <a:gd name="T62" fmla="*/ 71 w 95"/>
                <a:gd name="T63" fmla="*/ 115 h 157"/>
                <a:gd name="T64" fmla="*/ 73 w 95"/>
                <a:gd name="T65" fmla="*/ 117 h 157"/>
                <a:gd name="T66" fmla="*/ 73 w 95"/>
                <a:gd name="T67" fmla="*/ 122 h 157"/>
                <a:gd name="T68" fmla="*/ 73 w 95"/>
                <a:gd name="T69" fmla="*/ 126 h 157"/>
                <a:gd name="T70" fmla="*/ 64 w 95"/>
                <a:gd name="T71" fmla="*/ 133 h 157"/>
                <a:gd name="T72" fmla="*/ 58 w 95"/>
                <a:gd name="T73" fmla="*/ 146 h 157"/>
                <a:gd name="T74" fmla="*/ 55 w 95"/>
                <a:gd name="T75" fmla="*/ 155 h 157"/>
                <a:gd name="T76" fmla="*/ 37 w 95"/>
                <a:gd name="T77" fmla="*/ 153 h 157"/>
                <a:gd name="T78" fmla="*/ 37 w 95"/>
                <a:gd name="T79" fmla="*/ 144 h 157"/>
                <a:gd name="T80" fmla="*/ 42 w 95"/>
                <a:gd name="T81" fmla="*/ 139 h 157"/>
                <a:gd name="T82" fmla="*/ 40 w 95"/>
                <a:gd name="T83" fmla="*/ 128 h 157"/>
                <a:gd name="T84" fmla="*/ 35 w 95"/>
                <a:gd name="T85" fmla="*/ 121 h 157"/>
                <a:gd name="T86" fmla="*/ 18 w 95"/>
                <a:gd name="T87" fmla="*/ 110 h 157"/>
                <a:gd name="T88" fmla="*/ 29 w 95"/>
                <a:gd name="T89" fmla="*/ 102 h 157"/>
                <a:gd name="T90" fmla="*/ 35 w 95"/>
                <a:gd name="T91" fmla="*/ 84 h 157"/>
                <a:gd name="T92" fmla="*/ 35 w 95"/>
                <a:gd name="T93" fmla="*/ 70 h 157"/>
                <a:gd name="T94" fmla="*/ 33 w 95"/>
                <a:gd name="T95" fmla="*/ 68 h 157"/>
                <a:gd name="T96" fmla="*/ 35 w 95"/>
                <a:gd name="T97" fmla="*/ 62 h 157"/>
                <a:gd name="T98" fmla="*/ 35 w 95"/>
                <a:gd name="T99" fmla="*/ 61 h 157"/>
                <a:gd name="T100" fmla="*/ 27 w 95"/>
                <a:gd name="T101" fmla="*/ 55 h 157"/>
                <a:gd name="T102" fmla="*/ 27 w 95"/>
                <a:gd name="T103" fmla="*/ 53 h 157"/>
                <a:gd name="T104" fmla="*/ 31 w 95"/>
                <a:gd name="T105" fmla="*/ 48 h 157"/>
                <a:gd name="T106" fmla="*/ 26 w 95"/>
                <a:gd name="T107" fmla="*/ 44 h 157"/>
                <a:gd name="T108" fmla="*/ 26 w 95"/>
                <a:gd name="T109" fmla="*/ 40 h 157"/>
                <a:gd name="T110" fmla="*/ 20 w 95"/>
                <a:gd name="T111" fmla="*/ 35 h 157"/>
                <a:gd name="T112" fmla="*/ 15 w 95"/>
                <a:gd name="T113" fmla="*/ 30 h 157"/>
                <a:gd name="T114" fmla="*/ 6 w 95"/>
                <a:gd name="T115" fmla="*/ 10 h 157"/>
                <a:gd name="T116" fmla="*/ 0 w 95"/>
                <a:gd name="T117" fmla="*/ 4 h 157"/>
                <a:gd name="T118" fmla="*/ 2 w 95"/>
                <a:gd name="T119" fmla="*/ 2 h 157"/>
                <a:gd name="T120" fmla="*/ 2 w 95"/>
                <a:gd name="T12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2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9" y="10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7" y="35"/>
                  </a:lnTo>
                  <a:lnTo>
                    <a:pt x="37" y="48"/>
                  </a:lnTo>
                  <a:lnTo>
                    <a:pt x="38" y="57"/>
                  </a:lnTo>
                  <a:lnTo>
                    <a:pt x="40" y="59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5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53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7" y="66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68" y="82"/>
                  </a:lnTo>
                  <a:lnTo>
                    <a:pt x="75" y="84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4" y="79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91" y="75"/>
                  </a:lnTo>
                  <a:lnTo>
                    <a:pt x="91" y="77"/>
                  </a:lnTo>
                  <a:lnTo>
                    <a:pt x="93" y="79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5" y="82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1" y="95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88" y="106"/>
                  </a:lnTo>
                  <a:lnTo>
                    <a:pt x="88" y="108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8"/>
                  </a:lnTo>
                  <a:lnTo>
                    <a:pt x="75" y="110"/>
                  </a:lnTo>
                  <a:lnTo>
                    <a:pt x="73" y="11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7"/>
                  </a:lnTo>
                  <a:lnTo>
                    <a:pt x="73" y="119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26"/>
                  </a:lnTo>
                  <a:lnTo>
                    <a:pt x="69" y="130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58" y="146"/>
                  </a:lnTo>
                  <a:lnTo>
                    <a:pt x="57" y="153"/>
                  </a:lnTo>
                  <a:lnTo>
                    <a:pt x="55" y="155"/>
                  </a:lnTo>
                  <a:lnTo>
                    <a:pt x="51" y="157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44"/>
                  </a:lnTo>
                  <a:lnTo>
                    <a:pt x="42" y="139"/>
                  </a:lnTo>
                  <a:lnTo>
                    <a:pt x="42" y="139"/>
                  </a:lnTo>
                  <a:lnTo>
                    <a:pt x="42" y="133"/>
                  </a:lnTo>
                  <a:lnTo>
                    <a:pt x="40" y="128"/>
                  </a:lnTo>
                  <a:lnTo>
                    <a:pt x="38" y="124"/>
                  </a:lnTo>
                  <a:lnTo>
                    <a:pt x="35" y="121"/>
                  </a:lnTo>
                  <a:lnTo>
                    <a:pt x="26" y="115"/>
                  </a:lnTo>
                  <a:lnTo>
                    <a:pt x="18" y="110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3" y="95"/>
                  </a:lnTo>
                  <a:lnTo>
                    <a:pt x="35" y="84"/>
                  </a:lnTo>
                  <a:lnTo>
                    <a:pt x="35" y="73"/>
                  </a:lnTo>
                  <a:lnTo>
                    <a:pt x="35" y="70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1" y="59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9" y="50"/>
                  </a:lnTo>
                  <a:lnTo>
                    <a:pt x="31" y="48"/>
                  </a:lnTo>
                  <a:lnTo>
                    <a:pt x="29" y="44"/>
                  </a:lnTo>
                  <a:lnTo>
                    <a:pt x="26" y="44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39"/>
                  </a:lnTo>
                  <a:lnTo>
                    <a:pt x="20" y="3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9" y="15"/>
                  </a:lnTo>
                  <a:lnTo>
                    <a:pt x="6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2" name="Freeform 215">
              <a:extLst>
                <a:ext uri="{FF2B5EF4-FFF2-40B4-BE49-F238E27FC236}">
                  <a16:creationId xmlns:a16="http://schemas.microsoft.com/office/drawing/2014/main" id="{36D7436C-7CC0-432F-A210-0AF32839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94 w 123"/>
                <a:gd name="T1" fmla="*/ 0 h 141"/>
                <a:gd name="T2" fmla="*/ 102 w 123"/>
                <a:gd name="T3" fmla="*/ 0 h 141"/>
                <a:gd name="T4" fmla="*/ 103 w 123"/>
                <a:gd name="T5" fmla="*/ 19 h 141"/>
                <a:gd name="T6" fmla="*/ 107 w 123"/>
                <a:gd name="T7" fmla="*/ 19 h 141"/>
                <a:gd name="T8" fmla="*/ 111 w 123"/>
                <a:gd name="T9" fmla="*/ 19 h 141"/>
                <a:gd name="T10" fmla="*/ 111 w 123"/>
                <a:gd name="T11" fmla="*/ 15 h 141"/>
                <a:gd name="T12" fmla="*/ 114 w 123"/>
                <a:gd name="T13" fmla="*/ 11 h 141"/>
                <a:gd name="T14" fmla="*/ 122 w 123"/>
                <a:gd name="T15" fmla="*/ 19 h 141"/>
                <a:gd name="T16" fmla="*/ 120 w 123"/>
                <a:gd name="T17" fmla="*/ 15 h 141"/>
                <a:gd name="T18" fmla="*/ 123 w 123"/>
                <a:gd name="T19" fmla="*/ 13 h 141"/>
                <a:gd name="T20" fmla="*/ 123 w 123"/>
                <a:gd name="T21" fmla="*/ 26 h 141"/>
                <a:gd name="T22" fmla="*/ 123 w 123"/>
                <a:gd name="T23" fmla="*/ 35 h 141"/>
                <a:gd name="T24" fmla="*/ 96 w 123"/>
                <a:gd name="T25" fmla="*/ 68 h 141"/>
                <a:gd name="T26" fmla="*/ 98 w 123"/>
                <a:gd name="T27" fmla="*/ 71 h 141"/>
                <a:gd name="T28" fmla="*/ 98 w 123"/>
                <a:gd name="T29" fmla="*/ 79 h 141"/>
                <a:gd name="T30" fmla="*/ 76 w 123"/>
                <a:gd name="T31" fmla="*/ 86 h 141"/>
                <a:gd name="T32" fmla="*/ 72 w 123"/>
                <a:gd name="T33" fmla="*/ 90 h 141"/>
                <a:gd name="T34" fmla="*/ 72 w 123"/>
                <a:gd name="T35" fmla="*/ 95 h 141"/>
                <a:gd name="T36" fmla="*/ 72 w 123"/>
                <a:gd name="T37" fmla="*/ 101 h 141"/>
                <a:gd name="T38" fmla="*/ 60 w 123"/>
                <a:gd name="T39" fmla="*/ 122 h 141"/>
                <a:gd name="T40" fmla="*/ 49 w 123"/>
                <a:gd name="T41" fmla="*/ 139 h 141"/>
                <a:gd name="T42" fmla="*/ 45 w 123"/>
                <a:gd name="T43" fmla="*/ 141 h 141"/>
                <a:gd name="T44" fmla="*/ 31 w 123"/>
                <a:gd name="T45" fmla="*/ 141 h 141"/>
                <a:gd name="T46" fmla="*/ 18 w 123"/>
                <a:gd name="T47" fmla="*/ 132 h 141"/>
                <a:gd name="T48" fmla="*/ 14 w 123"/>
                <a:gd name="T49" fmla="*/ 130 h 141"/>
                <a:gd name="T50" fmla="*/ 5 w 123"/>
                <a:gd name="T51" fmla="*/ 133 h 141"/>
                <a:gd name="T52" fmla="*/ 1 w 123"/>
                <a:gd name="T53" fmla="*/ 132 h 141"/>
                <a:gd name="T54" fmla="*/ 0 w 123"/>
                <a:gd name="T55" fmla="*/ 124 h 141"/>
                <a:gd name="T56" fmla="*/ 1 w 123"/>
                <a:gd name="T57" fmla="*/ 121 h 141"/>
                <a:gd name="T58" fmla="*/ 3 w 123"/>
                <a:gd name="T59" fmla="*/ 113 h 141"/>
                <a:gd name="T60" fmla="*/ 9 w 123"/>
                <a:gd name="T61" fmla="*/ 106 h 141"/>
                <a:gd name="T62" fmla="*/ 10 w 123"/>
                <a:gd name="T63" fmla="*/ 99 h 141"/>
                <a:gd name="T64" fmla="*/ 16 w 123"/>
                <a:gd name="T65" fmla="*/ 93 h 141"/>
                <a:gd name="T66" fmla="*/ 20 w 123"/>
                <a:gd name="T67" fmla="*/ 93 h 141"/>
                <a:gd name="T68" fmla="*/ 23 w 123"/>
                <a:gd name="T69" fmla="*/ 90 h 141"/>
                <a:gd name="T70" fmla="*/ 29 w 123"/>
                <a:gd name="T71" fmla="*/ 90 h 141"/>
                <a:gd name="T72" fmla="*/ 29 w 123"/>
                <a:gd name="T73" fmla="*/ 84 h 141"/>
                <a:gd name="T74" fmla="*/ 31 w 123"/>
                <a:gd name="T75" fmla="*/ 82 h 141"/>
                <a:gd name="T76" fmla="*/ 41 w 123"/>
                <a:gd name="T77" fmla="*/ 79 h 141"/>
                <a:gd name="T78" fmla="*/ 52 w 123"/>
                <a:gd name="T79" fmla="*/ 75 h 141"/>
                <a:gd name="T80" fmla="*/ 60 w 123"/>
                <a:gd name="T81" fmla="*/ 68 h 141"/>
                <a:gd name="T82" fmla="*/ 74 w 123"/>
                <a:gd name="T83" fmla="*/ 40 h 141"/>
                <a:gd name="T84" fmla="*/ 76 w 123"/>
                <a:gd name="T85" fmla="*/ 39 h 141"/>
                <a:gd name="T86" fmla="*/ 80 w 123"/>
                <a:gd name="T87" fmla="*/ 39 h 141"/>
                <a:gd name="T88" fmla="*/ 80 w 123"/>
                <a:gd name="T89" fmla="*/ 30 h 141"/>
                <a:gd name="T90" fmla="*/ 83 w 123"/>
                <a:gd name="T91" fmla="*/ 28 h 141"/>
                <a:gd name="T92" fmla="*/ 87 w 123"/>
                <a:gd name="T93" fmla="*/ 26 h 141"/>
                <a:gd name="T94" fmla="*/ 87 w 123"/>
                <a:gd name="T95" fmla="*/ 17 h 141"/>
                <a:gd name="T96" fmla="*/ 87 w 123"/>
                <a:gd name="T97" fmla="*/ 8 h 141"/>
                <a:gd name="T98" fmla="*/ 91 w 123"/>
                <a:gd name="T99" fmla="*/ 6 h 141"/>
                <a:gd name="T100" fmla="*/ 94 w 123"/>
                <a:gd name="T10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94" y="0"/>
                  </a:moveTo>
                  <a:lnTo>
                    <a:pt x="94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8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7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11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6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23" y="13"/>
                  </a:lnTo>
                  <a:lnTo>
                    <a:pt x="123" y="26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09" y="53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98" y="71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83" y="84"/>
                  </a:lnTo>
                  <a:lnTo>
                    <a:pt x="76" y="86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1" y="91"/>
                  </a:lnTo>
                  <a:lnTo>
                    <a:pt x="72" y="95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67" y="112"/>
                  </a:lnTo>
                  <a:lnTo>
                    <a:pt x="60" y="122"/>
                  </a:lnTo>
                  <a:lnTo>
                    <a:pt x="52" y="135"/>
                  </a:lnTo>
                  <a:lnTo>
                    <a:pt x="49" y="139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38" y="141"/>
                  </a:lnTo>
                  <a:lnTo>
                    <a:pt x="31" y="141"/>
                  </a:lnTo>
                  <a:lnTo>
                    <a:pt x="21" y="139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4" y="130"/>
                  </a:lnTo>
                  <a:lnTo>
                    <a:pt x="10" y="132"/>
                  </a:lnTo>
                  <a:lnTo>
                    <a:pt x="5" y="133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0" y="128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3" y="113"/>
                  </a:lnTo>
                  <a:lnTo>
                    <a:pt x="3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10" y="99"/>
                  </a:lnTo>
                  <a:lnTo>
                    <a:pt x="12" y="97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20" y="93"/>
                  </a:lnTo>
                  <a:lnTo>
                    <a:pt x="23" y="93"/>
                  </a:lnTo>
                  <a:lnTo>
                    <a:pt x="23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6" y="79"/>
                  </a:lnTo>
                  <a:lnTo>
                    <a:pt x="41" y="79"/>
                  </a:lnTo>
                  <a:lnTo>
                    <a:pt x="47" y="77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60" y="68"/>
                  </a:lnTo>
                  <a:lnTo>
                    <a:pt x="65" y="61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39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80" y="33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3" y="28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5" y="13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91" y="6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3" name="Freeform 216">
              <a:extLst>
                <a:ext uri="{FF2B5EF4-FFF2-40B4-BE49-F238E27FC236}">
                  <a16:creationId xmlns:a16="http://schemas.microsoft.com/office/drawing/2014/main" id="{51428C6E-8B1C-4BA1-A872-8AF2E1149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2 w 15"/>
                <a:gd name="T1" fmla="*/ 0 h 14"/>
                <a:gd name="T2" fmla="*/ 2 w 15"/>
                <a:gd name="T3" fmla="*/ 0 h 14"/>
                <a:gd name="T4" fmla="*/ 6 w 15"/>
                <a:gd name="T5" fmla="*/ 1 h 14"/>
                <a:gd name="T6" fmla="*/ 9 w 15"/>
                <a:gd name="T7" fmla="*/ 1 h 14"/>
                <a:gd name="T8" fmla="*/ 9 w 15"/>
                <a:gd name="T9" fmla="*/ 1 h 14"/>
                <a:gd name="T10" fmla="*/ 11 w 15"/>
                <a:gd name="T11" fmla="*/ 5 h 14"/>
                <a:gd name="T12" fmla="*/ 11 w 15"/>
                <a:gd name="T13" fmla="*/ 9 h 14"/>
                <a:gd name="T14" fmla="*/ 11 w 15"/>
                <a:gd name="T15" fmla="*/ 9 h 14"/>
                <a:gd name="T16" fmla="*/ 15 w 15"/>
                <a:gd name="T17" fmla="*/ 12 h 14"/>
                <a:gd name="T18" fmla="*/ 15 w 15"/>
                <a:gd name="T19" fmla="*/ 14 h 14"/>
                <a:gd name="T20" fmla="*/ 11 w 15"/>
                <a:gd name="T21" fmla="*/ 14 h 14"/>
                <a:gd name="T22" fmla="*/ 0 w 15"/>
                <a:gd name="T23" fmla="*/ 14 h 14"/>
                <a:gd name="T24" fmla="*/ 0 w 15"/>
                <a:gd name="T25" fmla="*/ 14 h 14"/>
                <a:gd name="T26" fmla="*/ 2 w 15"/>
                <a:gd name="T27" fmla="*/ 0 h 14"/>
                <a:gd name="T28" fmla="*/ 2 w 15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2" y="0"/>
                  </a:moveTo>
                  <a:lnTo>
                    <a:pt x="2" y="0"/>
                  </a:lnTo>
                  <a:lnTo>
                    <a:pt x="6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1" y="5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4" name="Freeform 217">
              <a:extLst>
                <a:ext uri="{FF2B5EF4-FFF2-40B4-BE49-F238E27FC236}">
                  <a16:creationId xmlns:a16="http://schemas.microsoft.com/office/drawing/2014/main" id="{31996D8A-0F54-4513-B38B-4CBB01DC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0 w 3"/>
                <a:gd name="T5" fmla="*/ 7 h 7"/>
                <a:gd name="T6" fmla="*/ 0 w 3"/>
                <a:gd name="T7" fmla="*/ 7 h 7"/>
                <a:gd name="T8" fmla="*/ 3 w 3"/>
                <a:gd name="T9" fmla="*/ 7 h 7"/>
                <a:gd name="T10" fmla="*/ 3 w 3"/>
                <a:gd name="T11" fmla="*/ 6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5" name="Freeform 218">
              <a:extLst>
                <a:ext uri="{FF2B5EF4-FFF2-40B4-BE49-F238E27FC236}">
                  <a16:creationId xmlns:a16="http://schemas.microsoft.com/office/drawing/2014/main" id="{1D157FE5-1071-4BC7-97B9-B0FC9EFB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12 h 49"/>
                <a:gd name="T6" fmla="*/ 5 w 45"/>
                <a:gd name="T7" fmla="*/ 18 h 49"/>
                <a:gd name="T8" fmla="*/ 9 w 45"/>
                <a:gd name="T9" fmla="*/ 23 h 49"/>
                <a:gd name="T10" fmla="*/ 9 w 45"/>
                <a:gd name="T11" fmla="*/ 23 h 49"/>
                <a:gd name="T12" fmla="*/ 13 w 45"/>
                <a:gd name="T13" fmla="*/ 27 h 49"/>
                <a:gd name="T14" fmla="*/ 16 w 45"/>
                <a:gd name="T15" fmla="*/ 29 h 49"/>
                <a:gd name="T16" fmla="*/ 22 w 45"/>
                <a:gd name="T17" fmla="*/ 32 h 49"/>
                <a:gd name="T18" fmla="*/ 24 w 45"/>
                <a:gd name="T19" fmla="*/ 36 h 49"/>
                <a:gd name="T20" fmla="*/ 24 w 45"/>
                <a:gd name="T21" fmla="*/ 42 h 49"/>
                <a:gd name="T22" fmla="*/ 24 w 45"/>
                <a:gd name="T23" fmla="*/ 42 h 49"/>
                <a:gd name="T24" fmla="*/ 29 w 45"/>
                <a:gd name="T25" fmla="*/ 43 h 49"/>
                <a:gd name="T26" fmla="*/ 35 w 45"/>
                <a:gd name="T27" fmla="*/ 45 h 49"/>
                <a:gd name="T28" fmla="*/ 45 w 45"/>
                <a:gd name="T29" fmla="*/ 49 h 49"/>
                <a:gd name="T30" fmla="*/ 45 w 45"/>
                <a:gd name="T31" fmla="*/ 49 h 49"/>
                <a:gd name="T32" fmla="*/ 45 w 45"/>
                <a:gd name="T33" fmla="*/ 42 h 49"/>
                <a:gd name="T34" fmla="*/ 45 w 45"/>
                <a:gd name="T35" fmla="*/ 42 h 49"/>
                <a:gd name="T36" fmla="*/ 38 w 45"/>
                <a:gd name="T37" fmla="*/ 36 h 49"/>
                <a:gd name="T38" fmla="*/ 38 w 45"/>
                <a:gd name="T39" fmla="*/ 36 h 49"/>
                <a:gd name="T40" fmla="*/ 27 w 45"/>
                <a:gd name="T41" fmla="*/ 29 h 49"/>
                <a:gd name="T42" fmla="*/ 22 w 45"/>
                <a:gd name="T43" fmla="*/ 23 h 49"/>
                <a:gd name="T44" fmla="*/ 16 w 45"/>
                <a:gd name="T45" fmla="*/ 20 h 49"/>
                <a:gd name="T46" fmla="*/ 16 w 45"/>
                <a:gd name="T47" fmla="*/ 20 h 49"/>
                <a:gd name="T48" fmla="*/ 9 w 45"/>
                <a:gd name="T49" fmla="*/ 1 h 49"/>
                <a:gd name="T50" fmla="*/ 9 w 45"/>
                <a:gd name="T51" fmla="*/ 1 h 49"/>
                <a:gd name="T52" fmla="*/ 4 w 45"/>
                <a:gd name="T53" fmla="*/ 0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12"/>
                  </a:lnTo>
                  <a:lnTo>
                    <a:pt x="5" y="18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3" y="27"/>
                  </a:lnTo>
                  <a:lnTo>
                    <a:pt x="16" y="29"/>
                  </a:lnTo>
                  <a:lnTo>
                    <a:pt x="22" y="32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9" y="43"/>
                  </a:lnTo>
                  <a:lnTo>
                    <a:pt x="35" y="45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7" y="29"/>
                  </a:lnTo>
                  <a:lnTo>
                    <a:pt x="22" y="23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9" y="1"/>
                  </a:lnTo>
                  <a:lnTo>
                    <a:pt x="9" y="1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6" name="Freeform 219">
              <a:extLst>
                <a:ext uri="{FF2B5EF4-FFF2-40B4-BE49-F238E27FC236}">
                  <a16:creationId xmlns:a16="http://schemas.microsoft.com/office/drawing/2014/main" id="{FEC9E25E-0F9D-4789-AB70-5E1328204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1614" y="4535323"/>
              <a:ext cx="22246" cy="53388"/>
            </a:xfrm>
            <a:custGeom>
              <a:avLst/>
              <a:gdLst>
                <a:gd name="T0" fmla="*/ 8 w 15"/>
                <a:gd name="T1" fmla="*/ 24 h 36"/>
                <a:gd name="T2" fmla="*/ 8 w 15"/>
                <a:gd name="T3" fmla="*/ 24 h 36"/>
                <a:gd name="T4" fmla="*/ 8 w 15"/>
                <a:gd name="T5" fmla="*/ 26 h 36"/>
                <a:gd name="T6" fmla="*/ 10 w 15"/>
                <a:gd name="T7" fmla="*/ 29 h 36"/>
                <a:gd name="T8" fmla="*/ 10 w 15"/>
                <a:gd name="T9" fmla="*/ 36 h 36"/>
                <a:gd name="T10" fmla="*/ 10 w 15"/>
                <a:gd name="T11" fmla="*/ 36 h 36"/>
                <a:gd name="T12" fmla="*/ 13 w 15"/>
                <a:gd name="T13" fmla="*/ 35 h 36"/>
                <a:gd name="T14" fmla="*/ 15 w 15"/>
                <a:gd name="T15" fmla="*/ 35 h 36"/>
                <a:gd name="T16" fmla="*/ 15 w 15"/>
                <a:gd name="T17" fmla="*/ 31 h 36"/>
                <a:gd name="T18" fmla="*/ 15 w 15"/>
                <a:gd name="T19" fmla="*/ 31 h 36"/>
                <a:gd name="T20" fmla="*/ 8 w 15"/>
                <a:gd name="T21" fmla="*/ 24 h 36"/>
                <a:gd name="T22" fmla="*/ 8 w 15"/>
                <a:gd name="T23" fmla="*/ 24 h 36"/>
                <a:gd name="T24" fmla="*/ 0 w 15"/>
                <a:gd name="T25" fmla="*/ 0 h 36"/>
                <a:gd name="T26" fmla="*/ 0 w 15"/>
                <a:gd name="T27" fmla="*/ 0 h 36"/>
                <a:gd name="T28" fmla="*/ 0 w 15"/>
                <a:gd name="T29" fmla="*/ 7 h 36"/>
                <a:gd name="T30" fmla="*/ 0 w 15"/>
                <a:gd name="T31" fmla="*/ 16 h 36"/>
                <a:gd name="T32" fmla="*/ 0 w 15"/>
                <a:gd name="T33" fmla="*/ 16 h 36"/>
                <a:gd name="T34" fmla="*/ 4 w 15"/>
                <a:gd name="T35" fmla="*/ 16 h 36"/>
                <a:gd name="T36" fmla="*/ 10 w 15"/>
                <a:gd name="T37" fmla="*/ 16 h 36"/>
                <a:gd name="T38" fmla="*/ 10 w 15"/>
                <a:gd name="T39" fmla="*/ 16 h 36"/>
                <a:gd name="T40" fmla="*/ 10 w 15"/>
                <a:gd name="T41" fmla="*/ 7 h 36"/>
                <a:gd name="T42" fmla="*/ 8 w 15"/>
                <a:gd name="T43" fmla="*/ 7 h 36"/>
                <a:gd name="T44" fmla="*/ 8 w 15"/>
                <a:gd name="T45" fmla="*/ 7 h 36"/>
                <a:gd name="T46" fmla="*/ 4 w 15"/>
                <a:gd name="T47" fmla="*/ 2 h 36"/>
                <a:gd name="T48" fmla="*/ 0 w 15"/>
                <a:gd name="T49" fmla="*/ 0 h 36"/>
                <a:gd name="T50" fmla="*/ 0 w 15"/>
                <a:gd name="T5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36">
                  <a:moveTo>
                    <a:pt x="8" y="24"/>
                  </a:moveTo>
                  <a:lnTo>
                    <a:pt x="8" y="24"/>
                  </a:lnTo>
                  <a:lnTo>
                    <a:pt x="8" y="26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8" y="24"/>
                  </a:lnTo>
                  <a:lnTo>
                    <a:pt x="8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7" name="Freeform 220">
              <a:extLst>
                <a:ext uri="{FF2B5EF4-FFF2-40B4-BE49-F238E27FC236}">
                  <a16:creationId xmlns:a16="http://schemas.microsoft.com/office/drawing/2014/main" id="{316749A5-805C-4FCE-9532-70C86441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11 w 15"/>
                <a:gd name="T1" fmla="*/ 9 h 14"/>
                <a:gd name="T2" fmla="*/ 11 w 15"/>
                <a:gd name="T3" fmla="*/ 9 h 14"/>
                <a:gd name="T4" fmla="*/ 11 w 15"/>
                <a:gd name="T5" fmla="*/ 5 h 14"/>
                <a:gd name="T6" fmla="*/ 9 w 15"/>
                <a:gd name="T7" fmla="*/ 1 h 14"/>
                <a:gd name="T8" fmla="*/ 9 w 15"/>
                <a:gd name="T9" fmla="*/ 1 h 14"/>
                <a:gd name="T10" fmla="*/ 6 w 15"/>
                <a:gd name="T11" fmla="*/ 1 h 14"/>
                <a:gd name="T12" fmla="*/ 2 w 15"/>
                <a:gd name="T13" fmla="*/ 0 h 14"/>
                <a:gd name="T14" fmla="*/ 2 w 15"/>
                <a:gd name="T15" fmla="*/ 0 h 14"/>
                <a:gd name="T16" fmla="*/ 0 w 15"/>
                <a:gd name="T17" fmla="*/ 14 h 14"/>
                <a:gd name="T18" fmla="*/ 0 w 15"/>
                <a:gd name="T19" fmla="*/ 14 h 14"/>
                <a:gd name="T20" fmla="*/ 11 w 15"/>
                <a:gd name="T21" fmla="*/ 14 h 14"/>
                <a:gd name="T22" fmla="*/ 15 w 15"/>
                <a:gd name="T23" fmla="*/ 14 h 14"/>
                <a:gd name="T24" fmla="*/ 15 w 15"/>
                <a:gd name="T25" fmla="*/ 12 h 14"/>
                <a:gd name="T26" fmla="*/ 11 w 15"/>
                <a:gd name="T27" fmla="*/ 9 h 14"/>
                <a:gd name="T28" fmla="*/ 11 w 15"/>
                <a:gd name="T2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11" y="9"/>
                  </a:moveTo>
                  <a:lnTo>
                    <a:pt x="11" y="9"/>
                  </a:lnTo>
                  <a:lnTo>
                    <a:pt x="11" y="5"/>
                  </a:lnTo>
                  <a:lnTo>
                    <a:pt x="9" y="1"/>
                  </a:lnTo>
                  <a:lnTo>
                    <a:pt x="9" y="1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8" name="Freeform 221">
              <a:extLst>
                <a:ext uri="{FF2B5EF4-FFF2-40B4-BE49-F238E27FC236}">
                  <a16:creationId xmlns:a16="http://schemas.microsoft.com/office/drawing/2014/main" id="{F8CFDB92-283C-45D3-87E4-058BDD64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95 w 95"/>
                <a:gd name="T1" fmla="*/ 79 h 157"/>
                <a:gd name="T2" fmla="*/ 91 w 95"/>
                <a:gd name="T3" fmla="*/ 77 h 157"/>
                <a:gd name="T4" fmla="*/ 88 w 95"/>
                <a:gd name="T5" fmla="*/ 75 h 157"/>
                <a:gd name="T6" fmla="*/ 84 w 95"/>
                <a:gd name="T7" fmla="*/ 79 h 157"/>
                <a:gd name="T8" fmla="*/ 80 w 95"/>
                <a:gd name="T9" fmla="*/ 82 h 157"/>
                <a:gd name="T10" fmla="*/ 68 w 95"/>
                <a:gd name="T11" fmla="*/ 82 h 157"/>
                <a:gd name="T12" fmla="*/ 57 w 95"/>
                <a:gd name="T13" fmla="*/ 75 h 157"/>
                <a:gd name="T14" fmla="*/ 57 w 95"/>
                <a:gd name="T15" fmla="*/ 59 h 157"/>
                <a:gd name="T16" fmla="*/ 53 w 95"/>
                <a:gd name="T17" fmla="*/ 57 h 157"/>
                <a:gd name="T18" fmla="*/ 53 w 95"/>
                <a:gd name="T19" fmla="*/ 53 h 157"/>
                <a:gd name="T20" fmla="*/ 51 w 95"/>
                <a:gd name="T21" fmla="*/ 51 h 157"/>
                <a:gd name="T22" fmla="*/ 46 w 95"/>
                <a:gd name="T23" fmla="*/ 61 h 157"/>
                <a:gd name="T24" fmla="*/ 44 w 95"/>
                <a:gd name="T25" fmla="*/ 61 h 157"/>
                <a:gd name="T26" fmla="*/ 38 w 95"/>
                <a:gd name="T27" fmla="*/ 57 h 157"/>
                <a:gd name="T28" fmla="*/ 37 w 95"/>
                <a:gd name="T29" fmla="*/ 35 h 157"/>
                <a:gd name="T30" fmla="*/ 35 w 95"/>
                <a:gd name="T31" fmla="*/ 24 h 157"/>
                <a:gd name="T32" fmla="*/ 27 w 95"/>
                <a:gd name="T33" fmla="*/ 24 h 157"/>
                <a:gd name="T34" fmla="*/ 29 w 95"/>
                <a:gd name="T35" fmla="*/ 19 h 157"/>
                <a:gd name="T36" fmla="*/ 18 w 95"/>
                <a:gd name="T37" fmla="*/ 10 h 157"/>
                <a:gd name="T38" fmla="*/ 15 w 95"/>
                <a:gd name="T39" fmla="*/ 11 h 157"/>
                <a:gd name="T40" fmla="*/ 13 w 95"/>
                <a:gd name="T41" fmla="*/ 15 h 157"/>
                <a:gd name="T42" fmla="*/ 6 w 95"/>
                <a:gd name="T43" fmla="*/ 4 h 157"/>
                <a:gd name="T44" fmla="*/ 7 w 95"/>
                <a:gd name="T45" fmla="*/ 2 h 157"/>
                <a:gd name="T46" fmla="*/ 2 w 95"/>
                <a:gd name="T47" fmla="*/ 0 h 157"/>
                <a:gd name="T48" fmla="*/ 2 w 95"/>
                <a:gd name="T49" fmla="*/ 0 h 157"/>
                <a:gd name="T50" fmla="*/ 0 w 95"/>
                <a:gd name="T51" fmla="*/ 4 h 157"/>
                <a:gd name="T52" fmla="*/ 0 w 95"/>
                <a:gd name="T53" fmla="*/ 4 h 157"/>
                <a:gd name="T54" fmla="*/ 9 w 95"/>
                <a:gd name="T55" fmla="*/ 15 h 157"/>
                <a:gd name="T56" fmla="*/ 15 w 95"/>
                <a:gd name="T57" fmla="*/ 30 h 157"/>
                <a:gd name="T58" fmla="*/ 24 w 95"/>
                <a:gd name="T59" fmla="*/ 39 h 157"/>
                <a:gd name="T60" fmla="*/ 26 w 95"/>
                <a:gd name="T61" fmla="*/ 44 h 157"/>
                <a:gd name="T62" fmla="*/ 29 w 95"/>
                <a:gd name="T63" fmla="*/ 44 h 157"/>
                <a:gd name="T64" fmla="*/ 29 w 95"/>
                <a:gd name="T65" fmla="*/ 50 h 157"/>
                <a:gd name="T66" fmla="*/ 27 w 95"/>
                <a:gd name="T67" fmla="*/ 55 h 157"/>
                <a:gd name="T68" fmla="*/ 31 w 95"/>
                <a:gd name="T69" fmla="*/ 59 h 157"/>
                <a:gd name="T70" fmla="*/ 35 w 95"/>
                <a:gd name="T71" fmla="*/ 61 h 157"/>
                <a:gd name="T72" fmla="*/ 33 w 95"/>
                <a:gd name="T73" fmla="*/ 66 h 157"/>
                <a:gd name="T74" fmla="*/ 33 w 95"/>
                <a:gd name="T75" fmla="*/ 68 h 157"/>
                <a:gd name="T76" fmla="*/ 35 w 95"/>
                <a:gd name="T77" fmla="*/ 73 h 157"/>
                <a:gd name="T78" fmla="*/ 33 w 95"/>
                <a:gd name="T79" fmla="*/ 95 h 157"/>
                <a:gd name="T80" fmla="*/ 18 w 95"/>
                <a:gd name="T81" fmla="*/ 110 h 157"/>
                <a:gd name="T82" fmla="*/ 26 w 95"/>
                <a:gd name="T83" fmla="*/ 115 h 157"/>
                <a:gd name="T84" fmla="*/ 38 w 95"/>
                <a:gd name="T85" fmla="*/ 124 h 157"/>
                <a:gd name="T86" fmla="*/ 42 w 95"/>
                <a:gd name="T87" fmla="*/ 133 h 157"/>
                <a:gd name="T88" fmla="*/ 37 w 95"/>
                <a:gd name="T89" fmla="*/ 144 h 157"/>
                <a:gd name="T90" fmla="*/ 37 w 95"/>
                <a:gd name="T91" fmla="*/ 153 h 157"/>
                <a:gd name="T92" fmla="*/ 51 w 95"/>
                <a:gd name="T93" fmla="*/ 157 h 157"/>
                <a:gd name="T94" fmla="*/ 57 w 95"/>
                <a:gd name="T95" fmla="*/ 153 h 157"/>
                <a:gd name="T96" fmla="*/ 64 w 95"/>
                <a:gd name="T97" fmla="*/ 133 h 157"/>
                <a:gd name="T98" fmla="*/ 69 w 95"/>
                <a:gd name="T99" fmla="*/ 130 h 157"/>
                <a:gd name="T100" fmla="*/ 73 w 95"/>
                <a:gd name="T101" fmla="*/ 122 h 157"/>
                <a:gd name="T102" fmla="*/ 73 w 95"/>
                <a:gd name="T103" fmla="*/ 119 h 157"/>
                <a:gd name="T104" fmla="*/ 71 w 95"/>
                <a:gd name="T105" fmla="*/ 115 h 157"/>
                <a:gd name="T106" fmla="*/ 71 w 95"/>
                <a:gd name="T107" fmla="*/ 115 h 157"/>
                <a:gd name="T108" fmla="*/ 75 w 95"/>
                <a:gd name="T109" fmla="*/ 110 h 157"/>
                <a:gd name="T110" fmla="*/ 88 w 95"/>
                <a:gd name="T111" fmla="*/ 112 h 157"/>
                <a:gd name="T112" fmla="*/ 88 w 95"/>
                <a:gd name="T113" fmla="*/ 108 h 157"/>
                <a:gd name="T114" fmla="*/ 86 w 95"/>
                <a:gd name="T115" fmla="*/ 102 h 157"/>
                <a:gd name="T116" fmla="*/ 91 w 95"/>
                <a:gd name="T117" fmla="*/ 95 h 157"/>
                <a:gd name="T118" fmla="*/ 95 w 95"/>
                <a:gd name="T119" fmla="*/ 88 h 157"/>
                <a:gd name="T120" fmla="*/ 95 w 95"/>
                <a:gd name="T12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95" y="79"/>
                  </a:moveTo>
                  <a:lnTo>
                    <a:pt x="95" y="79"/>
                  </a:lnTo>
                  <a:lnTo>
                    <a:pt x="93" y="79"/>
                  </a:lnTo>
                  <a:lnTo>
                    <a:pt x="91" y="77"/>
                  </a:lnTo>
                  <a:lnTo>
                    <a:pt x="91" y="75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84" y="79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75" y="84"/>
                  </a:lnTo>
                  <a:lnTo>
                    <a:pt x="68" y="82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7" y="66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3" y="57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8" y="59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0" y="59"/>
                  </a:lnTo>
                  <a:lnTo>
                    <a:pt x="38" y="57"/>
                  </a:lnTo>
                  <a:lnTo>
                    <a:pt x="37" y="48"/>
                  </a:lnTo>
                  <a:lnTo>
                    <a:pt x="37" y="35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9" y="10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20" y="35"/>
                  </a:lnTo>
                  <a:lnTo>
                    <a:pt x="24" y="39"/>
                  </a:lnTo>
                  <a:lnTo>
                    <a:pt x="26" y="40"/>
                  </a:lnTo>
                  <a:lnTo>
                    <a:pt x="26" y="44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31" y="48"/>
                  </a:lnTo>
                  <a:lnTo>
                    <a:pt x="29" y="50"/>
                  </a:lnTo>
                  <a:lnTo>
                    <a:pt x="27" y="53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1" y="59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5" y="70"/>
                  </a:lnTo>
                  <a:lnTo>
                    <a:pt x="35" y="73"/>
                  </a:lnTo>
                  <a:lnTo>
                    <a:pt x="35" y="84"/>
                  </a:lnTo>
                  <a:lnTo>
                    <a:pt x="33" y="95"/>
                  </a:lnTo>
                  <a:lnTo>
                    <a:pt x="29" y="10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26" y="115"/>
                  </a:lnTo>
                  <a:lnTo>
                    <a:pt x="35" y="121"/>
                  </a:lnTo>
                  <a:lnTo>
                    <a:pt x="38" y="124"/>
                  </a:lnTo>
                  <a:lnTo>
                    <a:pt x="40" y="128"/>
                  </a:lnTo>
                  <a:lnTo>
                    <a:pt x="42" y="133"/>
                  </a:lnTo>
                  <a:lnTo>
                    <a:pt x="42" y="139"/>
                  </a:lnTo>
                  <a:lnTo>
                    <a:pt x="37" y="144"/>
                  </a:lnTo>
                  <a:lnTo>
                    <a:pt x="37" y="144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51" y="157"/>
                  </a:lnTo>
                  <a:lnTo>
                    <a:pt x="55" y="155"/>
                  </a:lnTo>
                  <a:lnTo>
                    <a:pt x="57" y="153"/>
                  </a:lnTo>
                  <a:lnTo>
                    <a:pt x="58" y="146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69" y="130"/>
                  </a:lnTo>
                  <a:lnTo>
                    <a:pt x="73" y="126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19"/>
                  </a:lnTo>
                  <a:lnTo>
                    <a:pt x="73" y="117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2"/>
                  </a:lnTo>
                  <a:lnTo>
                    <a:pt x="75" y="110"/>
                  </a:lnTo>
                  <a:lnTo>
                    <a:pt x="84" y="108"/>
                  </a:lnTo>
                  <a:lnTo>
                    <a:pt x="88" y="112"/>
                  </a:lnTo>
                  <a:lnTo>
                    <a:pt x="88" y="112"/>
                  </a:lnTo>
                  <a:lnTo>
                    <a:pt x="88" y="108"/>
                  </a:lnTo>
                  <a:lnTo>
                    <a:pt x="88" y="106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91" y="95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2"/>
                  </a:lnTo>
                  <a:lnTo>
                    <a:pt x="95" y="79"/>
                  </a:lnTo>
                  <a:lnTo>
                    <a:pt x="95" y="7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9" name="Freeform 222">
              <a:extLst>
                <a:ext uri="{FF2B5EF4-FFF2-40B4-BE49-F238E27FC236}">
                  <a16:creationId xmlns:a16="http://schemas.microsoft.com/office/drawing/2014/main" id="{82E0CF05-6B6B-46A3-8ECD-D534E5F5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123 w 123"/>
                <a:gd name="T1" fmla="*/ 13 h 141"/>
                <a:gd name="T2" fmla="*/ 120 w 123"/>
                <a:gd name="T3" fmla="*/ 15 h 141"/>
                <a:gd name="T4" fmla="*/ 122 w 123"/>
                <a:gd name="T5" fmla="*/ 19 h 141"/>
                <a:gd name="T6" fmla="*/ 114 w 123"/>
                <a:gd name="T7" fmla="*/ 11 h 141"/>
                <a:gd name="T8" fmla="*/ 111 w 123"/>
                <a:gd name="T9" fmla="*/ 15 h 141"/>
                <a:gd name="T10" fmla="*/ 111 w 123"/>
                <a:gd name="T11" fmla="*/ 19 h 141"/>
                <a:gd name="T12" fmla="*/ 107 w 123"/>
                <a:gd name="T13" fmla="*/ 19 h 141"/>
                <a:gd name="T14" fmla="*/ 103 w 123"/>
                <a:gd name="T15" fmla="*/ 19 h 141"/>
                <a:gd name="T16" fmla="*/ 102 w 123"/>
                <a:gd name="T17" fmla="*/ 0 h 141"/>
                <a:gd name="T18" fmla="*/ 94 w 123"/>
                <a:gd name="T19" fmla="*/ 0 h 141"/>
                <a:gd name="T20" fmla="*/ 91 w 123"/>
                <a:gd name="T21" fmla="*/ 6 h 141"/>
                <a:gd name="T22" fmla="*/ 87 w 123"/>
                <a:gd name="T23" fmla="*/ 8 h 141"/>
                <a:gd name="T24" fmla="*/ 87 w 123"/>
                <a:gd name="T25" fmla="*/ 17 h 141"/>
                <a:gd name="T26" fmla="*/ 87 w 123"/>
                <a:gd name="T27" fmla="*/ 26 h 141"/>
                <a:gd name="T28" fmla="*/ 83 w 123"/>
                <a:gd name="T29" fmla="*/ 28 h 141"/>
                <a:gd name="T30" fmla="*/ 80 w 123"/>
                <a:gd name="T31" fmla="*/ 30 h 141"/>
                <a:gd name="T32" fmla="*/ 80 w 123"/>
                <a:gd name="T33" fmla="*/ 39 h 141"/>
                <a:gd name="T34" fmla="*/ 76 w 123"/>
                <a:gd name="T35" fmla="*/ 39 h 141"/>
                <a:gd name="T36" fmla="*/ 74 w 123"/>
                <a:gd name="T37" fmla="*/ 40 h 141"/>
                <a:gd name="T38" fmla="*/ 60 w 123"/>
                <a:gd name="T39" fmla="*/ 68 h 141"/>
                <a:gd name="T40" fmla="*/ 52 w 123"/>
                <a:gd name="T41" fmla="*/ 75 h 141"/>
                <a:gd name="T42" fmla="*/ 41 w 123"/>
                <a:gd name="T43" fmla="*/ 79 h 141"/>
                <a:gd name="T44" fmla="*/ 31 w 123"/>
                <a:gd name="T45" fmla="*/ 82 h 141"/>
                <a:gd name="T46" fmla="*/ 29 w 123"/>
                <a:gd name="T47" fmla="*/ 84 h 141"/>
                <a:gd name="T48" fmla="*/ 29 w 123"/>
                <a:gd name="T49" fmla="*/ 90 h 141"/>
                <a:gd name="T50" fmla="*/ 23 w 123"/>
                <a:gd name="T51" fmla="*/ 93 h 141"/>
                <a:gd name="T52" fmla="*/ 20 w 123"/>
                <a:gd name="T53" fmla="*/ 93 h 141"/>
                <a:gd name="T54" fmla="*/ 16 w 123"/>
                <a:gd name="T55" fmla="*/ 93 h 141"/>
                <a:gd name="T56" fmla="*/ 10 w 123"/>
                <a:gd name="T57" fmla="*/ 99 h 141"/>
                <a:gd name="T58" fmla="*/ 3 w 123"/>
                <a:gd name="T59" fmla="*/ 106 h 141"/>
                <a:gd name="T60" fmla="*/ 3 w 123"/>
                <a:gd name="T61" fmla="*/ 113 h 141"/>
                <a:gd name="T62" fmla="*/ 1 w 123"/>
                <a:gd name="T63" fmla="*/ 121 h 141"/>
                <a:gd name="T64" fmla="*/ 0 w 123"/>
                <a:gd name="T65" fmla="*/ 124 h 141"/>
                <a:gd name="T66" fmla="*/ 1 w 123"/>
                <a:gd name="T67" fmla="*/ 132 h 141"/>
                <a:gd name="T68" fmla="*/ 5 w 123"/>
                <a:gd name="T69" fmla="*/ 133 h 141"/>
                <a:gd name="T70" fmla="*/ 14 w 123"/>
                <a:gd name="T71" fmla="*/ 130 h 141"/>
                <a:gd name="T72" fmla="*/ 21 w 123"/>
                <a:gd name="T73" fmla="*/ 139 h 141"/>
                <a:gd name="T74" fmla="*/ 31 w 123"/>
                <a:gd name="T75" fmla="*/ 141 h 141"/>
                <a:gd name="T76" fmla="*/ 45 w 123"/>
                <a:gd name="T77" fmla="*/ 141 h 141"/>
                <a:gd name="T78" fmla="*/ 49 w 123"/>
                <a:gd name="T79" fmla="*/ 139 h 141"/>
                <a:gd name="T80" fmla="*/ 60 w 123"/>
                <a:gd name="T81" fmla="*/ 122 h 141"/>
                <a:gd name="T82" fmla="*/ 72 w 123"/>
                <a:gd name="T83" fmla="*/ 101 h 141"/>
                <a:gd name="T84" fmla="*/ 72 w 123"/>
                <a:gd name="T85" fmla="*/ 95 h 141"/>
                <a:gd name="T86" fmla="*/ 72 w 123"/>
                <a:gd name="T87" fmla="*/ 90 h 141"/>
                <a:gd name="T88" fmla="*/ 76 w 123"/>
                <a:gd name="T89" fmla="*/ 86 h 141"/>
                <a:gd name="T90" fmla="*/ 98 w 123"/>
                <a:gd name="T91" fmla="*/ 79 h 141"/>
                <a:gd name="T92" fmla="*/ 98 w 123"/>
                <a:gd name="T93" fmla="*/ 71 h 141"/>
                <a:gd name="T94" fmla="*/ 96 w 123"/>
                <a:gd name="T95" fmla="*/ 68 h 141"/>
                <a:gd name="T96" fmla="*/ 123 w 123"/>
                <a:gd name="T97" fmla="*/ 35 h 141"/>
                <a:gd name="T98" fmla="*/ 123 w 123"/>
                <a:gd name="T99" fmla="*/ 26 h 141"/>
                <a:gd name="T100" fmla="*/ 123 w 123"/>
                <a:gd name="T101" fmla="*/ 1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123" y="13"/>
                  </a:moveTo>
                  <a:lnTo>
                    <a:pt x="123" y="13"/>
                  </a:lnTo>
                  <a:lnTo>
                    <a:pt x="122" y="13"/>
                  </a:lnTo>
                  <a:lnTo>
                    <a:pt x="120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6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1" y="15"/>
                  </a:lnTo>
                  <a:lnTo>
                    <a:pt x="111" y="17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07" y="19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2" y="8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1" y="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13"/>
                  </a:lnTo>
                  <a:lnTo>
                    <a:pt x="87" y="17"/>
                  </a:lnTo>
                  <a:lnTo>
                    <a:pt x="87" y="20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3" y="28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0" y="33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76" y="39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65" y="61"/>
                  </a:lnTo>
                  <a:lnTo>
                    <a:pt x="60" y="68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47" y="77"/>
                  </a:lnTo>
                  <a:lnTo>
                    <a:pt x="41" y="79"/>
                  </a:lnTo>
                  <a:lnTo>
                    <a:pt x="36" y="79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23" y="93"/>
                  </a:lnTo>
                  <a:lnTo>
                    <a:pt x="23" y="93"/>
                  </a:lnTo>
                  <a:lnTo>
                    <a:pt x="20" y="93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12" y="97"/>
                  </a:lnTo>
                  <a:lnTo>
                    <a:pt x="10" y="99"/>
                  </a:lnTo>
                  <a:lnTo>
                    <a:pt x="9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3" y="113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4"/>
                  </a:lnTo>
                  <a:lnTo>
                    <a:pt x="0" y="128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5" y="133"/>
                  </a:lnTo>
                  <a:lnTo>
                    <a:pt x="10" y="132"/>
                  </a:lnTo>
                  <a:lnTo>
                    <a:pt x="14" y="130"/>
                  </a:lnTo>
                  <a:lnTo>
                    <a:pt x="18" y="13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31" y="141"/>
                  </a:lnTo>
                  <a:lnTo>
                    <a:pt x="38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9" y="139"/>
                  </a:lnTo>
                  <a:lnTo>
                    <a:pt x="52" y="135"/>
                  </a:lnTo>
                  <a:lnTo>
                    <a:pt x="60" y="122"/>
                  </a:lnTo>
                  <a:lnTo>
                    <a:pt x="67" y="112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72" y="95"/>
                  </a:lnTo>
                  <a:lnTo>
                    <a:pt x="71" y="91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8" y="71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109" y="5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26"/>
                  </a:lnTo>
                  <a:lnTo>
                    <a:pt x="123" y="13"/>
                  </a:lnTo>
                  <a:lnTo>
                    <a:pt x="123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0" name="Freeform 223">
              <a:extLst>
                <a:ext uri="{FF2B5EF4-FFF2-40B4-BE49-F238E27FC236}">
                  <a16:creationId xmlns:a16="http://schemas.microsoft.com/office/drawing/2014/main" id="{64BDB8DD-CD44-4BC1-85C8-1F18BA7D3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480" y="4551635"/>
              <a:ext cx="59320" cy="59320"/>
            </a:xfrm>
            <a:custGeom>
              <a:avLst/>
              <a:gdLst>
                <a:gd name="T0" fmla="*/ 13 w 40"/>
                <a:gd name="T1" fmla="*/ 27 h 40"/>
                <a:gd name="T2" fmla="*/ 13 w 40"/>
                <a:gd name="T3" fmla="*/ 27 h 40"/>
                <a:gd name="T4" fmla="*/ 4 w 40"/>
                <a:gd name="T5" fmla="*/ 33 h 40"/>
                <a:gd name="T6" fmla="*/ 4 w 40"/>
                <a:gd name="T7" fmla="*/ 33 h 40"/>
                <a:gd name="T8" fmla="*/ 0 w 40"/>
                <a:gd name="T9" fmla="*/ 35 h 40"/>
                <a:gd name="T10" fmla="*/ 0 w 40"/>
                <a:gd name="T11" fmla="*/ 36 h 40"/>
                <a:gd name="T12" fmla="*/ 6 w 40"/>
                <a:gd name="T13" fmla="*/ 40 h 40"/>
                <a:gd name="T14" fmla="*/ 20 w 40"/>
                <a:gd name="T15" fmla="*/ 40 h 40"/>
                <a:gd name="T16" fmla="*/ 20 w 40"/>
                <a:gd name="T17" fmla="*/ 40 h 40"/>
                <a:gd name="T18" fmla="*/ 20 w 40"/>
                <a:gd name="T19" fmla="*/ 35 h 40"/>
                <a:gd name="T20" fmla="*/ 20 w 40"/>
                <a:gd name="T21" fmla="*/ 31 h 40"/>
                <a:gd name="T22" fmla="*/ 20 w 40"/>
                <a:gd name="T23" fmla="*/ 31 h 40"/>
                <a:gd name="T24" fmla="*/ 13 w 40"/>
                <a:gd name="T25" fmla="*/ 27 h 40"/>
                <a:gd name="T26" fmla="*/ 13 w 40"/>
                <a:gd name="T27" fmla="*/ 27 h 40"/>
                <a:gd name="T28" fmla="*/ 33 w 40"/>
                <a:gd name="T29" fmla="*/ 2 h 40"/>
                <a:gd name="T30" fmla="*/ 33 w 40"/>
                <a:gd name="T31" fmla="*/ 2 h 40"/>
                <a:gd name="T32" fmla="*/ 20 w 40"/>
                <a:gd name="T33" fmla="*/ 9 h 40"/>
                <a:gd name="T34" fmla="*/ 17 w 40"/>
                <a:gd name="T35" fmla="*/ 15 h 40"/>
                <a:gd name="T36" fmla="*/ 19 w 40"/>
                <a:gd name="T37" fmla="*/ 16 h 40"/>
                <a:gd name="T38" fmla="*/ 24 w 40"/>
                <a:gd name="T39" fmla="*/ 16 h 40"/>
                <a:gd name="T40" fmla="*/ 24 w 40"/>
                <a:gd name="T41" fmla="*/ 16 h 40"/>
                <a:gd name="T42" fmla="*/ 29 w 40"/>
                <a:gd name="T43" fmla="*/ 13 h 40"/>
                <a:gd name="T44" fmla="*/ 37 w 40"/>
                <a:gd name="T45" fmla="*/ 5 h 40"/>
                <a:gd name="T46" fmla="*/ 39 w 40"/>
                <a:gd name="T47" fmla="*/ 4 h 40"/>
                <a:gd name="T48" fmla="*/ 40 w 40"/>
                <a:gd name="T49" fmla="*/ 2 h 40"/>
                <a:gd name="T50" fmla="*/ 39 w 40"/>
                <a:gd name="T51" fmla="*/ 0 h 40"/>
                <a:gd name="T52" fmla="*/ 33 w 40"/>
                <a:gd name="T53" fmla="*/ 2 h 40"/>
                <a:gd name="T54" fmla="*/ 33 w 40"/>
                <a:gd name="T5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40">
                  <a:moveTo>
                    <a:pt x="13" y="27"/>
                  </a:moveTo>
                  <a:lnTo>
                    <a:pt x="13" y="2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0" y="35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13" y="27"/>
                  </a:lnTo>
                  <a:lnTo>
                    <a:pt x="13" y="27"/>
                  </a:lnTo>
                  <a:close/>
                  <a:moveTo>
                    <a:pt x="33" y="2"/>
                  </a:moveTo>
                  <a:lnTo>
                    <a:pt x="33" y="2"/>
                  </a:lnTo>
                  <a:lnTo>
                    <a:pt x="20" y="9"/>
                  </a:lnTo>
                  <a:lnTo>
                    <a:pt x="17" y="15"/>
                  </a:lnTo>
                  <a:lnTo>
                    <a:pt x="19" y="16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13"/>
                  </a:lnTo>
                  <a:lnTo>
                    <a:pt x="37" y="5"/>
                  </a:lnTo>
                  <a:lnTo>
                    <a:pt x="39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1" name="Freeform 224">
              <a:extLst>
                <a:ext uri="{FF2B5EF4-FFF2-40B4-BE49-F238E27FC236}">
                  <a16:creationId xmlns:a16="http://schemas.microsoft.com/office/drawing/2014/main" id="{224BCA64-85D9-4401-AAAE-B81668451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700" y="2387932"/>
              <a:ext cx="93430" cy="78600"/>
            </a:xfrm>
            <a:custGeom>
              <a:avLst/>
              <a:gdLst>
                <a:gd name="T0" fmla="*/ 62 w 63"/>
                <a:gd name="T1" fmla="*/ 7 h 53"/>
                <a:gd name="T2" fmla="*/ 62 w 63"/>
                <a:gd name="T3" fmla="*/ 7 h 53"/>
                <a:gd name="T4" fmla="*/ 60 w 63"/>
                <a:gd name="T5" fmla="*/ 7 h 53"/>
                <a:gd name="T6" fmla="*/ 60 w 63"/>
                <a:gd name="T7" fmla="*/ 7 h 53"/>
                <a:gd name="T8" fmla="*/ 60 w 63"/>
                <a:gd name="T9" fmla="*/ 3 h 53"/>
                <a:gd name="T10" fmla="*/ 60 w 63"/>
                <a:gd name="T11" fmla="*/ 3 h 53"/>
                <a:gd name="T12" fmla="*/ 54 w 63"/>
                <a:gd name="T13" fmla="*/ 2 h 53"/>
                <a:gd name="T14" fmla="*/ 49 w 63"/>
                <a:gd name="T15" fmla="*/ 0 h 53"/>
                <a:gd name="T16" fmla="*/ 42 w 63"/>
                <a:gd name="T17" fmla="*/ 0 h 53"/>
                <a:gd name="T18" fmla="*/ 34 w 63"/>
                <a:gd name="T19" fmla="*/ 0 h 53"/>
                <a:gd name="T20" fmla="*/ 34 w 63"/>
                <a:gd name="T21" fmla="*/ 0 h 53"/>
                <a:gd name="T22" fmla="*/ 31 w 63"/>
                <a:gd name="T23" fmla="*/ 7 h 53"/>
                <a:gd name="T24" fmla="*/ 31 w 63"/>
                <a:gd name="T25" fmla="*/ 7 h 53"/>
                <a:gd name="T26" fmla="*/ 25 w 63"/>
                <a:gd name="T27" fmla="*/ 9 h 53"/>
                <a:gd name="T28" fmla="*/ 21 w 63"/>
                <a:gd name="T29" fmla="*/ 11 h 53"/>
                <a:gd name="T30" fmla="*/ 21 w 63"/>
                <a:gd name="T31" fmla="*/ 11 h 53"/>
                <a:gd name="T32" fmla="*/ 18 w 63"/>
                <a:gd name="T33" fmla="*/ 16 h 53"/>
                <a:gd name="T34" fmla="*/ 16 w 63"/>
                <a:gd name="T35" fmla="*/ 23 h 53"/>
                <a:gd name="T36" fmla="*/ 14 w 63"/>
                <a:gd name="T37" fmla="*/ 42 h 53"/>
                <a:gd name="T38" fmla="*/ 14 w 63"/>
                <a:gd name="T39" fmla="*/ 42 h 53"/>
                <a:gd name="T40" fmla="*/ 0 w 63"/>
                <a:gd name="T41" fmla="*/ 43 h 53"/>
                <a:gd name="T42" fmla="*/ 0 w 63"/>
                <a:gd name="T43" fmla="*/ 43 h 53"/>
                <a:gd name="T44" fmla="*/ 0 w 63"/>
                <a:gd name="T45" fmla="*/ 45 h 53"/>
                <a:gd name="T46" fmla="*/ 3 w 63"/>
                <a:gd name="T47" fmla="*/ 49 h 53"/>
                <a:gd name="T48" fmla="*/ 9 w 63"/>
                <a:gd name="T49" fmla="*/ 51 h 53"/>
                <a:gd name="T50" fmla="*/ 9 w 63"/>
                <a:gd name="T51" fmla="*/ 51 h 53"/>
                <a:gd name="T52" fmla="*/ 12 w 63"/>
                <a:gd name="T53" fmla="*/ 51 h 53"/>
                <a:gd name="T54" fmla="*/ 14 w 63"/>
                <a:gd name="T55" fmla="*/ 49 h 53"/>
                <a:gd name="T56" fmla="*/ 18 w 63"/>
                <a:gd name="T57" fmla="*/ 47 h 53"/>
                <a:gd name="T58" fmla="*/ 18 w 63"/>
                <a:gd name="T59" fmla="*/ 47 h 53"/>
                <a:gd name="T60" fmla="*/ 23 w 63"/>
                <a:gd name="T61" fmla="*/ 47 h 53"/>
                <a:gd name="T62" fmla="*/ 25 w 63"/>
                <a:gd name="T63" fmla="*/ 47 h 53"/>
                <a:gd name="T64" fmla="*/ 25 w 63"/>
                <a:gd name="T65" fmla="*/ 49 h 53"/>
                <a:gd name="T66" fmla="*/ 25 w 63"/>
                <a:gd name="T67" fmla="*/ 49 h 53"/>
                <a:gd name="T68" fmla="*/ 27 w 63"/>
                <a:gd name="T69" fmla="*/ 51 h 53"/>
                <a:gd name="T70" fmla="*/ 29 w 63"/>
                <a:gd name="T71" fmla="*/ 53 h 53"/>
                <a:gd name="T72" fmla="*/ 32 w 63"/>
                <a:gd name="T73" fmla="*/ 53 h 53"/>
                <a:gd name="T74" fmla="*/ 32 w 63"/>
                <a:gd name="T75" fmla="*/ 53 h 53"/>
                <a:gd name="T76" fmla="*/ 38 w 63"/>
                <a:gd name="T77" fmla="*/ 38 h 53"/>
                <a:gd name="T78" fmla="*/ 38 w 63"/>
                <a:gd name="T79" fmla="*/ 38 h 53"/>
                <a:gd name="T80" fmla="*/ 40 w 63"/>
                <a:gd name="T81" fmla="*/ 32 h 53"/>
                <a:gd name="T82" fmla="*/ 42 w 63"/>
                <a:gd name="T83" fmla="*/ 31 h 53"/>
                <a:gd name="T84" fmla="*/ 47 w 63"/>
                <a:gd name="T85" fmla="*/ 32 h 53"/>
                <a:gd name="T86" fmla="*/ 47 w 63"/>
                <a:gd name="T87" fmla="*/ 32 h 53"/>
                <a:gd name="T88" fmla="*/ 51 w 63"/>
                <a:gd name="T89" fmla="*/ 32 h 53"/>
                <a:gd name="T90" fmla="*/ 52 w 63"/>
                <a:gd name="T91" fmla="*/ 32 h 53"/>
                <a:gd name="T92" fmla="*/ 54 w 63"/>
                <a:gd name="T93" fmla="*/ 29 h 53"/>
                <a:gd name="T94" fmla="*/ 54 w 63"/>
                <a:gd name="T95" fmla="*/ 29 h 53"/>
                <a:gd name="T96" fmla="*/ 58 w 63"/>
                <a:gd name="T97" fmla="*/ 27 h 53"/>
                <a:gd name="T98" fmla="*/ 62 w 63"/>
                <a:gd name="T99" fmla="*/ 27 h 53"/>
                <a:gd name="T100" fmla="*/ 60 w 63"/>
                <a:gd name="T101" fmla="*/ 25 h 53"/>
                <a:gd name="T102" fmla="*/ 60 w 63"/>
                <a:gd name="T103" fmla="*/ 25 h 53"/>
                <a:gd name="T104" fmla="*/ 58 w 63"/>
                <a:gd name="T105" fmla="*/ 23 h 53"/>
                <a:gd name="T106" fmla="*/ 58 w 63"/>
                <a:gd name="T107" fmla="*/ 22 h 53"/>
                <a:gd name="T108" fmla="*/ 60 w 63"/>
                <a:gd name="T109" fmla="*/ 20 h 53"/>
                <a:gd name="T110" fmla="*/ 62 w 63"/>
                <a:gd name="T111" fmla="*/ 20 h 53"/>
                <a:gd name="T112" fmla="*/ 62 w 63"/>
                <a:gd name="T113" fmla="*/ 20 h 53"/>
                <a:gd name="T114" fmla="*/ 62 w 63"/>
                <a:gd name="T115" fmla="*/ 20 h 53"/>
                <a:gd name="T116" fmla="*/ 63 w 63"/>
                <a:gd name="T117" fmla="*/ 18 h 53"/>
                <a:gd name="T118" fmla="*/ 63 w 63"/>
                <a:gd name="T119" fmla="*/ 14 h 53"/>
                <a:gd name="T120" fmla="*/ 62 w 63"/>
                <a:gd name="T121" fmla="*/ 7 h 53"/>
                <a:gd name="T122" fmla="*/ 62 w 63"/>
                <a:gd name="T12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" h="53">
                  <a:moveTo>
                    <a:pt x="62" y="7"/>
                  </a:moveTo>
                  <a:lnTo>
                    <a:pt x="62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25" y="9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8" y="16"/>
                  </a:lnTo>
                  <a:lnTo>
                    <a:pt x="16" y="23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3" y="49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51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2" y="31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51" y="32"/>
                  </a:lnTo>
                  <a:lnTo>
                    <a:pt x="52" y="32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8" y="27"/>
                  </a:lnTo>
                  <a:lnTo>
                    <a:pt x="62" y="27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2" y="7"/>
                  </a:lnTo>
                  <a:lnTo>
                    <a:pt x="62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2" name="Freeform 225">
              <a:extLst>
                <a:ext uri="{FF2B5EF4-FFF2-40B4-BE49-F238E27FC236}">
                  <a16:creationId xmlns:a16="http://schemas.microsoft.com/office/drawing/2014/main" id="{D97CA7D6-CAED-4298-B007-F871CCF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550" y="3163543"/>
              <a:ext cx="191308" cy="115674"/>
            </a:xfrm>
            <a:custGeom>
              <a:avLst/>
              <a:gdLst>
                <a:gd name="T0" fmla="*/ 128 w 129"/>
                <a:gd name="T1" fmla="*/ 49 h 78"/>
                <a:gd name="T2" fmla="*/ 117 w 129"/>
                <a:gd name="T3" fmla="*/ 47 h 78"/>
                <a:gd name="T4" fmla="*/ 102 w 129"/>
                <a:gd name="T5" fmla="*/ 47 h 78"/>
                <a:gd name="T6" fmla="*/ 95 w 129"/>
                <a:gd name="T7" fmla="*/ 41 h 78"/>
                <a:gd name="T8" fmla="*/ 87 w 129"/>
                <a:gd name="T9" fmla="*/ 41 h 78"/>
                <a:gd name="T10" fmla="*/ 84 w 129"/>
                <a:gd name="T11" fmla="*/ 34 h 78"/>
                <a:gd name="T12" fmla="*/ 77 w 129"/>
                <a:gd name="T13" fmla="*/ 27 h 78"/>
                <a:gd name="T14" fmla="*/ 67 w 129"/>
                <a:gd name="T15" fmla="*/ 23 h 78"/>
                <a:gd name="T16" fmla="*/ 67 w 129"/>
                <a:gd name="T17" fmla="*/ 16 h 78"/>
                <a:gd name="T18" fmla="*/ 62 w 129"/>
                <a:gd name="T19" fmla="*/ 12 h 78"/>
                <a:gd name="T20" fmla="*/ 53 w 129"/>
                <a:gd name="T21" fmla="*/ 14 h 78"/>
                <a:gd name="T22" fmla="*/ 47 w 129"/>
                <a:gd name="T23" fmla="*/ 14 h 78"/>
                <a:gd name="T24" fmla="*/ 40 w 129"/>
                <a:gd name="T25" fmla="*/ 1 h 78"/>
                <a:gd name="T26" fmla="*/ 35 w 129"/>
                <a:gd name="T27" fmla="*/ 1 h 78"/>
                <a:gd name="T28" fmla="*/ 26 w 129"/>
                <a:gd name="T29" fmla="*/ 0 h 78"/>
                <a:gd name="T30" fmla="*/ 18 w 129"/>
                <a:gd name="T31" fmla="*/ 0 h 78"/>
                <a:gd name="T32" fmla="*/ 15 w 129"/>
                <a:gd name="T33" fmla="*/ 1 h 78"/>
                <a:gd name="T34" fmla="*/ 5 w 129"/>
                <a:gd name="T35" fmla="*/ 7 h 78"/>
                <a:gd name="T36" fmla="*/ 0 w 129"/>
                <a:gd name="T37" fmla="*/ 18 h 78"/>
                <a:gd name="T38" fmla="*/ 2 w 129"/>
                <a:gd name="T39" fmla="*/ 27 h 78"/>
                <a:gd name="T40" fmla="*/ 11 w 129"/>
                <a:gd name="T41" fmla="*/ 31 h 78"/>
                <a:gd name="T42" fmla="*/ 13 w 129"/>
                <a:gd name="T43" fmla="*/ 36 h 78"/>
                <a:gd name="T44" fmla="*/ 20 w 129"/>
                <a:gd name="T45" fmla="*/ 40 h 78"/>
                <a:gd name="T46" fmla="*/ 29 w 129"/>
                <a:gd name="T47" fmla="*/ 43 h 78"/>
                <a:gd name="T48" fmla="*/ 40 w 129"/>
                <a:gd name="T49" fmla="*/ 49 h 78"/>
                <a:gd name="T50" fmla="*/ 49 w 129"/>
                <a:gd name="T51" fmla="*/ 51 h 78"/>
                <a:gd name="T52" fmla="*/ 57 w 129"/>
                <a:gd name="T53" fmla="*/ 54 h 78"/>
                <a:gd name="T54" fmla="*/ 62 w 129"/>
                <a:gd name="T55" fmla="*/ 60 h 78"/>
                <a:gd name="T56" fmla="*/ 69 w 129"/>
                <a:gd name="T57" fmla="*/ 61 h 78"/>
                <a:gd name="T58" fmla="*/ 75 w 129"/>
                <a:gd name="T59" fmla="*/ 69 h 78"/>
                <a:gd name="T60" fmla="*/ 87 w 129"/>
                <a:gd name="T61" fmla="*/ 69 h 78"/>
                <a:gd name="T62" fmla="*/ 102 w 129"/>
                <a:gd name="T63" fmla="*/ 76 h 78"/>
                <a:gd name="T64" fmla="*/ 111 w 129"/>
                <a:gd name="T65" fmla="*/ 76 h 78"/>
                <a:gd name="T66" fmla="*/ 118 w 129"/>
                <a:gd name="T67" fmla="*/ 78 h 78"/>
                <a:gd name="T68" fmla="*/ 126 w 129"/>
                <a:gd name="T69" fmla="*/ 76 h 78"/>
                <a:gd name="T70" fmla="*/ 129 w 129"/>
                <a:gd name="T71" fmla="*/ 72 h 78"/>
                <a:gd name="T72" fmla="*/ 129 w 129"/>
                <a:gd name="T73" fmla="*/ 69 h 78"/>
                <a:gd name="T74" fmla="*/ 124 w 129"/>
                <a:gd name="T75" fmla="*/ 63 h 78"/>
                <a:gd name="T76" fmla="*/ 128 w 129"/>
                <a:gd name="T77" fmla="*/ 58 h 78"/>
                <a:gd name="T78" fmla="*/ 128 w 129"/>
                <a:gd name="T79" fmla="*/ 4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78">
                  <a:moveTo>
                    <a:pt x="128" y="49"/>
                  </a:moveTo>
                  <a:lnTo>
                    <a:pt x="117" y="47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41"/>
                  </a:lnTo>
                  <a:lnTo>
                    <a:pt x="84" y="34"/>
                  </a:lnTo>
                  <a:lnTo>
                    <a:pt x="77" y="27"/>
                  </a:lnTo>
                  <a:lnTo>
                    <a:pt x="67" y="23"/>
                  </a:lnTo>
                  <a:lnTo>
                    <a:pt x="67" y="16"/>
                  </a:lnTo>
                  <a:lnTo>
                    <a:pt x="62" y="12"/>
                  </a:lnTo>
                  <a:lnTo>
                    <a:pt x="53" y="14"/>
                  </a:lnTo>
                  <a:lnTo>
                    <a:pt x="47" y="14"/>
                  </a:lnTo>
                  <a:lnTo>
                    <a:pt x="40" y="1"/>
                  </a:lnTo>
                  <a:lnTo>
                    <a:pt x="35" y="1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5" y="7"/>
                  </a:lnTo>
                  <a:lnTo>
                    <a:pt x="0" y="18"/>
                  </a:lnTo>
                  <a:lnTo>
                    <a:pt x="2" y="27"/>
                  </a:lnTo>
                  <a:lnTo>
                    <a:pt x="11" y="31"/>
                  </a:lnTo>
                  <a:lnTo>
                    <a:pt x="13" y="36"/>
                  </a:lnTo>
                  <a:lnTo>
                    <a:pt x="20" y="40"/>
                  </a:lnTo>
                  <a:lnTo>
                    <a:pt x="29" y="43"/>
                  </a:lnTo>
                  <a:lnTo>
                    <a:pt x="40" y="49"/>
                  </a:lnTo>
                  <a:lnTo>
                    <a:pt x="49" y="51"/>
                  </a:lnTo>
                  <a:lnTo>
                    <a:pt x="57" y="54"/>
                  </a:lnTo>
                  <a:lnTo>
                    <a:pt x="62" y="60"/>
                  </a:lnTo>
                  <a:lnTo>
                    <a:pt x="69" y="61"/>
                  </a:lnTo>
                  <a:lnTo>
                    <a:pt x="75" y="69"/>
                  </a:lnTo>
                  <a:lnTo>
                    <a:pt x="87" y="69"/>
                  </a:lnTo>
                  <a:lnTo>
                    <a:pt x="102" y="76"/>
                  </a:lnTo>
                  <a:lnTo>
                    <a:pt x="111" y="76"/>
                  </a:lnTo>
                  <a:lnTo>
                    <a:pt x="118" y="78"/>
                  </a:lnTo>
                  <a:lnTo>
                    <a:pt x="126" y="76"/>
                  </a:lnTo>
                  <a:lnTo>
                    <a:pt x="129" y="72"/>
                  </a:lnTo>
                  <a:lnTo>
                    <a:pt x="129" y="69"/>
                  </a:lnTo>
                  <a:lnTo>
                    <a:pt x="124" y="63"/>
                  </a:lnTo>
                  <a:lnTo>
                    <a:pt x="128" y="5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3" name="Freeform 226">
              <a:extLst>
                <a:ext uri="{FF2B5EF4-FFF2-40B4-BE49-F238E27FC236}">
                  <a16:creationId xmlns:a16="http://schemas.microsoft.com/office/drawing/2014/main" id="{92162F63-CDEF-4C4B-9E67-9F2841F87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551635"/>
              <a:ext cx="320329" cy="361853"/>
            </a:xfrm>
            <a:custGeom>
              <a:avLst/>
              <a:gdLst>
                <a:gd name="T0" fmla="*/ 82 w 216"/>
                <a:gd name="T1" fmla="*/ 239 h 244"/>
                <a:gd name="T2" fmla="*/ 89 w 216"/>
                <a:gd name="T3" fmla="*/ 231 h 244"/>
                <a:gd name="T4" fmla="*/ 94 w 216"/>
                <a:gd name="T5" fmla="*/ 231 h 244"/>
                <a:gd name="T6" fmla="*/ 94 w 216"/>
                <a:gd name="T7" fmla="*/ 239 h 244"/>
                <a:gd name="T8" fmla="*/ 102 w 216"/>
                <a:gd name="T9" fmla="*/ 242 h 244"/>
                <a:gd name="T10" fmla="*/ 109 w 216"/>
                <a:gd name="T11" fmla="*/ 242 h 244"/>
                <a:gd name="T12" fmla="*/ 116 w 216"/>
                <a:gd name="T13" fmla="*/ 239 h 244"/>
                <a:gd name="T14" fmla="*/ 120 w 216"/>
                <a:gd name="T15" fmla="*/ 233 h 244"/>
                <a:gd name="T16" fmla="*/ 129 w 216"/>
                <a:gd name="T17" fmla="*/ 171 h 244"/>
                <a:gd name="T18" fmla="*/ 147 w 216"/>
                <a:gd name="T19" fmla="*/ 31 h 244"/>
                <a:gd name="T20" fmla="*/ 194 w 216"/>
                <a:gd name="T21" fmla="*/ 29 h 244"/>
                <a:gd name="T22" fmla="*/ 202 w 216"/>
                <a:gd name="T23" fmla="*/ 25 h 244"/>
                <a:gd name="T24" fmla="*/ 202 w 216"/>
                <a:gd name="T25" fmla="*/ 24 h 244"/>
                <a:gd name="T26" fmla="*/ 209 w 216"/>
                <a:gd name="T27" fmla="*/ 25 h 244"/>
                <a:gd name="T28" fmla="*/ 211 w 216"/>
                <a:gd name="T29" fmla="*/ 22 h 244"/>
                <a:gd name="T30" fmla="*/ 216 w 216"/>
                <a:gd name="T31" fmla="*/ 20 h 244"/>
                <a:gd name="T32" fmla="*/ 213 w 216"/>
                <a:gd name="T33" fmla="*/ 16 h 244"/>
                <a:gd name="T34" fmla="*/ 205 w 216"/>
                <a:gd name="T35" fmla="*/ 15 h 244"/>
                <a:gd name="T36" fmla="*/ 151 w 216"/>
                <a:gd name="T37" fmla="*/ 22 h 244"/>
                <a:gd name="T38" fmla="*/ 138 w 216"/>
                <a:gd name="T39" fmla="*/ 20 h 244"/>
                <a:gd name="T40" fmla="*/ 136 w 216"/>
                <a:gd name="T41" fmla="*/ 18 h 244"/>
                <a:gd name="T42" fmla="*/ 133 w 216"/>
                <a:gd name="T43" fmla="*/ 20 h 244"/>
                <a:gd name="T44" fmla="*/ 123 w 216"/>
                <a:gd name="T45" fmla="*/ 16 h 244"/>
                <a:gd name="T46" fmla="*/ 118 w 216"/>
                <a:gd name="T47" fmla="*/ 16 h 244"/>
                <a:gd name="T48" fmla="*/ 112 w 216"/>
                <a:gd name="T49" fmla="*/ 13 h 244"/>
                <a:gd name="T50" fmla="*/ 109 w 216"/>
                <a:gd name="T51" fmla="*/ 9 h 244"/>
                <a:gd name="T52" fmla="*/ 36 w 216"/>
                <a:gd name="T53" fmla="*/ 5 h 244"/>
                <a:gd name="T54" fmla="*/ 27 w 216"/>
                <a:gd name="T55" fmla="*/ 0 h 244"/>
                <a:gd name="T56" fmla="*/ 21 w 216"/>
                <a:gd name="T57" fmla="*/ 5 h 244"/>
                <a:gd name="T58" fmla="*/ 12 w 216"/>
                <a:gd name="T59" fmla="*/ 4 h 244"/>
                <a:gd name="T60" fmla="*/ 0 w 216"/>
                <a:gd name="T61" fmla="*/ 5 h 244"/>
                <a:gd name="T62" fmla="*/ 21 w 216"/>
                <a:gd name="T63" fmla="*/ 47 h 244"/>
                <a:gd name="T64" fmla="*/ 23 w 216"/>
                <a:gd name="T65" fmla="*/ 62 h 244"/>
                <a:gd name="T66" fmla="*/ 25 w 216"/>
                <a:gd name="T67" fmla="*/ 75 h 244"/>
                <a:gd name="T68" fmla="*/ 34 w 216"/>
                <a:gd name="T69" fmla="*/ 86 h 244"/>
                <a:gd name="T70" fmla="*/ 36 w 216"/>
                <a:gd name="T71" fmla="*/ 95 h 244"/>
                <a:gd name="T72" fmla="*/ 36 w 216"/>
                <a:gd name="T73" fmla="*/ 102 h 244"/>
                <a:gd name="T74" fmla="*/ 47 w 216"/>
                <a:gd name="T75" fmla="*/ 111 h 244"/>
                <a:gd name="T76" fmla="*/ 45 w 216"/>
                <a:gd name="T77" fmla="*/ 126 h 244"/>
                <a:gd name="T78" fmla="*/ 43 w 216"/>
                <a:gd name="T79" fmla="*/ 140 h 244"/>
                <a:gd name="T80" fmla="*/ 51 w 216"/>
                <a:gd name="T81" fmla="*/ 160 h 244"/>
                <a:gd name="T82" fmla="*/ 52 w 216"/>
                <a:gd name="T83" fmla="*/ 200 h 244"/>
                <a:gd name="T84" fmla="*/ 60 w 216"/>
                <a:gd name="T85" fmla="*/ 224 h 244"/>
                <a:gd name="T86" fmla="*/ 71 w 216"/>
                <a:gd name="T87" fmla="*/ 231 h 244"/>
                <a:gd name="T88" fmla="*/ 74 w 216"/>
                <a:gd name="T89" fmla="*/ 233 h 244"/>
                <a:gd name="T90" fmla="*/ 76 w 216"/>
                <a:gd name="T91" fmla="*/ 242 h 244"/>
                <a:gd name="T92" fmla="*/ 49 w 216"/>
                <a:gd name="T93" fmla="*/ 56 h 244"/>
                <a:gd name="T94" fmla="*/ 47 w 216"/>
                <a:gd name="T95" fmla="*/ 62 h 244"/>
                <a:gd name="T96" fmla="*/ 47 w 216"/>
                <a:gd name="T97" fmla="*/ 5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6" h="244">
                  <a:moveTo>
                    <a:pt x="76" y="244"/>
                  </a:moveTo>
                  <a:lnTo>
                    <a:pt x="76" y="244"/>
                  </a:lnTo>
                  <a:lnTo>
                    <a:pt x="82" y="239"/>
                  </a:lnTo>
                  <a:lnTo>
                    <a:pt x="87" y="233"/>
                  </a:lnTo>
                  <a:lnTo>
                    <a:pt x="87" y="233"/>
                  </a:lnTo>
                  <a:lnTo>
                    <a:pt x="89" y="231"/>
                  </a:lnTo>
                  <a:lnTo>
                    <a:pt x="92" y="231"/>
                  </a:lnTo>
                  <a:lnTo>
                    <a:pt x="92" y="231"/>
                  </a:lnTo>
                  <a:lnTo>
                    <a:pt x="94" y="231"/>
                  </a:lnTo>
                  <a:lnTo>
                    <a:pt x="94" y="233"/>
                  </a:lnTo>
                  <a:lnTo>
                    <a:pt x="94" y="235"/>
                  </a:lnTo>
                  <a:lnTo>
                    <a:pt x="94" y="239"/>
                  </a:lnTo>
                  <a:lnTo>
                    <a:pt x="94" y="239"/>
                  </a:lnTo>
                  <a:lnTo>
                    <a:pt x="96" y="240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7" y="242"/>
                  </a:lnTo>
                  <a:lnTo>
                    <a:pt x="109" y="242"/>
                  </a:lnTo>
                  <a:lnTo>
                    <a:pt x="111" y="242"/>
                  </a:lnTo>
                  <a:lnTo>
                    <a:pt x="111" y="242"/>
                  </a:lnTo>
                  <a:lnTo>
                    <a:pt x="116" y="239"/>
                  </a:lnTo>
                  <a:lnTo>
                    <a:pt x="118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3" y="233"/>
                  </a:lnTo>
                  <a:lnTo>
                    <a:pt x="127" y="231"/>
                  </a:lnTo>
                  <a:lnTo>
                    <a:pt x="129" y="171"/>
                  </a:lnTo>
                  <a:lnTo>
                    <a:pt x="129" y="98"/>
                  </a:lnTo>
                  <a:lnTo>
                    <a:pt x="147" y="98"/>
                  </a:lnTo>
                  <a:lnTo>
                    <a:pt x="147" y="31"/>
                  </a:lnTo>
                  <a:lnTo>
                    <a:pt x="160" y="31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02" y="25"/>
                  </a:lnTo>
                  <a:lnTo>
                    <a:pt x="202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5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1" y="22"/>
                  </a:lnTo>
                  <a:lnTo>
                    <a:pt x="215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3" y="16"/>
                  </a:lnTo>
                  <a:lnTo>
                    <a:pt x="213" y="16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5" y="15"/>
                  </a:lnTo>
                  <a:lnTo>
                    <a:pt x="185" y="16"/>
                  </a:lnTo>
                  <a:lnTo>
                    <a:pt x="151" y="22"/>
                  </a:lnTo>
                  <a:lnTo>
                    <a:pt x="151" y="22"/>
                  </a:lnTo>
                  <a:lnTo>
                    <a:pt x="145" y="20"/>
                  </a:lnTo>
                  <a:lnTo>
                    <a:pt x="142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6" y="20"/>
                  </a:lnTo>
                  <a:lnTo>
                    <a:pt x="136" y="18"/>
                  </a:lnTo>
                  <a:lnTo>
                    <a:pt x="134" y="18"/>
                  </a:lnTo>
                  <a:lnTo>
                    <a:pt x="133" y="20"/>
                  </a:lnTo>
                  <a:lnTo>
                    <a:pt x="133" y="20"/>
                  </a:lnTo>
                  <a:lnTo>
                    <a:pt x="129" y="20"/>
                  </a:lnTo>
                  <a:lnTo>
                    <a:pt x="127" y="18"/>
                  </a:lnTo>
                  <a:lnTo>
                    <a:pt x="123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8" y="16"/>
                  </a:lnTo>
                  <a:lnTo>
                    <a:pt x="116" y="15"/>
                  </a:lnTo>
                  <a:lnTo>
                    <a:pt x="114" y="15"/>
                  </a:lnTo>
                  <a:lnTo>
                    <a:pt x="112" y="13"/>
                  </a:lnTo>
                  <a:lnTo>
                    <a:pt x="112" y="13"/>
                  </a:lnTo>
                  <a:lnTo>
                    <a:pt x="111" y="13"/>
                  </a:lnTo>
                  <a:lnTo>
                    <a:pt x="109" y="9"/>
                  </a:lnTo>
                  <a:lnTo>
                    <a:pt x="107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2"/>
                  </a:lnTo>
                  <a:lnTo>
                    <a:pt x="23" y="4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2" y="4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1"/>
                  </a:lnTo>
                  <a:lnTo>
                    <a:pt x="7" y="31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3" y="55"/>
                  </a:lnTo>
                  <a:lnTo>
                    <a:pt x="23" y="62"/>
                  </a:lnTo>
                  <a:lnTo>
                    <a:pt x="23" y="6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7" y="78"/>
                  </a:lnTo>
                  <a:lnTo>
                    <a:pt x="30" y="82"/>
                  </a:lnTo>
                  <a:lnTo>
                    <a:pt x="34" y="86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36" y="95"/>
                  </a:lnTo>
                  <a:lnTo>
                    <a:pt x="36" y="98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1" y="106"/>
                  </a:lnTo>
                  <a:lnTo>
                    <a:pt x="45" y="107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8"/>
                  </a:lnTo>
                  <a:lnTo>
                    <a:pt x="45" y="126"/>
                  </a:lnTo>
                  <a:lnTo>
                    <a:pt x="43" y="133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7" y="151"/>
                  </a:lnTo>
                  <a:lnTo>
                    <a:pt x="51" y="160"/>
                  </a:lnTo>
                  <a:lnTo>
                    <a:pt x="51" y="160"/>
                  </a:lnTo>
                  <a:lnTo>
                    <a:pt x="52" y="175"/>
                  </a:lnTo>
                  <a:lnTo>
                    <a:pt x="52" y="188"/>
                  </a:lnTo>
                  <a:lnTo>
                    <a:pt x="52" y="200"/>
                  </a:lnTo>
                  <a:lnTo>
                    <a:pt x="56" y="217"/>
                  </a:lnTo>
                  <a:lnTo>
                    <a:pt x="56" y="217"/>
                  </a:lnTo>
                  <a:lnTo>
                    <a:pt x="60" y="224"/>
                  </a:lnTo>
                  <a:lnTo>
                    <a:pt x="65" y="231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2" y="231"/>
                  </a:lnTo>
                  <a:lnTo>
                    <a:pt x="72" y="231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40"/>
                  </a:lnTo>
                  <a:lnTo>
                    <a:pt x="76" y="242"/>
                  </a:lnTo>
                  <a:lnTo>
                    <a:pt x="76" y="244"/>
                  </a:lnTo>
                  <a:close/>
                  <a:moveTo>
                    <a:pt x="49" y="56"/>
                  </a:moveTo>
                  <a:lnTo>
                    <a:pt x="49" y="56"/>
                  </a:lnTo>
                  <a:lnTo>
                    <a:pt x="51" y="58"/>
                  </a:lnTo>
                  <a:lnTo>
                    <a:pt x="49" y="60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47" y="58"/>
                  </a:lnTo>
                  <a:lnTo>
                    <a:pt x="47" y="56"/>
                  </a:lnTo>
                  <a:lnTo>
                    <a:pt x="49" y="56"/>
                  </a:lnTo>
                  <a:lnTo>
                    <a:pt x="49" y="5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4" name="Freeform 227">
              <a:extLst>
                <a:ext uri="{FF2B5EF4-FFF2-40B4-BE49-F238E27FC236}">
                  <a16:creationId xmlns:a16="http://schemas.microsoft.com/office/drawing/2014/main" id="{A2EB62A1-5A1C-461F-89D0-57CB79CC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24" y="2816520"/>
              <a:ext cx="23728" cy="29660"/>
            </a:xfrm>
            <a:custGeom>
              <a:avLst/>
              <a:gdLst>
                <a:gd name="T0" fmla="*/ 11 w 16"/>
                <a:gd name="T1" fmla="*/ 20 h 20"/>
                <a:gd name="T2" fmla="*/ 11 w 16"/>
                <a:gd name="T3" fmla="*/ 20 h 20"/>
                <a:gd name="T4" fmla="*/ 3 w 16"/>
                <a:gd name="T5" fmla="*/ 11 h 20"/>
                <a:gd name="T6" fmla="*/ 1 w 16"/>
                <a:gd name="T7" fmla="*/ 6 h 20"/>
                <a:gd name="T8" fmla="*/ 0 w 16"/>
                <a:gd name="T9" fmla="*/ 2 h 20"/>
                <a:gd name="T10" fmla="*/ 7 w 16"/>
                <a:gd name="T11" fmla="*/ 0 h 20"/>
                <a:gd name="T12" fmla="*/ 11 w 16"/>
                <a:gd name="T13" fmla="*/ 6 h 20"/>
                <a:gd name="T14" fmla="*/ 7 w 16"/>
                <a:gd name="T15" fmla="*/ 6 h 20"/>
                <a:gd name="T16" fmla="*/ 9 w 16"/>
                <a:gd name="T17" fmla="*/ 11 h 20"/>
                <a:gd name="T18" fmla="*/ 9 w 16"/>
                <a:gd name="T19" fmla="*/ 11 h 20"/>
                <a:gd name="T20" fmla="*/ 14 w 16"/>
                <a:gd name="T21" fmla="*/ 13 h 20"/>
                <a:gd name="T22" fmla="*/ 16 w 16"/>
                <a:gd name="T23" fmla="*/ 17 h 20"/>
                <a:gd name="T24" fmla="*/ 16 w 16"/>
                <a:gd name="T25" fmla="*/ 17 h 20"/>
                <a:gd name="T26" fmla="*/ 14 w 16"/>
                <a:gd name="T27" fmla="*/ 19 h 20"/>
                <a:gd name="T28" fmla="*/ 11 w 16"/>
                <a:gd name="T29" fmla="*/ 20 h 20"/>
                <a:gd name="T30" fmla="*/ 11 w 16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11" y="20"/>
                  </a:moveTo>
                  <a:lnTo>
                    <a:pt x="11" y="20"/>
                  </a:lnTo>
                  <a:lnTo>
                    <a:pt x="3" y="11"/>
                  </a:lnTo>
                  <a:lnTo>
                    <a:pt x="1" y="6"/>
                  </a:lnTo>
                  <a:lnTo>
                    <a:pt x="0" y="2"/>
                  </a:lnTo>
                  <a:lnTo>
                    <a:pt x="7" y="0"/>
                  </a:lnTo>
                  <a:lnTo>
                    <a:pt x="11" y="6"/>
                  </a:lnTo>
                  <a:lnTo>
                    <a:pt x="7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4" y="13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9"/>
                  </a:lnTo>
                  <a:lnTo>
                    <a:pt x="11" y="20"/>
                  </a:lnTo>
                  <a:lnTo>
                    <a:pt x="11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5" name="Freeform 228">
              <a:extLst>
                <a:ext uri="{FF2B5EF4-FFF2-40B4-BE49-F238E27FC236}">
                  <a16:creationId xmlns:a16="http://schemas.microsoft.com/office/drawing/2014/main" id="{BFBF309B-4A46-4813-ADFC-3D302BE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44" y="4381090"/>
              <a:ext cx="240247" cy="459731"/>
            </a:xfrm>
            <a:custGeom>
              <a:avLst/>
              <a:gdLst>
                <a:gd name="T0" fmla="*/ 72 w 162"/>
                <a:gd name="T1" fmla="*/ 62 h 310"/>
                <a:gd name="T2" fmla="*/ 83 w 162"/>
                <a:gd name="T3" fmla="*/ 69 h 310"/>
                <a:gd name="T4" fmla="*/ 87 w 162"/>
                <a:gd name="T5" fmla="*/ 82 h 310"/>
                <a:gd name="T6" fmla="*/ 87 w 162"/>
                <a:gd name="T7" fmla="*/ 88 h 310"/>
                <a:gd name="T8" fmla="*/ 83 w 162"/>
                <a:gd name="T9" fmla="*/ 95 h 310"/>
                <a:gd name="T10" fmla="*/ 76 w 162"/>
                <a:gd name="T11" fmla="*/ 95 h 310"/>
                <a:gd name="T12" fmla="*/ 80 w 162"/>
                <a:gd name="T13" fmla="*/ 109 h 310"/>
                <a:gd name="T14" fmla="*/ 74 w 162"/>
                <a:gd name="T15" fmla="*/ 117 h 310"/>
                <a:gd name="T16" fmla="*/ 72 w 162"/>
                <a:gd name="T17" fmla="*/ 109 h 310"/>
                <a:gd name="T18" fmla="*/ 61 w 162"/>
                <a:gd name="T19" fmla="*/ 104 h 310"/>
                <a:gd name="T20" fmla="*/ 56 w 162"/>
                <a:gd name="T21" fmla="*/ 95 h 310"/>
                <a:gd name="T22" fmla="*/ 60 w 162"/>
                <a:gd name="T23" fmla="*/ 79 h 310"/>
                <a:gd name="T24" fmla="*/ 58 w 162"/>
                <a:gd name="T25" fmla="*/ 71 h 310"/>
                <a:gd name="T26" fmla="*/ 45 w 162"/>
                <a:gd name="T27" fmla="*/ 73 h 310"/>
                <a:gd name="T28" fmla="*/ 40 w 162"/>
                <a:gd name="T29" fmla="*/ 64 h 310"/>
                <a:gd name="T30" fmla="*/ 3 w 162"/>
                <a:gd name="T31" fmla="*/ 79 h 310"/>
                <a:gd name="T32" fmla="*/ 3 w 162"/>
                <a:gd name="T33" fmla="*/ 97 h 310"/>
                <a:gd name="T34" fmla="*/ 20 w 162"/>
                <a:gd name="T35" fmla="*/ 100 h 310"/>
                <a:gd name="T36" fmla="*/ 34 w 162"/>
                <a:gd name="T37" fmla="*/ 108 h 310"/>
                <a:gd name="T38" fmla="*/ 40 w 162"/>
                <a:gd name="T39" fmla="*/ 119 h 310"/>
                <a:gd name="T40" fmla="*/ 36 w 162"/>
                <a:gd name="T41" fmla="*/ 128 h 310"/>
                <a:gd name="T42" fmla="*/ 38 w 162"/>
                <a:gd name="T43" fmla="*/ 140 h 310"/>
                <a:gd name="T44" fmla="*/ 40 w 162"/>
                <a:gd name="T45" fmla="*/ 153 h 310"/>
                <a:gd name="T46" fmla="*/ 36 w 162"/>
                <a:gd name="T47" fmla="*/ 162 h 310"/>
                <a:gd name="T48" fmla="*/ 40 w 162"/>
                <a:gd name="T49" fmla="*/ 168 h 310"/>
                <a:gd name="T50" fmla="*/ 36 w 162"/>
                <a:gd name="T51" fmla="*/ 179 h 310"/>
                <a:gd name="T52" fmla="*/ 38 w 162"/>
                <a:gd name="T53" fmla="*/ 188 h 310"/>
                <a:gd name="T54" fmla="*/ 36 w 162"/>
                <a:gd name="T55" fmla="*/ 195 h 310"/>
                <a:gd name="T56" fmla="*/ 40 w 162"/>
                <a:gd name="T57" fmla="*/ 199 h 310"/>
                <a:gd name="T58" fmla="*/ 32 w 162"/>
                <a:gd name="T59" fmla="*/ 211 h 310"/>
                <a:gd name="T60" fmla="*/ 21 w 162"/>
                <a:gd name="T61" fmla="*/ 239 h 310"/>
                <a:gd name="T62" fmla="*/ 20 w 162"/>
                <a:gd name="T63" fmla="*/ 250 h 310"/>
                <a:gd name="T64" fmla="*/ 21 w 162"/>
                <a:gd name="T65" fmla="*/ 277 h 310"/>
                <a:gd name="T66" fmla="*/ 20 w 162"/>
                <a:gd name="T67" fmla="*/ 286 h 310"/>
                <a:gd name="T68" fmla="*/ 23 w 162"/>
                <a:gd name="T69" fmla="*/ 292 h 310"/>
                <a:gd name="T70" fmla="*/ 31 w 162"/>
                <a:gd name="T71" fmla="*/ 299 h 310"/>
                <a:gd name="T72" fmla="*/ 38 w 162"/>
                <a:gd name="T73" fmla="*/ 306 h 310"/>
                <a:gd name="T74" fmla="*/ 31 w 162"/>
                <a:gd name="T75" fmla="*/ 299 h 310"/>
                <a:gd name="T76" fmla="*/ 67 w 162"/>
                <a:gd name="T77" fmla="*/ 281 h 310"/>
                <a:gd name="T78" fmla="*/ 78 w 162"/>
                <a:gd name="T79" fmla="*/ 272 h 310"/>
                <a:gd name="T80" fmla="*/ 67 w 162"/>
                <a:gd name="T81" fmla="*/ 197 h 310"/>
                <a:gd name="T82" fmla="*/ 67 w 162"/>
                <a:gd name="T83" fmla="*/ 175 h 310"/>
                <a:gd name="T84" fmla="*/ 74 w 162"/>
                <a:gd name="T85" fmla="*/ 171 h 310"/>
                <a:gd name="T86" fmla="*/ 85 w 162"/>
                <a:gd name="T87" fmla="*/ 160 h 310"/>
                <a:gd name="T88" fmla="*/ 98 w 162"/>
                <a:gd name="T89" fmla="*/ 139 h 310"/>
                <a:gd name="T90" fmla="*/ 116 w 162"/>
                <a:gd name="T91" fmla="*/ 128 h 310"/>
                <a:gd name="T92" fmla="*/ 127 w 162"/>
                <a:gd name="T93" fmla="*/ 128 h 310"/>
                <a:gd name="T94" fmla="*/ 147 w 162"/>
                <a:gd name="T95" fmla="*/ 108 h 310"/>
                <a:gd name="T96" fmla="*/ 158 w 162"/>
                <a:gd name="T97" fmla="*/ 79 h 310"/>
                <a:gd name="T98" fmla="*/ 162 w 162"/>
                <a:gd name="T99" fmla="*/ 42 h 310"/>
                <a:gd name="T100" fmla="*/ 160 w 162"/>
                <a:gd name="T101" fmla="*/ 0 h 310"/>
                <a:gd name="T102" fmla="*/ 149 w 162"/>
                <a:gd name="T103" fmla="*/ 2 h 310"/>
                <a:gd name="T104" fmla="*/ 134 w 162"/>
                <a:gd name="T105" fmla="*/ 7 h 310"/>
                <a:gd name="T106" fmla="*/ 129 w 162"/>
                <a:gd name="T107" fmla="*/ 11 h 310"/>
                <a:gd name="T108" fmla="*/ 120 w 162"/>
                <a:gd name="T109" fmla="*/ 11 h 310"/>
                <a:gd name="T110" fmla="*/ 109 w 162"/>
                <a:gd name="T111" fmla="*/ 17 h 310"/>
                <a:gd name="T112" fmla="*/ 92 w 162"/>
                <a:gd name="T113" fmla="*/ 20 h 310"/>
                <a:gd name="T114" fmla="*/ 87 w 162"/>
                <a:gd name="T115" fmla="*/ 15 h 310"/>
                <a:gd name="T116" fmla="*/ 78 w 162"/>
                <a:gd name="T117" fmla="*/ 15 h 310"/>
                <a:gd name="T118" fmla="*/ 65 w 162"/>
                <a:gd name="T119" fmla="*/ 18 h 310"/>
                <a:gd name="T120" fmla="*/ 71 w 162"/>
                <a:gd name="T121" fmla="*/ 4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310">
                  <a:moveTo>
                    <a:pt x="72" y="60"/>
                  </a:moveTo>
                  <a:lnTo>
                    <a:pt x="72" y="60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4" y="64"/>
                  </a:lnTo>
                  <a:lnTo>
                    <a:pt x="76" y="66"/>
                  </a:lnTo>
                  <a:lnTo>
                    <a:pt x="83" y="69"/>
                  </a:lnTo>
                  <a:lnTo>
                    <a:pt x="83" y="69"/>
                  </a:lnTo>
                  <a:lnTo>
                    <a:pt x="85" y="71"/>
                  </a:lnTo>
                  <a:lnTo>
                    <a:pt x="87" y="73"/>
                  </a:lnTo>
                  <a:lnTo>
                    <a:pt x="87" y="77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7" y="88"/>
                  </a:lnTo>
                  <a:lnTo>
                    <a:pt x="87" y="91"/>
                  </a:lnTo>
                  <a:lnTo>
                    <a:pt x="87" y="91"/>
                  </a:lnTo>
                  <a:lnTo>
                    <a:pt x="87" y="93"/>
                  </a:lnTo>
                  <a:lnTo>
                    <a:pt x="83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6" y="95"/>
                  </a:lnTo>
                  <a:lnTo>
                    <a:pt x="76" y="100"/>
                  </a:lnTo>
                  <a:lnTo>
                    <a:pt x="78" y="106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11"/>
                  </a:lnTo>
                  <a:lnTo>
                    <a:pt x="80" y="113"/>
                  </a:lnTo>
                  <a:lnTo>
                    <a:pt x="78" y="117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2" y="113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1" y="104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97"/>
                  </a:lnTo>
                  <a:lnTo>
                    <a:pt x="56" y="95"/>
                  </a:lnTo>
                  <a:lnTo>
                    <a:pt x="58" y="91"/>
                  </a:lnTo>
                  <a:lnTo>
                    <a:pt x="58" y="91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9"/>
                  </a:lnTo>
                  <a:lnTo>
                    <a:pt x="58" y="73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3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1" y="66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3" y="79"/>
                  </a:lnTo>
                  <a:lnTo>
                    <a:pt x="5" y="82"/>
                  </a:lnTo>
                  <a:lnTo>
                    <a:pt x="5" y="84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23" y="104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4" y="108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0" y="117"/>
                  </a:lnTo>
                  <a:lnTo>
                    <a:pt x="40" y="119"/>
                  </a:lnTo>
                  <a:lnTo>
                    <a:pt x="40" y="119"/>
                  </a:lnTo>
                  <a:lnTo>
                    <a:pt x="38" y="122"/>
                  </a:lnTo>
                  <a:lnTo>
                    <a:pt x="38" y="124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6" y="133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3" y="148"/>
                  </a:lnTo>
                  <a:lnTo>
                    <a:pt x="43" y="148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6" y="157"/>
                  </a:lnTo>
                  <a:lnTo>
                    <a:pt x="36" y="159"/>
                  </a:lnTo>
                  <a:lnTo>
                    <a:pt x="36" y="162"/>
                  </a:lnTo>
                  <a:lnTo>
                    <a:pt x="36" y="162"/>
                  </a:lnTo>
                  <a:lnTo>
                    <a:pt x="40" y="164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38" y="171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36" y="179"/>
                  </a:lnTo>
                  <a:lnTo>
                    <a:pt x="36" y="179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8"/>
                  </a:lnTo>
                  <a:lnTo>
                    <a:pt x="38" y="190"/>
                  </a:lnTo>
                  <a:lnTo>
                    <a:pt x="38" y="190"/>
                  </a:lnTo>
                  <a:lnTo>
                    <a:pt x="38" y="195"/>
                  </a:lnTo>
                  <a:lnTo>
                    <a:pt x="36" y="195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32" y="211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1" y="233"/>
                  </a:lnTo>
                  <a:lnTo>
                    <a:pt x="21" y="239"/>
                  </a:lnTo>
                  <a:lnTo>
                    <a:pt x="21" y="242"/>
                  </a:lnTo>
                  <a:lnTo>
                    <a:pt x="21" y="242"/>
                  </a:lnTo>
                  <a:lnTo>
                    <a:pt x="20" y="246"/>
                  </a:lnTo>
                  <a:lnTo>
                    <a:pt x="20" y="250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21" y="270"/>
                  </a:lnTo>
                  <a:lnTo>
                    <a:pt x="21" y="277"/>
                  </a:lnTo>
                  <a:lnTo>
                    <a:pt x="21" y="277"/>
                  </a:lnTo>
                  <a:lnTo>
                    <a:pt x="20" y="281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6"/>
                  </a:lnTo>
                  <a:lnTo>
                    <a:pt x="21" y="290"/>
                  </a:lnTo>
                  <a:lnTo>
                    <a:pt x="23" y="292"/>
                  </a:lnTo>
                  <a:lnTo>
                    <a:pt x="23" y="292"/>
                  </a:lnTo>
                  <a:lnTo>
                    <a:pt x="27" y="293"/>
                  </a:lnTo>
                  <a:lnTo>
                    <a:pt x="29" y="297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27" y="310"/>
                  </a:lnTo>
                  <a:lnTo>
                    <a:pt x="38" y="310"/>
                  </a:lnTo>
                  <a:lnTo>
                    <a:pt x="38" y="310"/>
                  </a:lnTo>
                  <a:lnTo>
                    <a:pt x="38" y="306"/>
                  </a:lnTo>
                  <a:lnTo>
                    <a:pt x="38" y="306"/>
                  </a:lnTo>
                  <a:lnTo>
                    <a:pt x="34" y="303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43" y="290"/>
                  </a:lnTo>
                  <a:lnTo>
                    <a:pt x="58" y="283"/>
                  </a:lnTo>
                  <a:lnTo>
                    <a:pt x="58" y="283"/>
                  </a:lnTo>
                  <a:lnTo>
                    <a:pt x="67" y="281"/>
                  </a:lnTo>
                  <a:lnTo>
                    <a:pt x="71" y="279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8" y="272"/>
                  </a:lnTo>
                  <a:lnTo>
                    <a:pt x="80" y="263"/>
                  </a:lnTo>
                  <a:lnTo>
                    <a:pt x="78" y="239"/>
                  </a:lnTo>
                  <a:lnTo>
                    <a:pt x="72" y="197"/>
                  </a:lnTo>
                  <a:lnTo>
                    <a:pt x="67" y="197"/>
                  </a:lnTo>
                  <a:lnTo>
                    <a:pt x="67" y="197"/>
                  </a:lnTo>
                  <a:lnTo>
                    <a:pt x="67" y="186"/>
                  </a:lnTo>
                  <a:lnTo>
                    <a:pt x="67" y="179"/>
                  </a:lnTo>
                  <a:lnTo>
                    <a:pt x="67" y="175"/>
                  </a:lnTo>
                  <a:lnTo>
                    <a:pt x="67" y="175"/>
                  </a:lnTo>
                  <a:lnTo>
                    <a:pt x="71" y="173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76" y="166"/>
                  </a:lnTo>
                  <a:lnTo>
                    <a:pt x="80" y="160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9" y="140"/>
                  </a:lnTo>
                  <a:lnTo>
                    <a:pt x="89" y="140"/>
                  </a:lnTo>
                  <a:lnTo>
                    <a:pt x="92" y="139"/>
                  </a:lnTo>
                  <a:lnTo>
                    <a:pt x="98" y="139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11" y="133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20" y="128"/>
                  </a:lnTo>
                  <a:lnTo>
                    <a:pt x="123" y="128"/>
                  </a:lnTo>
                  <a:lnTo>
                    <a:pt x="127" y="128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8" y="119"/>
                  </a:lnTo>
                  <a:lnTo>
                    <a:pt x="147" y="108"/>
                  </a:lnTo>
                  <a:lnTo>
                    <a:pt x="156" y="97"/>
                  </a:lnTo>
                  <a:lnTo>
                    <a:pt x="160" y="86"/>
                  </a:lnTo>
                  <a:lnTo>
                    <a:pt x="160" y="86"/>
                  </a:lnTo>
                  <a:lnTo>
                    <a:pt x="158" y="79"/>
                  </a:lnTo>
                  <a:lnTo>
                    <a:pt x="158" y="69"/>
                  </a:lnTo>
                  <a:lnTo>
                    <a:pt x="158" y="69"/>
                  </a:lnTo>
                  <a:lnTo>
                    <a:pt x="160" y="55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58" y="11"/>
                  </a:lnTo>
                  <a:lnTo>
                    <a:pt x="158" y="1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49" y="2"/>
                  </a:lnTo>
                  <a:lnTo>
                    <a:pt x="149" y="2"/>
                  </a:lnTo>
                  <a:lnTo>
                    <a:pt x="143" y="6"/>
                  </a:lnTo>
                  <a:lnTo>
                    <a:pt x="136" y="6"/>
                  </a:lnTo>
                  <a:lnTo>
                    <a:pt x="136" y="6"/>
                  </a:lnTo>
                  <a:lnTo>
                    <a:pt x="134" y="7"/>
                  </a:lnTo>
                  <a:lnTo>
                    <a:pt x="133" y="9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5" y="13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20" y="11"/>
                  </a:lnTo>
                  <a:lnTo>
                    <a:pt x="118" y="11"/>
                  </a:lnTo>
                  <a:lnTo>
                    <a:pt x="116" y="15"/>
                  </a:lnTo>
                  <a:lnTo>
                    <a:pt x="116" y="15"/>
                  </a:lnTo>
                  <a:lnTo>
                    <a:pt x="109" y="17"/>
                  </a:lnTo>
                  <a:lnTo>
                    <a:pt x="103" y="17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9" y="20"/>
                  </a:lnTo>
                  <a:lnTo>
                    <a:pt x="89" y="18"/>
                  </a:lnTo>
                  <a:lnTo>
                    <a:pt x="87" y="15"/>
                  </a:lnTo>
                  <a:lnTo>
                    <a:pt x="85" y="13"/>
                  </a:lnTo>
                  <a:lnTo>
                    <a:pt x="85" y="13"/>
                  </a:lnTo>
                  <a:lnTo>
                    <a:pt x="82" y="13"/>
                  </a:lnTo>
                  <a:lnTo>
                    <a:pt x="78" y="15"/>
                  </a:lnTo>
                  <a:lnTo>
                    <a:pt x="78" y="15"/>
                  </a:lnTo>
                  <a:lnTo>
                    <a:pt x="72" y="17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28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1" y="44"/>
                  </a:lnTo>
                  <a:lnTo>
                    <a:pt x="71" y="51"/>
                  </a:lnTo>
                  <a:lnTo>
                    <a:pt x="72" y="60"/>
                  </a:lnTo>
                  <a:lnTo>
                    <a:pt x="72" y="6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6" name="Freeform 229">
              <a:extLst>
                <a:ext uri="{FF2B5EF4-FFF2-40B4-BE49-F238E27FC236}">
                  <a16:creationId xmlns:a16="http://schemas.microsoft.com/office/drawing/2014/main" id="{A58162B1-E417-472A-A7D8-565AD5A6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2976685"/>
              <a:ext cx="259526" cy="256560"/>
            </a:xfrm>
            <a:custGeom>
              <a:avLst/>
              <a:gdLst>
                <a:gd name="T0" fmla="*/ 66 w 175"/>
                <a:gd name="T1" fmla="*/ 173 h 173"/>
                <a:gd name="T2" fmla="*/ 66 w 175"/>
                <a:gd name="T3" fmla="*/ 155 h 173"/>
                <a:gd name="T4" fmla="*/ 69 w 175"/>
                <a:gd name="T5" fmla="*/ 149 h 173"/>
                <a:gd name="T6" fmla="*/ 73 w 175"/>
                <a:gd name="T7" fmla="*/ 146 h 173"/>
                <a:gd name="T8" fmla="*/ 78 w 175"/>
                <a:gd name="T9" fmla="*/ 142 h 173"/>
                <a:gd name="T10" fmla="*/ 91 w 175"/>
                <a:gd name="T11" fmla="*/ 135 h 173"/>
                <a:gd name="T12" fmla="*/ 99 w 175"/>
                <a:gd name="T13" fmla="*/ 133 h 173"/>
                <a:gd name="T14" fmla="*/ 108 w 175"/>
                <a:gd name="T15" fmla="*/ 129 h 173"/>
                <a:gd name="T16" fmla="*/ 109 w 175"/>
                <a:gd name="T17" fmla="*/ 126 h 173"/>
                <a:gd name="T18" fmla="*/ 117 w 175"/>
                <a:gd name="T19" fmla="*/ 124 h 173"/>
                <a:gd name="T20" fmla="*/ 122 w 175"/>
                <a:gd name="T21" fmla="*/ 122 h 173"/>
                <a:gd name="T22" fmla="*/ 128 w 175"/>
                <a:gd name="T23" fmla="*/ 118 h 173"/>
                <a:gd name="T24" fmla="*/ 137 w 175"/>
                <a:gd name="T25" fmla="*/ 107 h 173"/>
                <a:gd name="T26" fmla="*/ 140 w 175"/>
                <a:gd name="T27" fmla="*/ 100 h 173"/>
                <a:gd name="T28" fmla="*/ 150 w 175"/>
                <a:gd name="T29" fmla="*/ 96 h 173"/>
                <a:gd name="T30" fmla="*/ 153 w 175"/>
                <a:gd name="T31" fmla="*/ 91 h 173"/>
                <a:gd name="T32" fmla="*/ 153 w 175"/>
                <a:gd name="T33" fmla="*/ 85 h 173"/>
                <a:gd name="T34" fmla="*/ 157 w 175"/>
                <a:gd name="T35" fmla="*/ 82 h 173"/>
                <a:gd name="T36" fmla="*/ 160 w 175"/>
                <a:gd name="T37" fmla="*/ 76 h 173"/>
                <a:gd name="T38" fmla="*/ 162 w 175"/>
                <a:gd name="T39" fmla="*/ 73 h 173"/>
                <a:gd name="T40" fmla="*/ 173 w 175"/>
                <a:gd name="T41" fmla="*/ 67 h 173"/>
                <a:gd name="T42" fmla="*/ 175 w 175"/>
                <a:gd name="T43" fmla="*/ 65 h 173"/>
                <a:gd name="T44" fmla="*/ 170 w 175"/>
                <a:gd name="T45" fmla="*/ 56 h 173"/>
                <a:gd name="T46" fmla="*/ 168 w 175"/>
                <a:gd name="T47" fmla="*/ 53 h 173"/>
                <a:gd name="T48" fmla="*/ 168 w 175"/>
                <a:gd name="T49" fmla="*/ 45 h 173"/>
                <a:gd name="T50" fmla="*/ 164 w 175"/>
                <a:gd name="T51" fmla="*/ 42 h 173"/>
                <a:gd name="T52" fmla="*/ 162 w 175"/>
                <a:gd name="T53" fmla="*/ 36 h 173"/>
                <a:gd name="T54" fmla="*/ 162 w 175"/>
                <a:gd name="T55" fmla="*/ 29 h 173"/>
                <a:gd name="T56" fmla="*/ 164 w 175"/>
                <a:gd name="T57" fmla="*/ 24 h 173"/>
                <a:gd name="T58" fmla="*/ 162 w 175"/>
                <a:gd name="T59" fmla="*/ 16 h 173"/>
                <a:gd name="T60" fmla="*/ 160 w 175"/>
                <a:gd name="T61" fmla="*/ 14 h 173"/>
                <a:gd name="T62" fmla="*/ 153 w 175"/>
                <a:gd name="T63" fmla="*/ 11 h 173"/>
                <a:gd name="T64" fmla="*/ 151 w 175"/>
                <a:gd name="T65" fmla="*/ 7 h 173"/>
                <a:gd name="T66" fmla="*/ 148 w 175"/>
                <a:gd name="T67" fmla="*/ 9 h 173"/>
                <a:gd name="T68" fmla="*/ 146 w 175"/>
                <a:gd name="T69" fmla="*/ 11 h 173"/>
                <a:gd name="T70" fmla="*/ 131 w 175"/>
                <a:gd name="T71" fmla="*/ 13 h 173"/>
                <a:gd name="T72" fmla="*/ 119 w 175"/>
                <a:gd name="T73" fmla="*/ 14 h 173"/>
                <a:gd name="T74" fmla="*/ 109 w 175"/>
                <a:gd name="T75" fmla="*/ 0 h 173"/>
                <a:gd name="T76" fmla="*/ 100 w 175"/>
                <a:gd name="T77" fmla="*/ 2 h 173"/>
                <a:gd name="T78" fmla="*/ 93 w 175"/>
                <a:gd name="T79" fmla="*/ 22 h 173"/>
                <a:gd name="T80" fmla="*/ 84 w 175"/>
                <a:gd name="T81" fmla="*/ 40 h 173"/>
                <a:gd name="T82" fmla="*/ 77 w 175"/>
                <a:gd name="T83" fmla="*/ 47 h 173"/>
                <a:gd name="T84" fmla="*/ 68 w 175"/>
                <a:gd name="T85" fmla="*/ 53 h 173"/>
                <a:gd name="T86" fmla="*/ 58 w 175"/>
                <a:gd name="T87" fmla="*/ 53 h 173"/>
                <a:gd name="T88" fmla="*/ 49 w 175"/>
                <a:gd name="T89" fmla="*/ 62 h 173"/>
                <a:gd name="T90" fmla="*/ 44 w 175"/>
                <a:gd name="T91" fmla="*/ 73 h 173"/>
                <a:gd name="T92" fmla="*/ 44 w 175"/>
                <a:gd name="T93" fmla="*/ 75 h 173"/>
                <a:gd name="T94" fmla="*/ 46 w 175"/>
                <a:gd name="T95" fmla="*/ 80 h 173"/>
                <a:gd name="T96" fmla="*/ 44 w 175"/>
                <a:gd name="T97" fmla="*/ 84 h 173"/>
                <a:gd name="T98" fmla="*/ 38 w 175"/>
                <a:gd name="T99" fmla="*/ 93 h 173"/>
                <a:gd name="T100" fmla="*/ 37 w 175"/>
                <a:gd name="T101" fmla="*/ 96 h 173"/>
                <a:gd name="T102" fmla="*/ 38 w 175"/>
                <a:gd name="T103" fmla="*/ 106 h 173"/>
                <a:gd name="T104" fmla="*/ 40 w 175"/>
                <a:gd name="T105" fmla="*/ 111 h 173"/>
                <a:gd name="T106" fmla="*/ 38 w 175"/>
                <a:gd name="T107" fmla="*/ 135 h 173"/>
                <a:gd name="T108" fmla="*/ 29 w 175"/>
                <a:gd name="T109" fmla="*/ 151 h 173"/>
                <a:gd name="T110" fmla="*/ 22 w 175"/>
                <a:gd name="T111" fmla="*/ 157 h 173"/>
                <a:gd name="T112" fmla="*/ 2 w 175"/>
                <a:gd name="T113" fmla="*/ 171 h 173"/>
                <a:gd name="T114" fmla="*/ 0 w 175"/>
                <a:gd name="T115" fmla="*/ 173 h 173"/>
                <a:gd name="T116" fmla="*/ 0 w 175"/>
                <a:gd name="T117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73">
                  <a:moveTo>
                    <a:pt x="0" y="173"/>
                  </a:moveTo>
                  <a:lnTo>
                    <a:pt x="66" y="173"/>
                  </a:lnTo>
                  <a:lnTo>
                    <a:pt x="66" y="155"/>
                  </a:lnTo>
                  <a:lnTo>
                    <a:pt x="66" y="155"/>
                  </a:lnTo>
                  <a:lnTo>
                    <a:pt x="68" y="153"/>
                  </a:lnTo>
                  <a:lnTo>
                    <a:pt x="69" y="149"/>
                  </a:lnTo>
                  <a:lnTo>
                    <a:pt x="69" y="149"/>
                  </a:lnTo>
                  <a:lnTo>
                    <a:pt x="73" y="146"/>
                  </a:lnTo>
                  <a:lnTo>
                    <a:pt x="78" y="142"/>
                  </a:lnTo>
                  <a:lnTo>
                    <a:pt x="78" y="142"/>
                  </a:lnTo>
                  <a:lnTo>
                    <a:pt x="84" y="138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9" y="133"/>
                  </a:lnTo>
                  <a:lnTo>
                    <a:pt x="104" y="131"/>
                  </a:lnTo>
                  <a:lnTo>
                    <a:pt x="108" y="129"/>
                  </a:lnTo>
                  <a:lnTo>
                    <a:pt x="108" y="129"/>
                  </a:lnTo>
                  <a:lnTo>
                    <a:pt x="109" y="126"/>
                  </a:lnTo>
                  <a:lnTo>
                    <a:pt x="111" y="126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22" y="122"/>
                  </a:lnTo>
                  <a:lnTo>
                    <a:pt x="128" y="118"/>
                  </a:lnTo>
                  <a:lnTo>
                    <a:pt x="128" y="118"/>
                  </a:lnTo>
                  <a:lnTo>
                    <a:pt x="131" y="115"/>
                  </a:lnTo>
                  <a:lnTo>
                    <a:pt x="137" y="107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3" y="91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80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2" y="73"/>
                  </a:lnTo>
                  <a:lnTo>
                    <a:pt x="166" y="71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5" y="65"/>
                  </a:lnTo>
                  <a:lnTo>
                    <a:pt x="173" y="62"/>
                  </a:lnTo>
                  <a:lnTo>
                    <a:pt x="170" y="56"/>
                  </a:lnTo>
                  <a:lnTo>
                    <a:pt x="170" y="56"/>
                  </a:lnTo>
                  <a:lnTo>
                    <a:pt x="168" y="53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6" y="44"/>
                  </a:lnTo>
                  <a:lnTo>
                    <a:pt x="164" y="42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29"/>
                  </a:lnTo>
                  <a:lnTo>
                    <a:pt x="164" y="24"/>
                  </a:lnTo>
                  <a:lnTo>
                    <a:pt x="164" y="24"/>
                  </a:lnTo>
                  <a:lnTo>
                    <a:pt x="164" y="20"/>
                  </a:lnTo>
                  <a:lnTo>
                    <a:pt x="162" y="16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57" y="13"/>
                  </a:lnTo>
                  <a:lnTo>
                    <a:pt x="153" y="11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50" y="7"/>
                  </a:lnTo>
                  <a:lnTo>
                    <a:pt x="148" y="9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39" y="13"/>
                  </a:lnTo>
                  <a:lnTo>
                    <a:pt x="131" y="13"/>
                  </a:lnTo>
                  <a:lnTo>
                    <a:pt x="119" y="14"/>
                  </a:lnTo>
                  <a:lnTo>
                    <a:pt x="119" y="14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13"/>
                  </a:lnTo>
                  <a:lnTo>
                    <a:pt x="93" y="22"/>
                  </a:lnTo>
                  <a:lnTo>
                    <a:pt x="91" y="31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7" y="47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2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49" y="62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4" y="75"/>
                  </a:lnTo>
                  <a:lnTo>
                    <a:pt x="44" y="75"/>
                  </a:lnTo>
                  <a:lnTo>
                    <a:pt x="46" y="76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0" y="87"/>
                  </a:lnTo>
                  <a:lnTo>
                    <a:pt x="38" y="93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102"/>
                  </a:lnTo>
                  <a:lnTo>
                    <a:pt x="38" y="106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24"/>
                  </a:lnTo>
                  <a:lnTo>
                    <a:pt x="38" y="135"/>
                  </a:lnTo>
                  <a:lnTo>
                    <a:pt x="33" y="144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2" y="157"/>
                  </a:lnTo>
                  <a:lnTo>
                    <a:pt x="15" y="160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7" name="Freeform 230">
              <a:extLst>
                <a:ext uri="{FF2B5EF4-FFF2-40B4-BE49-F238E27FC236}">
                  <a16:creationId xmlns:a16="http://schemas.microsoft.com/office/drawing/2014/main" id="{8A758DC3-27D9-4A0C-8E81-F57CC73A5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824" y="2425007"/>
              <a:ext cx="740020" cy="361853"/>
            </a:xfrm>
            <a:custGeom>
              <a:avLst/>
              <a:gdLst>
                <a:gd name="T0" fmla="*/ 77 w 499"/>
                <a:gd name="T1" fmla="*/ 37 h 244"/>
                <a:gd name="T2" fmla="*/ 97 w 499"/>
                <a:gd name="T3" fmla="*/ 40 h 244"/>
                <a:gd name="T4" fmla="*/ 126 w 499"/>
                <a:gd name="T5" fmla="*/ 48 h 244"/>
                <a:gd name="T6" fmla="*/ 157 w 499"/>
                <a:gd name="T7" fmla="*/ 42 h 244"/>
                <a:gd name="T8" fmla="*/ 144 w 499"/>
                <a:gd name="T9" fmla="*/ 20 h 244"/>
                <a:gd name="T10" fmla="*/ 153 w 499"/>
                <a:gd name="T11" fmla="*/ 0 h 244"/>
                <a:gd name="T12" fmla="*/ 184 w 499"/>
                <a:gd name="T13" fmla="*/ 4 h 244"/>
                <a:gd name="T14" fmla="*/ 215 w 499"/>
                <a:gd name="T15" fmla="*/ 22 h 244"/>
                <a:gd name="T16" fmla="*/ 235 w 499"/>
                <a:gd name="T17" fmla="*/ 44 h 244"/>
                <a:gd name="T18" fmla="*/ 261 w 499"/>
                <a:gd name="T19" fmla="*/ 51 h 244"/>
                <a:gd name="T20" fmla="*/ 284 w 499"/>
                <a:gd name="T21" fmla="*/ 48 h 244"/>
                <a:gd name="T22" fmla="*/ 305 w 499"/>
                <a:gd name="T23" fmla="*/ 59 h 244"/>
                <a:gd name="T24" fmla="*/ 326 w 499"/>
                <a:gd name="T25" fmla="*/ 68 h 244"/>
                <a:gd name="T26" fmla="*/ 350 w 499"/>
                <a:gd name="T27" fmla="*/ 68 h 244"/>
                <a:gd name="T28" fmla="*/ 377 w 499"/>
                <a:gd name="T29" fmla="*/ 62 h 244"/>
                <a:gd name="T30" fmla="*/ 412 w 499"/>
                <a:gd name="T31" fmla="*/ 49 h 244"/>
                <a:gd name="T32" fmla="*/ 443 w 499"/>
                <a:gd name="T33" fmla="*/ 59 h 244"/>
                <a:gd name="T34" fmla="*/ 436 w 499"/>
                <a:gd name="T35" fmla="*/ 80 h 244"/>
                <a:gd name="T36" fmla="*/ 438 w 499"/>
                <a:gd name="T37" fmla="*/ 89 h 244"/>
                <a:gd name="T38" fmla="*/ 432 w 499"/>
                <a:gd name="T39" fmla="*/ 104 h 244"/>
                <a:gd name="T40" fmla="*/ 465 w 499"/>
                <a:gd name="T41" fmla="*/ 99 h 244"/>
                <a:gd name="T42" fmla="*/ 481 w 499"/>
                <a:gd name="T43" fmla="*/ 111 h 244"/>
                <a:gd name="T44" fmla="*/ 496 w 499"/>
                <a:gd name="T45" fmla="*/ 130 h 244"/>
                <a:gd name="T46" fmla="*/ 487 w 499"/>
                <a:gd name="T47" fmla="*/ 130 h 244"/>
                <a:gd name="T48" fmla="*/ 479 w 499"/>
                <a:gd name="T49" fmla="*/ 131 h 244"/>
                <a:gd name="T50" fmla="*/ 461 w 499"/>
                <a:gd name="T51" fmla="*/ 137 h 244"/>
                <a:gd name="T52" fmla="*/ 439 w 499"/>
                <a:gd name="T53" fmla="*/ 142 h 244"/>
                <a:gd name="T54" fmla="*/ 410 w 499"/>
                <a:gd name="T55" fmla="*/ 161 h 244"/>
                <a:gd name="T56" fmla="*/ 385 w 499"/>
                <a:gd name="T57" fmla="*/ 177 h 244"/>
                <a:gd name="T58" fmla="*/ 363 w 499"/>
                <a:gd name="T59" fmla="*/ 170 h 244"/>
                <a:gd name="T60" fmla="*/ 361 w 499"/>
                <a:gd name="T61" fmla="*/ 197 h 244"/>
                <a:gd name="T62" fmla="*/ 352 w 499"/>
                <a:gd name="T63" fmla="*/ 217 h 244"/>
                <a:gd name="T64" fmla="*/ 308 w 499"/>
                <a:gd name="T65" fmla="*/ 224 h 244"/>
                <a:gd name="T66" fmla="*/ 284 w 499"/>
                <a:gd name="T67" fmla="*/ 237 h 244"/>
                <a:gd name="T68" fmla="*/ 252 w 499"/>
                <a:gd name="T69" fmla="*/ 244 h 244"/>
                <a:gd name="T70" fmla="*/ 219 w 499"/>
                <a:gd name="T71" fmla="*/ 230 h 244"/>
                <a:gd name="T72" fmla="*/ 177 w 499"/>
                <a:gd name="T73" fmla="*/ 226 h 244"/>
                <a:gd name="T74" fmla="*/ 142 w 499"/>
                <a:gd name="T75" fmla="*/ 224 h 244"/>
                <a:gd name="T76" fmla="*/ 117 w 499"/>
                <a:gd name="T77" fmla="*/ 204 h 244"/>
                <a:gd name="T78" fmla="*/ 100 w 499"/>
                <a:gd name="T79" fmla="*/ 182 h 244"/>
                <a:gd name="T80" fmla="*/ 79 w 499"/>
                <a:gd name="T81" fmla="*/ 170 h 244"/>
                <a:gd name="T82" fmla="*/ 57 w 499"/>
                <a:gd name="T83" fmla="*/ 159 h 244"/>
                <a:gd name="T84" fmla="*/ 55 w 499"/>
                <a:gd name="T85" fmla="*/ 133 h 244"/>
                <a:gd name="T86" fmla="*/ 37 w 499"/>
                <a:gd name="T87" fmla="*/ 113 h 244"/>
                <a:gd name="T88" fmla="*/ 9 w 499"/>
                <a:gd name="T89" fmla="*/ 108 h 244"/>
                <a:gd name="T90" fmla="*/ 0 w 499"/>
                <a:gd name="T91" fmla="*/ 84 h 244"/>
                <a:gd name="T92" fmla="*/ 15 w 499"/>
                <a:gd name="T93" fmla="*/ 64 h 244"/>
                <a:gd name="T94" fmla="*/ 22 w 499"/>
                <a:gd name="T95" fmla="*/ 49 h 244"/>
                <a:gd name="T96" fmla="*/ 48 w 499"/>
                <a:gd name="T97" fmla="*/ 37 h 244"/>
                <a:gd name="T98" fmla="*/ 71 w 499"/>
                <a:gd name="T99" fmla="*/ 33 h 244"/>
                <a:gd name="T100" fmla="*/ 197 w 499"/>
                <a:gd name="T101" fmla="*/ 22 h 244"/>
                <a:gd name="T102" fmla="*/ 199 w 499"/>
                <a:gd name="T103" fmla="*/ 26 h 244"/>
                <a:gd name="T104" fmla="*/ 193 w 499"/>
                <a:gd name="T105" fmla="*/ 33 h 244"/>
                <a:gd name="T106" fmla="*/ 193 w 499"/>
                <a:gd name="T107" fmla="*/ 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9" h="244">
                  <a:moveTo>
                    <a:pt x="75" y="37"/>
                  </a:moveTo>
                  <a:lnTo>
                    <a:pt x="75" y="37"/>
                  </a:lnTo>
                  <a:lnTo>
                    <a:pt x="77" y="37"/>
                  </a:lnTo>
                  <a:lnTo>
                    <a:pt x="79" y="38"/>
                  </a:lnTo>
                  <a:lnTo>
                    <a:pt x="84" y="35"/>
                  </a:lnTo>
                  <a:lnTo>
                    <a:pt x="97" y="40"/>
                  </a:lnTo>
                  <a:lnTo>
                    <a:pt x="106" y="46"/>
                  </a:lnTo>
                  <a:lnTo>
                    <a:pt x="115" y="48"/>
                  </a:lnTo>
                  <a:lnTo>
                    <a:pt x="126" y="48"/>
                  </a:lnTo>
                  <a:lnTo>
                    <a:pt x="141" y="46"/>
                  </a:lnTo>
                  <a:lnTo>
                    <a:pt x="155" y="48"/>
                  </a:lnTo>
                  <a:lnTo>
                    <a:pt x="157" y="42"/>
                  </a:lnTo>
                  <a:lnTo>
                    <a:pt x="155" y="31"/>
                  </a:lnTo>
                  <a:lnTo>
                    <a:pt x="151" y="26"/>
                  </a:lnTo>
                  <a:lnTo>
                    <a:pt x="144" y="20"/>
                  </a:lnTo>
                  <a:lnTo>
                    <a:pt x="146" y="13"/>
                  </a:lnTo>
                  <a:lnTo>
                    <a:pt x="150" y="7"/>
                  </a:lnTo>
                  <a:lnTo>
                    <a:pt x="153" y="0"/>
                  </a:lnTo>
                  <a:lnTo>
                    <a:pt x="166" y="2"/>
                  </a:lnTo>
                  <a:lnTo>
                    <a:pt x="172" y="4"/>
                  </a:lnTo>
                  <a:lnTo>
                    <a:pt x="184" y="4"/>
                  </a:lnTo>
                  <a:lnTo>
                    <a:pt x="190" y="9"/>
                  </a:lnTo>
                  <a:lnTo>
                    <a:pt x="201" y="11"/>
                  </a:lnTo>
                  <a:lnTo>
                    <a:pt x="215" y="22"/>
                  </a:lnTo>
                  <a:lnTo>
                    <a:pt x="224" y="31"/>
                  </a:lnTo>
                  <a:lnTo>
                    <a:pt x="230" y="40"/>
                  </a:lnTo>
                  <a:lnTo>
                    <a:pt x="235" y="44"/>
                  </a:lnTo>
                  <a:lnTo>
                    <a:pt x="246" y="53"/>
                  </a:lnTo>
                  <a:lnTo>
                    <a:pt x="253" y="51"/>
                  </a:lnTo>
                  <a:lnTo>
                    <a:pt x="261" y="51"/>
                  </a:lnTo>
                  <a:lnTo>
                    <a:pt x="268" y="49"/>
                  </a:lnTo>
                  <a:lnTo>
                    <a:pt x="275" y="44"/>
                  </a:lnTo>
                  <a:lnTo>
                    <a:pt x="284" y="48"/>
                  </a:lnTo>
                  <a:lnTo>
                    <a:pt x="299" y="51"/>
                  </a:lnTo>
                  <a:lnTo>
                    <a:pt x="306" y="53"/>
                  </a:lnTo>
                  <a:lnTo>
                    <a:pt x="305" y="59"/>
                  </a:lnTo>
                  <a:lnTo>
                    <a:pt x="312" y="64"/>
                  </a:lnTo>
                  <a:lnTo>
                    <a:pt x="319" y="64"/>
                  </a:lnTo>
                  <a:lnTo>
                    <a:pt x="326" y="68"/>
                  </a:lnTo>
                  <a:lnTo>
                    <a:pt x="334" y="68"/>
                  </a:lnTo>
                  <a:lnTo>
                    <a:pt x="341" y="66"/>
                  </a:lnTo>
                  <a:lnTo>
                    <a:pt x="350" y="68"/>
                  </a:lnTo>
                  <a:lnTo>
                    <a:pt x="359" y="71"/>
                  </a:lnTo>
                  <a:lnTo>
                    <a:pt x="372" y="68"/>
                  </a:lnTo>
                  <a:lnTo>
                    <a:pt x="377" y="62"/>
                  </a:lnTo>
                  <a:lnTo>
                    <a:pt x="394" y="60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23" y="57"/>
                  </a:lnTo>
                  <a:lnTo>
                    <a:pt x="432" y="55"/>
                  </a:lnTo>
                  <a:lnTo>
                    <a:pt x="443" y="59"/>
                  </a:lnTo>
                  <a:lnTo>
                    <a:pt x="436" y="77"/>
                  </a:lnTo>
                  <a:lnTo>
                    <a:pt x="436" y="77"/>
                  </a:lnTo>
                  <a:lnTo>
                    <a:pt x="436" y="80"/>
                  </a:lnTo>
                  <a:lnTo>
                    <a:pt x="439" y="84"/>
                  </a:lnTo>
                  <a:lnTo>
                    <a:pt x="439" y="84"/>
                  </a:lnTo>
                  <a:lnTo>
                    <a:pt x="438" y="89"/>
                  </a:lnTo>
                  <a:lnTo>
                    <a:pt x="436" y="93"/>
                  </a:lnTo>
                  <a:lnTo>
                    <a:pt x="434" y="97"/>
                  </a:lnTo>
                  <a:lnTo>
                    <a:pt x="432" y="104"/>
                  </a:lnTo>
                  <a:lnTo>
                    <a:pt x="445" y="110"/>
                  </a:lnTo>
                  <a:lnTo>
                    <a:pt x="456" y="108"/>
                  </a:lnTo>
                  <a:lnTo>
                    <a:pt x="465" y="99"/>
                  </a:lnTo>
                  <a:lnTo>
                    <a:pt x="470" y="100"/>
                  </a:lnTo>
                  <a:lnTo>
                    <a:pt x="474" y="104"/>
                  </a:lnTo>
                  <a:lnTo>
                    <a:pt x="481" y="111"/>
                  </a:lnTo>
                  <a:lnTo>
                    <a:pt x="492" y="115"/>
                  </a:lnTo>
                  <a:lnTo>
                    <a:pt x="499" y="122"/>
                  </a:lnTo>
                  <a:lnTo>
                    <a:pt x="496" y="130"/>
                  </a:lnTo>
                  <a:lnTo>
                    <a:pt x="496" y="130"/>
                  </a:lnTo>
                  <a:lnTo>
                    <a:pt x="490" y="128"/>
                  </a:lnTo>
                  <a:lnTo>
                    <a:pt x="487" y="130"/>
                  </a:lnTo>
                  <a:lnTo>
                    <a:pt x="483" y="130"/>
                  </a:lnTo>
                  <a:lnTo>
                    <a:pt x="483" y="130"/>
                  </a:lnTo>
                  <a:lnTo>
                    <a:pt x="479" y="131"/>
                  </a:lnTo>
                  <a:lnTo>
                    <a:pt x="476" y="135"/>
                  </a:lnTo>
                  <a:lnTo>
                    <a:pt x="472" y="139"/>
                  </a:lnTo>
                  <a:lnTo>
                    <a:pt x="461" y="137"/>
                  </a:lnTo>
                  <a:lnTo>
                    <a:pt x="448" y="146"/>
                  </a:lnTo>
                  <a:lnTo>
                    <a:pt x="445" y="142"/>
                  </a:lnTo>
                  <a:lnTo>
                    <a:pt x="439" y="142"/>
                  </a:lnTo>
                  <a:lnTo>
                    <a:pt x="436" y="151"/>
                  </a:lnTo>
                  <a:lnTo>
                    <a:pt x="430" y="155"/>
                  </a:lnTo>
                  <a:lnTo>
                    <a:pt x="410" y="161"/>
                  </a:lnTo>
                  <a:lnTo>
                    <a:pt x="407" y="171"/>
                  </a:lnTo>
                  <a:lnTo>
                    <a:pt x="394" y="179"/>
                  </a:lnTo>
                  <a:lnTo>
                    <a:pt x="385" y="177"/>
                  </a:lnTo>
                  <a:lnTo>
                    <a:pt x="377" y="168"/>
                  </a:lnTo>
                  <a:lnTo>
                    <a:pt x="368" y="166"/>
                  </a:lnTo>
                  <a:lnTo>
                    <a:pt x="363" y="170"/>
                  </a:lnTo>
                  <a:lnTo>
                    <a:pt x="359" y="179"/>
                  </a:lnTo>
                  <a:lnTo>
                    <a:pt x="357" y="188"/>
                  </a:lnTo>
                  <a:lnTo>
                    <a:pt x="361" y="197"/>
                  </a:lnTo>
                  <a:lnTo>
                    <a:pt x="363" y="206"/>
                  </a:lnTo>
                  <a:lnTo>
                    <a:pt x="357" y="213"/>
                  </a:lnTo>
                  <a:lnTo>
                    <a:pt x="352" y="217"/>
                  </a:lnTo>
                  <a:lnTo>
                    <a:pt x="337" y="221"/>
                  </a:lnTo>
                  <a:lnTo>
                    <a:pt x="323" y="224"/>
                  </a:lnTo>
                  <a:lnTo>
                    <a:pt x="308" y="224"/>
                  </a:lnTo>
                  <a:lnTo>
                    <a:pt x="299" y="226"/>
                  </a:lnTo>
                  <a:lnTo>
                    <a:pt x="294" y="228"/>
                  </a:lnTo>
                  <a:lnTo>
                    <a:pt x="284" y="237"/>
                  </a:lnTo>
                  <a:lnTo>
                    <a:pt x="274" y="241"/>
                  </a:lnTo>
                  <a:lnTo>
                    <a:pt x="263" y="241"/>
                  </a:lnTo>
                  <a:lnTo>
                    <a:pt x="252" y="244"/>
                  </a:lnTo>
                  <a:lnTo>
                    <a:pt x="235" y="244"/>
                  </a:lnTo>
                  <a:lnTo>
                    <a:pt x="228" y="239"/>
                  </a:lnTo>
                  <a:lnTo>
                    <a:pt x="219" y="230"/>
                  </a:lnTo>
                  <a:lnTo>
                    <a:pt x="215" y="228"/>
                  </a:lnTo>
                  <a:lnTo>
                    <a:pt x="192" y="228"/>
                  </a:lnTo>
                  <a:lnTo>
                    <a:pt x="177" y="226"/>
                  </a:lnTo>
                  <a:lnTo>
                    <a:pt x="164" y="224"/>
                  </a:lnTo>
                  <a:lnTo>
                    <a:pt x="151" y="226"/>
                  </a:lnTo>
                  <a:lnTo>
                    <a:pt x="142" y="224"/>
                  </a:lnTo>
                  <a:lnTo>
                    <a:pt x="133" y="219"/>
                  </a:lnTo>
                  <a:lnTo>
                    <a:pt x="126" y="210"/>
                  </a:lnTo>
                  <a:lnTo>
                    <a:pt x="117" y="204"/>
                  </a:lnTo>
                  <a:lnTo>
                    <a:pt x="110" y="199"/>
                  </a:lnTo>
                  <a:lnTo>
                    <a:pt x="108" y="190"/>
                  </a:lnTo>
                  <a:lnTo>
                    <a:pt x="100" y="182"/>
                  </a:lnTo>
                  <a:lnTo>
                    <a:pt x="91" y="179"/>
                  </a:lnTo>
                  <a:lnTo>
                    <a:pt x="86" y="175"/>
                  </a:lnTo>
                  <a:lnTo>
                    <a:pt x="79" y="170"/>
                  </a:lnTo>
                  <a:lnTo>
                    <a:pt x="68" y="170"/>
                  </a:lnTo>
                  <a:lnTo>
                    <a:pt x="59" y="166"/>
                  </a:lnTo>
                  <a:lnTo>
                    <a:pt x="57" y="159"/>
                  </a:lnTo>
                  <a:lnTo>
                    <a:pt x="59" y="150"/>
                  </a:lnTo>
                  <a:lnTo>
                    <a:pt x="60" y="142"/>
                  </a:lnTo>
                  <a:lnTo>
                    <a:pt x="55" y="133"/>
                  </a:lnTo>
                  <a:lnTo>
                    <a:pt x="48" y="130"/>
                  </a:lnTo>
                  <a:lnTo>
                    <a:pt x="46" y="124"/>
                  </a:lnTo>
                  <a:lnTo>
                    <a:pt x="37" y="113"/>
                  </a:lnTo>
                  <a:lnTo>
                    <a:pt x="28" y="108"/>
                  </a:lnTo>
                  <a:lnTo>
                    <a:pt x="17" y="110"/>
                  </a:lnTo>
                  <a:lnTo>
                    <a:pt x="9" y="108"/>
                  </a:lnTo>
                  <a:lnTo>
                    <a:pt x="4" y="102"/>
                  </a:lnTo>
                  <a:lnTo>
                    <a:pt x="2" y="97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9" y="66"/>
                  </a:lnTo>
                  <a:lnTo>
                    <a:pt x="15" y="64"/>
                  </a:lnTo>
                  <a:lnTo>
                    <a:pt x="18" y="59"/>
                  </a:lnTo>
                  <a:lnTo>
                    <a:pt x="18" y="53"/>
                  </a:lnTo>
                  <a:lnTo>
                    <a:pt x="22" y="49"/>
                  </a:lnTo>
                  <a:lnTo>
                    <a:pt x="29" y="44"/>
                  </a:lnTo>
                  <a:lnTo>
                    <a:pt x="37" y="40"/>
                  </a:lnTo>
                  <a:lnTo>
                    <a:pt x="48" y="37"/>
                  </a:lnTo>
                  <a:lnTo>
                    <a:pt x="53" y="33"/>
                  </a:lnTo>
                  <a:lnTo>
                    <a:pt x="62" y="31"/>
                  </a:lnTo>
                  <a:lnTo>
                    <a:pt x="71" y="33"/>
                  </a:lnTo>
                  <a:lnTo>
                    <a:pt x="75" y="37"/>
                  </a:lnTo>
                  <a:close/>
                  <a:moveTo>
                    <a:pt x="197" y="22"/>
                  </a:moveTo>
                  <a:lnTo>
                    <a:pt x="197" y="22"/>
                  </a:lnTo>
                  <a:lnTo>
                    <a:pt x="197" y="24"/>
                  </a:lnTo>
                  <a:lnTo>
                    <a:pt x="199" y="26"/>
                  </a:lnTo>
                  <a:lnTo>
                    <a:pt x="199" y="26"/>
                  </a:lnTo>
                  <a:lnTo>
                    <a:pt x="197" y="28"/>
                  </a:lnTo>
                  <a:lnTo>
                    <a:pt x="195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3" y="26"/>
                  </a:lnTo>
                  <a:lnTo>
                    <a:pt x="193" y="22"/>
                  </a:lnTo>
                  <a:lnTo>
                    <a:pt x="197" y="22"/>
                  </a:lnTo>
                  <a:lnTo>
                    <a:pt x="197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8" name="Freeform 231">
              <a:extLst>
                <a:ext uri="{FF2B5EF4-FFF2-40B4-BE49-F238E27FC236}">
                  <a16:creationId xmlns:a16="http://schemas.microsoft.com/office/drawing/2014/main" id="{B3BA1D05-1BF4-4102-ADE0-43D5511C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435" y="2717159"/>
              <a:ext cx="16314" cy="16314"/>
            </a:xfrm>
            <a:custGeom>
              <a:avLst/>
              <a:gdLst>
                <a:gd name="T0" fmla="*/ 11 w 11"/>
                <a:gd name="T1" fmla="*/ 2 h 11"/>
                <a:gd name="T2" fmla="*/ 4 w 11"/>
                <a:gd name="T3" fmla="*/ 0 h 11"/>
                <a:gd name="T4" fmla="*/ 0 w 11"/>
                <a:gd name="T5" fmla="*/ 2 h 11"/>
                <a:gd name="T6" fmla="*/ 6 w 11"/>
                <a:gd name="T7" fmla="*/ 11 h 11"/>
                <a:gd name="T8" fmla="*/ 6 w 11"/>
                <a:gd name="T9" fmla="*/ 7 h 11"/>
                <a:gd name="T10" fmla="*/ 6 w 11"/>
                <a:gd name="T11" fmla="*/ 7 h 11"/>
                <a:gd name="T12" fmla="*/ 11 w 11"/>
                <a:gd name="T13" fmla="*/ 4 h 11"/>
                <a:gd name="T14" fmla="*/ 11 w 11"/>
                <a:gd name="T15" fmla="*/ 4 h 11"/>
                <a:gd name="T16" fmla="*/ 11 w 11"/>
                <a:gd name="T17" fmla="*/ 2 h 11"/>
                <a:gd name="T18" fmla="*/ 11 w 1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11" y="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6" y="11"/>
                  </a:lnTo>
                  <a:lnTo>
                    <a:pt x="6" y="7"/>
                  </a:lnTo>
                  <a:lnTo>
                    <a:pt x="6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9" name="Freeform 232">
              <a:extLst>
                <a:ext uri="{FF2B5EF4-FFF2-40B4-BE49-F238E27FC236}">
                  <a16:creationId xmlns:a16="http://schemas.microsoft.com/office/drawing/2014/main" id="{75F93490-4D97-48A2-A23E-E0F0FA75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3412" y="2543647"/>
              <a:ext cx="88980" cy="114192"/>
            </a:xfrm>
            <a:custGeom>
              <a:avLst/>
              <a:gdLst>
                <a:gd name="T0" fmla="*/ 30 w 60"/>
                <a:gd name="T1" fmla="*/ 77 h 77"/>
                <a:gd name="T2" fmla="*/ 34 w 60"/>
                <a:gd name="T3" fmla="*/ 66 h 77"/>
                <a:gd name="T4" fmla="*/ 36 w 60"/>
                <a:gd name="T5" fmla="*/ 64 h 77"/>
                <a:gd name="T6" fmla="*/ 41 w 60"/>
                <a:gd name="T7" fmla="*/ 60 h 77"/>
                <a:gd name="T8" fmla="*/ 41 w 60"/>
                <a:gd name="T9" fmla="*/ 57 h 77"/>
                <a:gd name="T10" fmla="*/ 45 w 60"/>
                <a:gd name="T11" fmla="*/ 57 h 77"/>
                <a:gd name="T12" fmla="*/ 49 w 60"/>
                <a:gd name="T13" fmla="*/ 59 h 77"/>
                <a:gd name="T14" fmla="*/ 56 w 60"/>
                <a:gd name="T15" fmla="*/ 60 h 77"/>
                <a:gd name="T16" fmla="*/ 51 w 60"/>
                <a:gd name="T17" fmla="*/ 51 h 77"/>
                <a:gd name="T18" fmla="*/ 47 w 60"/>
                <a:gd name="T19" fmla="*/ 48 h 77"/>
                <a:gd name="T20" fmla="*/ 45 w 60"/>
                <a:gd name="T21" fmla="*/ 40 h 77"/>
                <a:gd name="T22" fmla="*/ 45 w 60"/>
                <a:gd name="T23" fmla="*/ 37 h 77"/>
                <a:gd name="T24" fmla="*/ 43 w 60"/>
                <a:gd name="T25" fmla="*/ 31 h 77"/>
                <a:gd name="T26" fmla="*/ 40 w 60"/>
                <a:gd name="T27" fmla="*/ 26 h 77"/>
                <a:gd name="T28" fmla="*/ 40 w 60"/>
                <a:gd name="T29" fmla="*/ 22 h 77"/>
                <a:gd name="T30" fmla="*/ 38 w 60"/>
                <a:gd name="T31" fmla="*/ 17 h 77"/>
                <a:gd name="T32" fmla="*/ 34 w 60"/>
                <a:gd name="T33" fmla="*/ 13 h 77"/>
                <a:gd name="T34" fmla="*/ 27 w 60"/>
                <a:gd name="T35" fmla="*/ 6 h 77"/>
                <a:gd name="T36" fmla="*/ 18 w 60"/>
                <a:gd name="T37" fmla="*/ 2 h 77"/>
                <a:gd name="T38" fmla="*/ 12 w 60"/>
                <a:gd name="T39" fmla="*/ 0 h 77"/>
                <a:gd name="T40" fmla="*/ 9 w 60"/>
                <a:gd name="T41" fmla="*/ 2 h 77"/>
                <a:gd name="T42" fmla="*/ 7 w 60"/>
                <a:gd name="T43" fmla="*/ 2 h 77"/>
                <a:gd name="T44" fmla="*/ 0 w 60"/>
                <a:gd name="T45" fmla="*/ 4 h 77"/>
                <a:gd name="T46" fmla="*/ 0 w 60"/>
                <a:gd name="T47" fmla="*/ 8 h 77"/>
                <a:gd name="T48" fmla="*/ 7 w 60"/>
                <a:gd name="T49" fmla="*/ 13 h 77"/>
                <a:gd name="T50" fmla="*/ 10 w 60"/>
                <a:gd name="T51" fmla="*/ 19 h 77"/>
                <a:gd name="T52" fmla="*/ 16 w 60"/>
                <a:gd name="T53" fmla="*/ 30 h 77"/>
                <a:gd name="T54" fmla="*/ 21 w 60"/>
                <a:gd name="T55" fmla="*/ 35 h 77"/>
                <a:gd name="T56" fmla="*/ 23 w 60"/>
                <a:gd name="T57" fmla="*/ 40 h 77"/>
                <a:gd name="T58" fmla="*/ 23 w 60"/>
                <a:gd name="T59" fmla="*/ 46 h 77"/>
                <a:gd name="T60" fmla="*/ 23 w 60"/>
                <a:gd name="T61" fmla="*/ 50 h 77"/>
                <a:gd name="T62" fmla="*/ 25 w 60"/>
                <a:gd name="T63" fmla="*/ 51 h 77"/>
                <a:gd name="T64" fmla="*/ 23 w 60"/>
                <a:gd name="T65" fmla="*/ 55 h 77"/>
                <a:gd name="T66" fmla="*/ 23 w 60"/>
                <a:gd name="T67" fmla="*/ 57 h 77"/>
                <a:gd name="T68" fmla="*/ 23 w 60"/>
                <a:gd name="T69" fmla="*/ 62 h 77"/>
                <a:gd name="T70" fmla="*/ 23 w 60"/>
                <a:gd name="T71" fmla="*/ 66 h 77"/>
                <a:gd name="T72" fmla="*/ 25 w 60"/>
                <a:gd name="T73" fmla="*/ 68 h 77"/>
                <a:gd name="T74" fmla="*/ 23 w 60"/>
                <a:gd name="T75" fmla="*/ 73 h 77"/>
                <a:gd name="T76" fmla="*/ 25 w 60"/>
                <a:gd name="T77" fmla="*/ 75 h 77"/>
                <a:gd name="T78" fmla="*/ 30 w 60"/>
                <a:gd name="T7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77">
                  <a:moveTo>
                    <a:pt x="30" y="77"/>
                  </a:moveTo>
                  <a:lnTo>
                    <a:pt x="30" y="77"/>
                  </a:lnTo>
                  <a:lnTo>
                    <a:pt x="32" y="73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1" y="60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3" y="55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49" y="59"/>
                  </a:lnTo>
                  <a:lnTo>
                    <a:pt x="56" y="60"/>
                  </a:lnTo>
                  <a:lnTo>
                    <a:pt x="60" y="62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5" y="37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8" y="17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9"/>
                  </a:lnTo>
                  <a:lnTo>
                    <a:pt x="7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4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3" y="50"/>
                  </a:lnTo>
                  <a:lnTo>
                    <a:pt x="23" y="50"/>
                  </a:lnTo>
                  <a:lnTo>
                    <a:pt x="25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8"/>
                  </a:lnTo>
                  <a:lnTo>
                    <a:pt x="23" y="70"/>
                  </a:lnTo>
                  <a:lnTo>
                    <a:pt x="23" y="73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30" y="77"/>
                  </a:lnTo>
                  <a:lnTo>
                    <a:pt x="30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0" name="Freeform 233">
              <a:extLst>
                <a:ext uri="{FF2B5EF4-FFF2-40B4-BE49-F238E27FC236}">
                  <a16:creationId xmlns:a16="http://schemas.microsoft.com/office/drawing/2014/main" id="{D83847DA-7BA2-444E-89A5-E8F40533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228" y="3065665"/>
              <a:ext cx="702944" cy="538331"/>
            </a:xfrm>
            <a:custGeom>
              <a:avLst/>
              <a:gdLst>
                <a:gd name="T0" fmla="*/ 8 w 474"/>
                <a:gd name="T1" fmla="*/ 22 h 363"/>
                <a:gd name="T2" fmla="*/ 17 w 474"/>
                <a:gd name="T3" fmla="*/ 49 h 363"/>
                <a:gd name="T4" fmla="*/ 42 w 474"/>
                <a:gd name="T5" fmla="*/ 69 h 363"/>
                <a:gd name="T6" fmla="*/ 53 w 474"/>
                <a:gd name="T7" fmla="*/ 122 h 363"/>
                <a:gd name="T8" fmla="*/ 68 w 474"/>
                <a:gd name="T9" fmla="*/ 133 h 363"/>
                <a:gd name="T10" fmla="*/ 79 w 474"/>
                <a:gd name="T11" fmla="*/ 171 h 363"/>
                <a:gd name="T12" fmla="*/ 101 w 474"/>
                <a:gd name="T13" fmla="*/ 195 h 363"/>
                <a:gd name="T14" fmla="*/ 119 w 474"/>
                <a:gd name="T15" fmla="*/ 200 h 363"/>
                <a:gd name="T16" fmla="*/ 106 w 474"/>
                <a:gd name="T17" fmla="*/ 182 h 363"/>
                <a:gd name="T18" fmla="*/ 101 w 474"/>
                <a:gd name="T19" fmla="*/ 173 h 363"/>
                <a:gd name="T20" fmla="*/ 86 w 474"/>
                <a:gd name="T21" fmla="*/ 129 h 363"/>
                <a:gd name="T22" fmla="*/ 79 w 474"/>
                <a:gd name="T23" fmla="*/ 115 h 363"/>
                <a:gd name="T24" fmla="*/ 57 w 474"/>
                <a:gd name="T25" fmla="*/ 86 h 363"/>
                <a:gd name="T26" fmla="*/ 48 w 474"/>
                <a:gd name="T27" fmla="*/ 66 h 363"/>
                <a:gd name="T28" fmla="*/ 35 w 474"/>
                <a:gd name="T29" fmla="*/ 31 h 363"/>
                <a:gd name="T30" fmla="*/ 53 w 474"/>
                <a:gd name="T31" fmla="*/ 27 h 363"/>
                <a:gd name="T32" fmla="*/ 64 w 474"/>
                <a:gd name="T33" fmla="*/ 38 h 363"/>
                <a:gd name="T34" fmla="*/ 73 w 474"/>
                <a:gd name="T35" fmla="*/ 60 h 363"/>
                <a:gd name="T36" fmla="*/ 86 w 474"/>
                <a:gd name="T37" fmla="*/ 80 h 363"/>
                <a:gd name="T38" fmla="*/ 97 w 474"/>
                <a:gd name="T39" fmla="*/ 98 h 363"/>
                <a:gd name="T40" fmla="*/ 108 w 474"/>
                <a:gd name="T41" fmla="*/ 118 h 363"/>
                <a:gd name="T42" fmla="*/ 119 w 474"/>
                <a:gd name="T43" fmla="*/ 129 h 363"/>
                <a:gd name="T44" fmla="*/ 124 w 474"/>
                <a:gd name="T45" fmla="*/ 146 h 363"/>
                <a:gd name="T46" fmla="*/ 150 w 474"/>
                <a:gd name="T47" fmla="*/ 175 h 363"/>
                <a:gd name="T48" fmla="*/ 161 w 474"/>
                <a:gd name="T49" fmla="*/ 184 h 363"/>
                <a:gd name="T50" fmla="*/ 172 w 474"/>
                <a:gd name="T51" fmla="*/ 204 h 363"/>
                <a:gd name="T52" fmla="*/ 186 w 474"/>
                <a:gd name="T53" fmla="*/ 230 h 363"/>
                <a:gd name="T54" fmla="*/ 186 w 474"/>
                <a:gd name="T55" fmla="*/ 284 h 363"/>
                <a:gd name="T56" fmla="*/ 219 w 474"/>
                <a:gd name="T57" fmla="*/ 313 h 363"/>
                <a:gd name="T58" fmla="*/ 244 w 474"/>
                <a:gd name="T59" fmla="*/ 322 h 363"/>
                <a:gd name="T60" fmla="*/ 277 w 474"/>
                <a:gd name="T61" fmla="*/ 339 h 363"/>
                <a:gd name="T62" fmla="*/ 316 w 474"/>
                <a:gd name="T63" fmla="*/ 355 h 363"/>
                <a:gd name="T64" fmla="*/ 370 w 474"/>
                <a:gd name="T65" fmla="*/ 352 h 363"/>
                <a:gd name="T66" fmla="*/ 379 w 474"/>
                <a:gd name="T67" fmla="*/ 353 h 363"/>
                <a:gd name="T68" fmla="*/ 388 w 474"/>
                <a:gd name="T69" fmla="*/ 352 h 363"/>
                <a:gd name="T70" fmla="*/ 414 w 474"/>
                <a:gd name="T71" fmla="*/ 332 h 363"/>
                <a:gd name="T72" fmla="*/ 439 w 474"/>
                <a:gd name="T73" fmla="*/ 306 h 363"/>
                <a:gd name="T74" fmla="*/ 454 w 474"/>
                <a:gd name="T75" fmla="*/ 299 h 363"/>
                <a:gd name="T76" fmla="*/ 463 w 474"/>
                <a:gd name="T77" fmla="*/ 302 h 363"/>
                <a:gd name="T78" fmla="*/ 472 w 474"/>
                <a:gd name="T79" fmla="*/ 260 h 363"/>
                <a:gd name="T80" fmla="*/ 449 w 474"/>
                <a:gd name="T81" fmla="*/ 237 h 363"/>
                <a:gd name="T82" fmla="*/ 416 w 474"/>
                <a:gd name="T83" fmla="*/ 275 h 363"/>
                <a:gd name="T84" fmla="*/ 407 w 474"/>
                <a:gd name="T85" fmla="*/ 297 h 363"/>
                <a:gd name="T86" fmla="*/ 399 w 474"/>
                <a:gd name="T87" fmla="*/ 293 h 363"/>
                <a:gd name="T88" fmla="*/ 372 w 474"/>
                <a:gd name="T89" fmla="*/ 302 h 363"/>
                <a:gd name="T90" fmla="*/ 365 w 474"/>
                <a:gd name="T91" fmla="*/ 311 h 363"/>
                <a:gd name="T92" fmla="*/ 352 w 474"/>
                <a:gd name="T93" fmla="*/ 306 h 363"/>
                <a:gd name="T94" fmla="*/ 334 w 474"/>
                <a:gd name="T95" fmla="*/ 299 h 363"/>
                <a:gd name="T96" fmla="*/ 306 w 474"/>
                <a:gd name="T97" fmla="*/ 244 h 363"/>
                <a:gd name="T98" fmla="*/ 306 w 474"/>
                <a:gd name="T99" fmla="*/ 226 h 363"/>
                <a:gd name="T100" fmla="*/ 305 w 474"/>
                <a:gd name="T101" fmla="*/ 191 h 363"/>
                <a:gd name="T102" fmla="*/ 312 w 474"/>
                <a:gd name="T103" fmla="*/ 162 h 363"/>
                <a:gd name="T104" fmla="*/ 305 w 474"/>
                <a:gd name="T105" fmla="*/ 144 h 363"/>
                <a:gd name="T106" fmla="*/ 281 w 474"/>
                <a:gd name="T107" fmla="*/ 131 h 363"/>
                <a:gd name="T108" fmla="*/ 272 w 474"/>
                <a:gd name="T109" fmla="*/ 106 h 363"/>
                <a:gd name="T110" fmla="*/ 261 w 474"/>
                <a:gd name="T111" fmla="*/ 84 h 363"/>
                <a:gd name="T112" fmla="*/ 244 w 474"/>
                <a:gd name="T113" fmla="*/ 64 h 363"/>
                <a:gd name="T114" fmla="*/ 223 w 474"/>
                <a:gd name="T115" fmla="*/ 67 h 363"/>
                <a:gd name="T116" fmla="*/ 204 w 474"/>
                <a:gd name="T117" fmla="*/ 69 h 363"/>
                <a:gd name="T118" fmla="*/ 193 w 474"/>
                <a:gd name="T119" fmla="*/ 47 h 363"/>
                <a:gd name="T120" fmla="*/ 172 w 474"/>
                <a:gd name="T121" fmla="*/ 25 h 363"/>
                <a:gd name="T122" fmla="*/ 40 w 474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4" h="363">
                  <a:moveTo>
                    <a:pt x="0" y="4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7" y="49"/>
                  </a:lnTo>
                  <a:lnTo>
                    <a:pt x="22" y="55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7" y="66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42" y="69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48" y="106"/>
                  </a:lnTo>
                  <a:lnTo>
                    <a:pt x="48" y="106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53" y="122"/>
                  </a:lnTo>
                  <a:lnTo>
                    <a:pt x="53" y="127"/>
                  </a:lnTo>
                  <a:lnTo>
                    <a:pt x="53" y="127"/>
                  </a:lnTo>
                  <a:lnTo>
                    <a:pt x="57" y="129"/>
                  </a:lnTo>
                  <a:lnTo>
                    <a:pt x="60" y="129"/>
                  </a:lnTo>
                  <a:lnTo>
                    <a:pt x="64" y="131"/>
                  </a:lnTo>
                  <a:lnTo>
                    <a:pt x="68" y="133"/>
                  </a:lnTo>
                  <a:lnTo>
                    <a:pt x="68" y="133"/>
                  </a:lnTo>
                  <a:lnTo>
                    <a:pt x="71" y="142"/>
                  </a:lnTo>
                  <a:lnTo>
                    <a:pt x="77" y="142"/>
                  </a:lnTo>
                  <a:lnTo>
                    <a:pt x="77" y="142"/>
                  </a:lnTo>
                  <a:lnTo>
                    <a:pt x="79" y="149"/>
                  </a:lnTo>
                  <a:lnTo>
                    <a:pt x="79" y="157"/>
                  </a:lnTo>
                  <a:lnTo>
                    <a:pt x="77" y="164"/>
                  </a:lnTo>
                  <a:lnTo>
                    <a:pt x="79" y="171"/>
                  </a:lnTo>
                  <a:lnTo>
                    <a:pt x="79" y="171"/>
                  </a:lnTo>
                  <a:lnTo>
                    <a:pt x="84" y="175"/>
                  </a:lnTo>
                  <a:lnTo>
                    <a:pt x="90" y="177"/>
                  </a:lnTo>
                  <a:lnTo>
                    <a:pt x="90" y="182"/>
                  </a:lnTo>
                  <a:lnTo>
                    <a:pt x="90" y="182"/>
                  </a:lnTo>
                  <a:lnTo>
                    <a:pt x="93" y="186"/>
                  </a:lnTo>
                  <a:lnTo>
                    <a:pt x="101" y="195"/>
                  </a:lnTo>
                  <a:lnTo>
                    <a:pt x="108" y="202"/>
                  </a:lnTo>
                  <a:lnTo>
                    <a:pt x="113" y="211"/>
                  </a:lnTo>
                  <a:lnTo>
                    <a:pt x="113" y="211"/>
                  </a:lnTo>
                  <a:lnTo>
                    <a:pt x="115" y="206"/>
                  </a:lnTo>
                  <a:lnTo>
                    <a:pt x="119" y="206"/>
                  </a:lnTo>
                  <a:lnTo>
                    <a:pt x="119" y="206"/>
                  </a:lnTo>
                  <a:lnTo>
                    <a:pt x="119" y="200"/>
                  </a:lnTo>
                  <a:lnTo>
                    <a:pt x="119" y="197"/>
                  </a:lnTo>
                  <a:lnTo>
                    <a:pt x="119" y="197"/>
                  </a:lnTo>
                  <a:lnTo>
                    <a:pt x="113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4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2" y="180"/>
                  </a:lnTo>
                  <a:lnTo>
                    <a:pt x="101" y="180"/>
                  </a:lnTo>
                  <a:lnTo>
                    <a:pt x="99" y="179"/>
                  </a:lnTo>
                  <a:lnTo>
                    <a:pt x="99" y="179"/>
                  </a:lnTo>
                  <a:lnTo>
                    <a:pt x="101" y="175"/>
                  </a:lnTo>
                  <a:lnTo>
                    <a:pt x="101" y="173"/>
                  </a:lnTo>
                  <a:lnTo>
                    <a:pt x="101" y="169"/>
                  </a:lnTo>
                  <a:lnTo>
                    <a:pt x="97" y="169"/>
                  </a:lnTo>
                  <a:lnTo>
                    <a:pt x="97" y="169"/>
                  </a:lnTo>
                  <a:lnTo>
                    <a:pt x="91" y="149"/>
                  </a:lnTo>
                  <a:lnTo>
                    <a:pt x="90" y="140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82" y="129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4"/>
                  </a:lnTo>
                  <a:lnTo>
                    <a:pt x="79" y="122"/>
                  </a:lnTo>
                  <a:lnTo>
                    <a:pt x="79" y="118"/>
                  </a:lnTo>
                  <a:lnTo>
                    <a:pt x="79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68" y="102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0"/>
                  </a:lnTo>
                  <a:lnTo>
                    <a:pt x="55" y="76"/>
                  </a:lnTo>
                  <a:lnTo>
                    <a:pt x="55" y="71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4" y="55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5" y="35"/>
                  </a:lnTo>
                  <a:lnTo>
                    <a:pt x="35" y="31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60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8"/>
                  </a:lnTo>
                  <a:lnTo>
                    <a:pt x="64" y="42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6" y="51"/>
                  </a:lnTo>
                  <a:lnTo>
                    <a:pt x="71" y="56"/>
                  </a:lnTo>
                  <a:lnTo>
                    <a:pt x="71" y="56"/>
                  </a:lnTo>
                  <a:lnTo>
                    <a:pt x="73" y="60"/>
                  </a:lnTo>
                  <a:lnTo>
                    <a:pt x="73" y="64"/>
                  </a:lnTo>
                  <a:lnTo>
                    <a:pt x="73" y="67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80" y="76"/>
                  </a:lnTo>
                  <a:lnTo>
                    <a:pt x="86" y="80"/>
                  </a:lnTo>
                  <a:lnTo>
                    <a:pt x="86" y="80"/>
                  </a:lnTo>
                  <a:lnTo>
                    <a:pt x="86" y="86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5"/>
                  </a:lnTo>
                  <a:lnTo>
                    <a:pt x="97" y="98"/>
                  </a:lnTo>
                  <a:lnTo>
                    <a:pt x="101" y="107"/>
                  </a:lnTo>
                  <a:lnTo>
                    <a:pt x="101" y="107"/>
                  </a:lnTo>
                  <a:lnTo>
                    <a:pt x="108" y="107"/>
                  </a:lnTo>
                  <a:lnTo>
                    <a:pt x="108" y="107"/>
                  </a:lnTo>
                  <a:lnTo>
                    <a:pt x="108" y="113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5" y="120"/>
                  </a:lnTo>
                  <a:lnTo>
                    <a:pt x="115" y="120"/>
                  </a:lnTo>
                  <a:lnTo>
                    <a:pt x="117" y="126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4" y="146"/>
                  </a:lnTo>
                  <a:lnTo>
                    <a:pt x="122" y="149"/>
                  </a:lnTo>
                  <a:lnTo>
                    <a:pt x="122" y="149"/>
                  </a:lnTo>
                  <a:lnTo>
                    <a:pt x="137" y="158"/>
                  </a:lnTo>
                  <a:lnTo>
                    <a:pt x="142" y="164"/>
                  </a:lnTo>
                  <a:lnTo>
                    <a:pt x="148" y="169"/>
                  </a:lnTo>
                  <a:lnTo>
                    <a:pt x="148" y="169"/>
                  </a:lnTo>
                  <a:lnTo>
                    <a:pt x="150" y="175"/>
                  </a:lnTo>
                  <a:lnTo>
                    <a:pt x="152" y="17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57" y="182"/>
                  </a:lnTo>
                  <a:lnTo>
                    <a:pt x="159" y="182"/>
                  </a:lnTo>
                  <a:lnTo>
                    <a:pt x="161" y="184"/>
                  </a:lnTo>
                  <a:lnTo>
                    <a:pt x="161" y="184"/>
                  </a:lnTo>
                  <a:lnTo>
                    <a:pt x="159" y="188"/>
                  </a:lnTo>
                  <a:lnTo>
                    <a:pt x="159" y="189"/>
                  </a:lnTo>
                  <a:lnTo>
                    <a:pt x="161" y="191"/>
                  </a:lnTo>
                  <a:lnTo>
                    <a:pt x="164" y="191"/>
                  </a:lnTo>
                  <a:lnTo>
                    <a:pt x="164" y="191"/>
                  </a:lnTo>
                  <a:lnTo>
                    <a:pt x="172" y="204"/>
                  </a:lnTo>
                  <a:lnTo>
                    <a:pt x="172" y="204"/>
                  </a:lnTo>
                  <a:lnTo>
                    <a:pt x="172" y="208"/>
                  </a:lnTo>
                  <a:lnTo>
                    <a:pt x="172" y="211"/>
                  </a:lnTo>
                  <a:lnTo>
                    <a:pt x="172" y="211"/>
                  </a:lnTo>
                  <a:lnTo>
                    <a:pt x="179" y="220"/>
                  </a:lnTo>
                  <a:lnTo>
                    <a:pt x="184" y="224"/>
                  </a:lnTo>
                  <a:lnTo>
                    <a:pt x="186" y="230"/>
                  </a:lnTo>
                  <a:lnTo>
                    <a:pt x="186" y="230"/>
                  </a:lnTo>
                  <a:lnTo>
                    <a:pt x="188" y="239"/>
                  </a:lnTo>
                  <a:lnTo>
                    <a:pt x="188" y="246"/>
                  </a:lnTo>
                  <a:lnTo>
                    <a:pt x="184" y="259"/>
                  </a:lnTo>
                  <a:lnTo>
                    <a:pt x="183" y="264"/>
                  </a:lnTo>
                  <a:lnTo>
                    <a:pt x="183" y="271"/>
                  </a:lnTo>
                  <a:lnTo>
                    <a:pt x="183" y="277"/>
                  </a:lnTo>
                  <a:lnTo>
                    <a:pt x="186" y="284"/>
                  </a:lnTo>
                  <a:lnTo>
                    <a:pt x="186" y="284"/>
                  </a:lnTo>
                  <a:lnTo>
                    <a:pt x="190" y="286"/>
                  </a:lnTo>
                  <a:lnTo>
                    <a:pt x="195" y="288"/>
                  </a:lnTo>
                  <a:lnTo>
                    <a:pt x="199" y="290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4" y="315"/>
                  </a:lnTo>
                  <a:lnTo>
                    <a:pt x="230" y="315"/>
                  </a:lnTo>
                  <a:lnTo>
                    <a:pt x="235" y="317"/>
                  </a:lnTo>
                  <a:lnTo>
                    <a:pt x="241" y="319"/>
                  </a:lnTo>
                  <a:lnTo>
                    <a:pt x="241" y="319"/>
                  </a:lnTo>
                  <a:lnTo>
                    <a:pt x="244" y="322"/>
                  </a:lnTo>
                  <a:lnTo>
                    <a:pt x="250" y="326"/>
                  </a:lnTo>
                  <a:lnTo>
                    <a:pt x="255" y="332"/>
                  </a:lnTo>
                  <a:lnTo>
                    <a:pt x="261" y="335"/>
                  </a:lnTo>
                  <a:lnTo>
                    <a:pt x="261" y="335"/>
                  </a:lnTo>
                  <a:lnTo>
                    <a:pt x="266" y="337"/>
                  </a:lnTo>
                  <a:lnTo>
                    <a:pt x="272" y="337"/>
                  </a:lnTo>
                  <a:lnTo>
                    <a:pt x="277" y="339"/>
                  </a:lnTo>
                  <a:lnTo>
                    <a:pt x="285" y="341"/>
                  </a:lnTo>
                  <a:lnTo>
                    <a:pt x="285" y="341"/>
                  </a:lnTo>
                  <a:lnTo>
                    <a:pt x="290" y="344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316" y="355"/>
                  </a:lnTo>
                  <a:lnTo>
                    <a:pt x="316" y="355"/>
                  </a:lnTo>
                  <a:lnTo>
                    <a:pt x="323" y="355"/>
                  </a:lnTo>
                  <a:lnTo>
                    <a:pt x="326" y="353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43" y="348"/>
                  </a:lnTo>
                  <a:lnTo>
                    <a:pt x="352" y="348"/>
                  </a:lnTo>
                  <a:lnTo>
                    <a:pt x="370" y="352"/>
                  </a:lnTo>
                  <a:lnTo>
                    <a:pt x="370" y="352"/>
                  </a:lnTo>
                  <a:lnTo>
                    <a:pt x="370" y="348"/>
                  </a:lnTo>
                  <a:lnTo>
                    <a:pt x="370" y="348"/>
                  </a:lnTo>
                  <a:lnTo>
                    <a:pt x="372" y="348"/>
                  </a:lnTo>
                  <a:lnTo>
                    <a:pt x="372" y="348"/>
                  </a:lnTo>
                  <a:lnTo>
                    <a:pt x="376" y="350"/>
                  </a:lnTo>
                  <a:lnTo>
                    <a:pt x="379" y="353"/>
                  </a:lnTo>
                  <a:lnTo>
                    <a:pt x="385" y="363"/>
                  </a:lnTo>
                  <a:lnTo>
                    <a:pt x="385" y="363"/>
                  </a:lnTo>
                  <a:lnTo>
                    <a:pt x="388" y="361"/>
                  </a:lnTo>
                  <a:lnTo>
                    <a:pt x="388" y="357"/>
                  </a:lnTo>
                  <a:lnTo>
                    <a:pt x="388" y="355"/>
                  </a:lnTo>
                  <a:lnTo>
                    <a:pt x="388" y="355"/>
                  </a:lnTo>
                  <a:lnTo>
                    <a:pt x="388" y="352"/>
                  </a:lnTo>
                  <a:lnTo>
                    <a:pt x="392" y="346"/>
                  </a:lnTo>
                  <a:lnTo>
                    <a:pt x="398" y="339"/>
                  </a:lnTo>
                  <a:lnTo>
                    <a:pt x="418" y="341"/>
                  </a:lnTo>
                  <a:lnTo>
                    <a:pt x="418" y="341"/>
                  </a:lnTo>
                  <a:lnTo>
                    <a:pt x="418" y="337"/>
                  </a:lnTo>
                  <a:lnTo>
                    <a:pt x="416" y="333"/>
                  </a:lnTo>
                  <a:lnTo>
                    <a:pt x="414" y="332"/>
                  </a:lnTo>
                  <a:lnTo>
                    <a:pt x="414" y="332"/>
                  </a:lnTo>
                  <a:lnTo>
                    <a:pt x="408" y="324"/>
                  </a:lnTo>
                  <a:lnTo>
                    <a:pt x="405" y="321"/>
                  </a:lnTo>
                  <a:lnTo>
                    <a:pt x="405" y="315"/>
                  </a:lnTo>
                  <a:lnTo>
                    <a:pt x="410" y="315"/>
                  </a:lnTo>
                  <a:lnTo>
                    <a:pt x="412" y="306"/>
                  </a:lnTo>
                  <a:lnTo>
                    <a:pt x="439" y="306"/>
                  </a:lnTo>
                  <a:lnTo>
                    <a:pt x="445" y="302"/>
                  </a:lnTo>
                  <a:lnTo>
                    <a:pt x="445" y="302"/>
                  </a:lnTo>
                  <a:lnTo>
                    <a:pt x="447" y="301"/>
                  </a:lnTo>
                  <a:lnTo>
                    <a:pt x="450" y="301"/>
                  </a:lnTo>
                  <a:lnTo>
                    <a:pt x="452" y="301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6" y="297"/>
                  </a:lnTo>
                  <a:lnTo>
                    <a:pt x="458" y="293"/>
                  </a:lnTo>
                  <a:lnTo>
                    <a:pt x="458" y="293"/>
                  </a:lnTo>
                  <a:lnTo>
                    <a:pt x="458" y="301"/>
                  </a:lnTo>
                  <a:lnTo>
                    <a:pt x="458" y="301"/>
                  </a:lnTo>
                  <a:lnTo>
                    <a:pt x="463" y="302"/>
                  </a:lnTo>
                  <a:lnTo>
                    <a:pt x="467" y="302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295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2" y="260"/>
                  </a:lnTo>
                  <a:lnTo>
                    <a:pt x="474" y="244"/>
                  </a:lnTo>
                  <a:lnTo>
                    <a:pt x="474" y="239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69" y="233"/>
                  </a:lnTo>
                  <a:lnTo>
                    <a:pt x="461" y="233"/>
                  </a:lnTo>
                  <a:lnTo>
                    <a:pt x="449" y="237"/>
                  </a:lnTo>
                  <a:lnTo>
                    <a:pt x="423" y="248"/>
                  </a:lnTo>
                  <a:lnTo>
                    <a:pt x="423" y="248"/>
                  </a:lnTo>
                  <a:lnTo>
                    <a:pt x="423" y="260"/>
                  </a:lnTo>
                  <a:lnTo>
                    <a:pt x="423" y="266"/>
                  </a:lnTo>
                  <a:lnTo>
                    <a:pt x="421" y="271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18" y="281"/>
                  </a:lnTo>
                  <a:lnTo>
                    <a:pt x="418" y="284"/>
                  </a:lnTo>
                  <a:lnTo>
                    <a:pt x="416" y="286"/>
                  </a:lnTo>
                  <a:lnTo>
                    <a:pt x="416" y="286"/>
                  </a:lnTo>
                  <a:lnTo>
                    <a:pt x="408" y="290"/>
                  </a:lnTo>
                  <a:lnTo>
                    <a:pt x="408" y="290"/>
                  </a:lnTo>
                  <a:lnTo>
                    <a:pt x="407" y="297"/>
                  </a:lnTo>
                  <a:lnTo>
                    <a:pt x="407" y="297"/>
                  </a:lnTo>
                  <a:lnTo>
                    <a:pt x="403" y="297"/>
                  </a:lnTo>
                  <a:lnTo>
                    <a:pt x="403" y="297"/>
                  </a:lnTo>
                  <a:lnTo>
                    <a:pt x="401" y="299"/>
                  </a:lnTo>
                  <a:lnTo>
                    <a:pt x="399" y="299"/>
                  </a:lnTo>
                  <a:lnTo>
                    <a:pt x="399" y="293"/>
                  </a:lnTo>
                  <a:lnTo>
                    <a:pt x="399" y="293"/>
                  </a:lnTo>
                  <a:lnTo>
                    <a:pt x="392" y="293"/>
                  </a:lnTo>
                  <a:lnTo>
                    <a:pt x="387" y="293"/>
                  </a:lnTo>
                  <a:lnTo>
                    <a:pt x="387" y="293"/>
                  </a:lnTo>
                  <a:lnTo>
                    <a:pt x="383" y="301"/>
                  </a:lnTo>
                  <a:lnTo>
                    <a:pt x="383" y="301"/>
                  </a:lnTo>
                  <a:lnTo>
                    <a:pt x="376" y="302"/>
                  </a:lnTo>
                  <a:lnTo>
                    <a:pt x="372" y="302"/>
                  </a:lnTo>
                  <a:lnTo>
                    <a:pt x="370" y="304"/>
                  </a:lnTo>
                  <a:lnTo>
                    <a:pt x="370" y="304"/>
                  </a:lnTo>
                  <a:lnTo>
                    <a:pt x="368" y="308"/>
                  </a:lnTo>
                  <a:lnTo>
                    <a:pt x="368" y="310"/>
                  </a:lnTo>
                  <a:lnTo>
                    <a:pt x="368" y="311"/>
                  </a:lnTo>
                  <a:lnTo>
                    <a:pt x="368" y="311"/>
                  </a:lnTo>
                  <a:lnTo>
                    <a:pt x="365" y="311"/>
                  </a:lnTo>
                  <a:lnTo>
                    <a:pt x="363" y="311"/>
                  </a:lnTo>
                  <a:lnTo>
                    <a:pt x="365" y="308"/>
                  </a:lnTo>
                  <a:lnTo>
                    <a:pt x="365" y="308"/>
                  </a:lnTo>
                  <a:lnTo>
                    <a:pt x="359" y="310"/>
                  </a:lnTo>
                  <a:lnTo>
                    <a:pt x="354" y="311"/>
                  </a:lnTo>
                  <a:lnTo>
                    <a:pt x="354" y="311"/>
                  </a:lnTo>
                  <a:lnTo>
                    <a:pt x="352" y="306"/>
                  </a:lnTo>
                  <a:lnTo>
                    <a:pt x="350" y="301"/>
                  </a:lnTo>
                  <a:lnTo>
                    <a:pt x="350" y="301"/>
                  </a:lnTo>
                  <a:lnTo>
                    <a:pt x="347" y="301"/>
                  </a:lnTo>
                  <a:lnTo>
                    <a:pt x="341" y="301"/>
                  </a:lnTo>
                  <a:lnTo>
                    <a:pt x="337" y="301"/>
                  </a:lnTo>
                  <a:lnTo>
                    <a:pt x="334" y="299"/>
                  </a:lnTo>
                  <a:lnTo>
                    <a:pt x="334" y="299"/>
                  </a:lnTo>
                  <a:lnTo>
                    <a:pt x="330" y="293"/>
                  </a:lnTo>
                  <a:lnTo>
                    <a:pt x="328" y="286"/>
                  </a:lnTo>
                  <a:lnTo>
                    <a:pt x="328" y="286"/>
                  </a:lnTo>
                  <a:lnTo>
                    <a:pt x="316" y="268"/>
                  </a:lnTo>
                  <a:lnTo>
                    <a:pt x="312" y="257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4"/>
                  </a:lnTo>
                  <a:lnTo>
                    <a:pt x="303" y="239"/>
                  </a:lnTo>
                  <a:lnTo>
                    <a:pt x="303" y="233"/>
                  </a:lnTo>
                  <a:lnTo>
                    <a:pt x="301" y="230"/>
                  </a:lnTo>
                  <a:lnTo>
                    <a:pt x="306" y="226"/>
                  </a:lnTo>
                  <a:lnTo>
                    <a:pt x="306" y="226"/>
                  </a:lnTo>
                  <a:lnTo>
                    <a:pt x="306" y="219"/>
                  </a:lnTo>
                  <a:lnTo>
                    <a:pt x="305" y="213"/>
                  </a:lnTo>
                  <a:lnTo>
                    <a:pt x="301" y="204"/>
                  </a:lnTo>
                  <a:lnTo>
                    <a:pt x="301" y="204"/>
                  </a:lnTo>
                  <a:lnTo>
                    <a:pt x="303" y="197"/>
                  </a:lnTo>
                  <a:lnTo>
                    <a:pt x="305" y="191"/>
                  </a:lnTo>
                  <a:lnTo>
                    <a:pt x="305" y="191"/>
                  </a:lnTo>
                  <a:lnTo>
                    <a:pt x="301" y="182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301" y="171"/>
                  </a:lnTo>
                  <a:lnTo>
                    <a:pt x="306" y="168"/>
                  </a:lnTo>
                  <a:lnTo>
                    <a:pt x="312" y="162"/>
                  </a:lnTo>
                  <a:lnTo>
                    <a:pt x="314" y="158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2" y="146"/>
                  </a:lnTo>
                  <a:lnTo>
                    <a:pt x="308" y="146"/>
                  </a:lnTo>
                  <a:lnTo>
                    <a:pt x="308" y="146"/>
                  </a:lnTo>
                  <a:lnTo>
                    <a:pt x="305" y="144"/>
                  </a:lnTo>
                  <a:lnTo>
                    <a:pt x="303" y="142"/>
                  </a:lnTo>
                  <a:lnTo>
                    <a:pt x="299" y="140"/>
                  </a:lnTo>
                  <a:lnTo>
                    <a:pt x="299" y="140"/>
                  </a:lnTo>
                  <a:lnTo>
                    <a:pt x="292" y="138"/>
                  </a:lnTo>
                  <a:lnTo>
                    <a:pt x="285" y="135"/>
                  </a:lnTo>
                  <a:lnTo>
                    <a:pt x="285" y="135"/>
                  </a:lnTo>
                  <a:lnTo>
                    <a:pt x="281" y="131"/>
                  </a:lnTo>
                  <a:lnTo>
                    <a:pt x="281" y="127"/>
                  </a:lnTo>
                  <a:lnTo>
                    <a:pt x="281" y="127"/>
                  </a:lnTo>
                  <a:lnTo>
                    <a:pt x="279" y="122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72" y="107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3" y="95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1" y="84"/>
                  </a:lnTo>
                  <a:lnTo>
                    <a:pt x="259" y="80"/>
                  </a:lnTo>
                  <a:lnTo>
                    <a:pt x="259" y="80"/>
                  </a:lnTo>
                  <a:lnTo>
                    <a:pt x="250" y="71"/>
                  </a:lnTo>
                  <a:lnTo>
                    <a:pt x="250" y="71"/>
                  </a:lnTo>
                  <a:lnTo>
                    <a:pt x="246" y="66"/>
                  </a:lnTo>
                  <a:lnTo>
                    <a:pt x="244" y="64"/>
                  </a:lnTo>
                  <a:lnTo>
                    <a:pt x="244" y="64"/>
                  </a:lnTo>
                  <a:lnTo>
                    <a:pt x="239" y="62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28" y="60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3" y="67"/>
                  </a:lnTo>
                  <a:lnTo>
                    <a:pt x="221" y="69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5" y="73"/>
                  </a:lnTo>
                  <a:lnTo>
                    <a:pt x="212" y="73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199" y="64"/>
                  </a:lnTo>
                  <a:lnTo>
                    <a:pt x="197" y="60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7" y="53"/>
                  </a:lnTo>
                  <a:lnTo>
                    <a:pt x="193" y="47"/>
                  </a:lnTo>
                  <a:lnTo>
                    <a:pt x="193" y="47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83" y="38"/>
                  </a:lnTo>
                  <a:lnTo>
                    <a:pt x="179" y="36"/>
                  </a:lnTo>
                  <a:lnTo>
                    <a:pt x="175" y="31"/>
                  </a:lnTo>
                  <a:lnTo>
                    <a:pt x="175" y="31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66" y="22"/>
                  </a:lnTo>
                  <a:lnTo>
                    <a:pt x="135" y="20"/>
                  </a:lnTo>
                  <a:lnTo>
                    <a:pt x="133" y="31"/>
                  </a:lnTo>
                  <a:lnTo>
                    <a:pt x="82" y="29"/>
                  </a:lnTo>
                  <a:lnTo>
                    <a:pt x="40" y="5"/>
                  </a:lnTo>
                  <a:lnTo>
                    <a:pt x="4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1" name="Freeform 234">
              <a:extLst>
                <a:ext uri="{FF2B5EF4-FFF2-40B4-BE49-F238E27FC236}">
                  <a16:creationId xmlns:a16="http://schemas.microsoft.com/office/drawing/2014/main" id="{AFEA2F55-31BD-4140-BC7D-72D2F90A2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2" y="4650997"/>
              <a:ext cx="13348" cy="22246"/>
            </a:xfrm>
            <a:custGeom>
              <a:avLst/>
              <a:gdLst>
                <a:gd name="T0" fmla="*/ 4 w 9"/>
                <a:gd name="T1" fmla="*/ 0 h 15"/>
                <a:gd name="T2" fmla="*/ 4 w 9"/>
                <a:gd name="T3" fmla="*/ 0 h 15"/>
                <a:gd name="T4" fmla="*/ 2 w 9"/>
                <a:gd name="T5" fmla="*/ 0 h 15"/>
                <a:gd name="T6" fmla="*/ 0 w 9"/>
                <a:gd name="T7" fmla="*/ 2 h 15"/>
                <a:gd name="T8" fmla="*/ 0 w 9"/>
                <a:gd name="T9" fmla="*/ 6 h 15"/>
                <a:gd name="T10" fmla="*/ 2 w 9"/>
                <a:gd name="T11" fmla="*/ 11 h 15"/>
                <a:gd name="T12" fmla="*/ 8 w 9"/>
                <a:gd name="T13" fmla="*/ 15 h 15"/>
                <a:gd name="T14" fmla="*/ 8 w 9"/>
                <a:gd name="T15" fmla="*/ 15 h 15"/>
                <a:gd name="T16" fmla="*/ 9 w 9"/>
                <a:gd name="T17" fmla="*/ 6 h 15"/>
                <a:gd name="T18" fmla="*/ 9 w 9"/>
                <a:gd name="T19" fmla="*/ 2 h 15"/>
                <a:gd name="T20" fmla="*/ 8 w 9"/>
                <a:gd name="T21" fmla="*/ 0 h 15"/>
                <a:gd name="T22" fmla="*/ 4 w 9"/>
                <a:gd name="T23" fmla="*/ 0 h 15"/>
                <a:gd name="T24" fmla="*/ 4 w 9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5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6"/>
                  </a:lnTo>
                  <a:lnTo>
                    <a:pt x="9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2" name="Freeform 235">
              <a:extLst>
                <a:ext uri="{FF2B5EF4-FFF2-40B4-BE49-F238E27FC236}">
                  <a16:creationId xmlns:a16="http://schemas.microsoft.com/office/drawing/2014/main" id="{9608177A-CACD-40CB-895A-C565FB10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49557"/>
              <a:ext cx="290669" cy="361853"/>
            </a:xfrm>
            <a:custGeom>
              <a:avLst/>
              <a:gdLst>
                <a:gd name="T0" fmla="*/ 0 w 196"/>
                <a:gd name="T1" fmla="*/ 122 h 244"/>
                <a:gd name="T2" fmla="*/ 5 w 196"/>
                <a:gd name="T3" fmla="*/ 129 h 244"/>
                <a:gd name="T4" fmla="*/ 9 w 196"/>
                <a:gd name="T5" fmla="*/ 135 h 244"/>
                <a:gd name="T6" fmla="*/ 9 w 196"/>
                <a:gd name="T7" fmla="*/ 147 h 244"/>
                <a:gd name="T8" fmla="*/ 7 w 196"/>
                <a:gd name="T9" fmla="*/ 158 h 244"/>
                <a:gd name="T10" fmla="*/ 12 w 196"/>
                <a:gd name="T11" fmla="*/ 184 h 244"/>
                <a:gd name="T12" fmla="*/ 11 w 196"/>
                <a:gd name="T13" fmla="*/ 211 h 244"/>
                <a:gd name="T14" fmla="*/ 16 w 196"/>
                <a:gd name="T15" fmla="*/ 209 h 244"/>
                <a:gd name="T16" fmla="*/ 21 w 196"/>
                <a:gd name="T17" fmla="*/ 206 h 244"/>
                <a:gd name="T18" fmla="*/ 21 w 196"/>
                <a:gd name="T19" fmla="*/ 204 h 244"/>
                <a:gd name="T20" fmla="*/ 29 w 196"/>
                <a:gd name="T21" fmla="*/ 206 h 244"/>
                <a:gd name="T22" fmla="*/ 34 w 196"/>
                <a:gd name="T23" fmla="*/ 206 h 244"/>
                <a:gd name="T24" fmla="*/ 40 w 196"/>
                <a:gd name="T25" fmla="*/ 206 h 244"/>
                <a:gd name="T26" fmla="*/ 45 w 196"/>
                <a:gd name="T27" fmla="*/ 206 h 244"/>
                <a:gd name="T28" fmla="*/ 49 w 196"/>
                <a:gd name="T29" fmla="*/ 209 h 244"/>
                <a:gd name="T30" fmla="*/ 54 w 196"/>
                <a:gd name="T31" fmla="*/ 218 h 244"/>
                <a:gd name="T32" fmla="*/ 54 w 196"/>
                <a:gd name="T33" fmla="*/ 222 h 244"/>
                <a:gd name="T34" fmla="*/ 62 w 196"/>
                <a:gd name="T35" fmla="*/ 224 h 244"/>
                <a:gd name="T36" fmla="*/ 63 w 196"/>
                <a:gd name="T37" fmla="*/ 224 h 244"/>
                <a:gd name="T38" fmla="*/ 65 w 196"/>
                <a:gd name="T39" fmla="*/ 233 h 244"/>
                <a:gd name="T40" fmla="*/ 67 w 196"/>
                <a:gd name="T41" fmla="*/ 237 h 244"/>
                <a:gd name="T42" fmla="*/ 72 w 196"/>
                <a:gd name="T43" fmla="*/ 237 h 244"/>
                <a:gd name="T44" fmla="*/ 74 w 196"/>
                <a:gd name="T45" fmla="*/ 237 h 244"/>
                <a:gd name="T46" fmla="*/ 78 w 196"/>
                <a:gd name="T47" fmla="*/ 244 h 244"/>
                <a:gd name="T48" fmla="*/ 80 w 196"/>
                <a:gd name="T49" fmla="*/ 244 h 244"/>
                <a:gd name="T50" fmla="*/ 83 w 196"/>
                <a:gd name="T51" fmla="*/ 242 h 244"/>
                <a:gd name="T52" fmla="*/ 85 w 196"/>
                <a:gd name="T53" fmla="*/ 237 h 244"/>
                <a:gd name="T54" fmla="*/ 85 w 196"/>
                <a:gd name="T55" fmla="*/ 231 h 244"/>
                <a:gd name="T56" fmla="*/ 87 w 196"/>
                <a:gd name="T57" fmla="*/ 226 h 244"/>
                <a:gd name="T58" fmla="*/ 89 w 196"/>
                <a:gd name="T59" fmla="*/ 224 h 244"/>
                <a:gd name="T60" fmla="*/ 100 w 196"/>
                <a:gd name="T61" fmla="*/ 228 h 244"/>
                <a:gd name="T62" fmla="*/ 105 w 196"/>
                <a:gd name="T63" fmla="*/ 228 h 244"/>
                <a:gd name="T64" fmla="*/ 107 w 196"/>
                <a:gd name="T65" fmla="*/ 228 h 244"/>
                <a:gd name="T66" fmla="*/ 113 w 196"/>
                <a:gd name="T67" fmla="*/ 226 h 244"/>
                <a:gd name="T68" fmla="*/ 113 w 196"/>
                <a:gd name="T69" fmla="*/ 224 h 244"/>
                <a:gd name="T70" fmla="*/ 113 w 196"/>
                <a:gd name="T71" fmla="*/ 217 h 244"/>
                <a:gd name="T72" fmla="*/ 114 w 196"/>
                <a:gd name="T73" fmla="*/ 217 h 244"/>
                <a:gd name="T74" fmla="*/ 118 w 196"/>
                <a:gd name="T75" fmla="*/ 218 h 244"/>
                <a:gd name="T76" fmla="*/ 178 w 196"/>
                <a:gd name="T77" fmla="*/ 220 h 244"/>
                <a:gd name="T78" fmla="*/ 182 w 196"/>
                <a:gd name="T79" fmla="*/ 209 h 244"/>
                <a:gd name="T80" fmla="*/ 182 w 196"/>
                <a:gd name="T81" fmla="*/ 206 h 244"/>
                <a:gd name="T82" fmla="*/ 178 w 196"/>
                <a:gd name="T83" fmla="*/ 204 h 244"/>
                <a:gd name="T84" fmla="*/ 196 w 196"/>
                <a:gd name="T85" fmla="*/ 42 h 244"/>
                <a:gd name="T86" fmla="*/ 144 w 196"/>
                <a:gd name="T87" fmla="*/ 29 h 244"/>
                <a:gd name="T88" fmla="*/ 82 w 196"/>
                <a:gd name="T89" fmla="*/ 75 h 244"/>
                <a:gd name="T90" fmla="*/ 78 w 196"/>
                <a:gd name="T91" fmla="*/ 75 h 244"/>
                <a:gd name="T92" fmla="*/ 65 w 196"/>
                <a:gd name="T93" fmla="*/ 78 h 244"/>
                <a:gd name="T94" fmla="*/ 63 w 196"/>
                <a:gd name="T95" fmla="*/ 85 h 244"/>
                <a:gd name="T96" fmla="*/ 63 w 196"/>
                <a:gd name="T97" fmla="*/ 116 h 244"/>
                <a:gd name="T98" fmla="*/ 3 w 196"/>
                <a:gd name="T99" fmla="*/ 118 h 244"/>
                <a:gd name="T100" fmla="*/ 0 w 196"/>
                <a:gd name="T101" fmla="*/ 1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" h="244">
                  <a:moveTo>
                    <a:pt x="0" y="122"/>
                  </a:moveTo>
                  <a:lnTo>
                    <a:pt x="0" y="122"/>
                  </a:lnTo>
                  <a:lnTo>
                    <a:pt x="1" y="126"/>
                  </a:lnTo>
                  <a:lnTo>
                    <a:pt x="5" y="129"/>
                  </a:lnTo>
                  <a:lnTo>
                    <a:pt x="7" y="133"/>
                  </a:lnTo>
                  <a:lnTo>
                    <a:pt x="9" y="135"/>
                  </a:lnTo>
                  <a:lnTo>
                    <a:pt x="9" y="135"/>
                  </a:lnTo>
                  <a:lnTo>
                    <a:pt x="9" y="147"/>
                  </a:lnTo>
                  <a:lnTo>
                    <a:pt x="7" y="158"/>
                  </a:lnTo>
                  <a:lnTo>
                    <a:pt x="7" y="158"/>
                  </a:lnTo>
                  <a:lnTo>
                    <a:pt x="11" y="171"/>
                  </a:lnTo>
                  <a:lnTo>
                    <a:pt x="12" y="184"/>
                  </a:lnTo>
                  <a:lnTo>
                    <a:pt x="12" y="197"/>
                  </a:lnTo>
                  <a:lnTo>
                    <a:pt x="11" y="211"/>
                  </a:lnTo>
                  <a:lnTo>
                    <a:pt x="11" y="211"/>
                  </a:lnTo>
                  <a:lnTo>
                    <a:pt x="16" y="209"/>
                  </a:lnTo>
                  <a:lnTo>
                    <a:pt x="18" y="208"/>
                  </a:lnTo>
                  <a:lnTo>
                    <a:pt x="21" y="206"/>
                  </a:lnTo>
                  <a:lnTo>
                    <a:pt x="21" y="206"/>
                  </a:lnTo>
                  <a:lnTo>
                    <a:pt x="21" y="204"/>
                  </a:lnTo>
                  <a:lnTo>
                    <a:pt x="23" y="204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34" y="20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43" y="206"/>
                  </a:lnTo>
                  <a:lnTo>
                    <a:pt x="45" y="206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52" y="213"/>
                  </a:lnTo>
                  <a:lnTo>
                    <a:pt x="54" y="218"/>
                  </a:lnTo>
                  <a:lnTo>
                    <a:pt x="54" y="218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62" y="224"/>
                  </a:lnTo>
                  <a:lnTo>
                    <a:pt x="62" y="224"/>
                  </a:lnTo>
                  <a:lnTo>
                    <a:pt x="63" y="224"/>
                  </a:lnTo>
                  <a:lnTo>
                    <a:pt x="63" y="228"/>
                  </a:lnTo>
                  <a:lnTo>
                    <a:pt x="65" y="233"/>
                  </a:lnTo>
                  <a:lnTo>
                    <a:pt x="65" y="233"/>
                  </a:lnTo>
                  <a:lnTo>
                    <a:pt x="67" y="237"/>
                  </a:lnTo>
                  <a:lnTo>
                    <a:pt x="69" y="237"/>
                  </a:lnTo>
                  <a:lnTo>
                    <a:pt x="72" y="237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6" y="240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80" y="244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5" y="240"/>
                  </a:lnTo>
                  <a:lnTo>
                    <a:pt x="85" y="237"/>
                  </a:lnTo>
                  <a:lnTo>
                    <a:pt x="85" y="235"/>
                  </a:lnTo>
                  <a:lnTo>
                    <a:pt x="85" y="231"/>
                  </a:lnTo>
                  <a:lnTo>
                    <a:pt x="85" y="231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0" y="228"/>
                  </a:lnTo>
                  <a:lnTo>
                    <a:pt x="100" y="228"/>
                  </a:lnTo>
                  <a:lnTo>
                    <a:pt x="105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11" y="228"/>
                  </a:lnTo>
                  <a:lnTo>
                    <a:pt x="113" y="226"/>
                  </a:lnTo>
                  <a:lnTo>
                    <a:pt x="113" y="224"/>
                  </a:lnTo>
                  <a:lnTo>
                    <a:pt x="113" y="224"/>
                  </a:lnTo>
                  <a:lnTo>
                    <a:pt x="111" y="218"/>
                  </a:lnTo>
                  <a:lnTo>
                    <a:pt x="113" y="217"/>
                  </a:lnTo>
                  <a:lnTo>
                    <a:pt x="114" y="217"/>
                  </a:lnTo>
                  <a:lnTo>
                    <a:pt x="114" y="217"/>
                  </a:lnTo>
                  <a:lnTo>
                    <a:pt x="116" y="217"/>
                  </a:lnTo>
                  <a:lnTo>
                    <a:pt x="118" y="218"/>
                  </a:lnTo>
                  <a:lnTo>
                    <a:pt x="120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82" y="209"/>
                  </a:lnTo>
                  <a:lnTo>
                    <a:pt x="182" y="209"/>
                  </a:lnTo>
                  <a:lnTo>
                    <a:pt x="182" y="206"/>
                  </a:lnTo>
                  <a:lnTo>
                    <a:pt x="180" y="204"/>
                  </a:lnTo>
                  <a:lnTo>
                    <a:pt x="178" y="204"/>
                  </a:lnTo>
                  <a:lnTo>
                    <a:pt x="167" y="42"/>
                  </a:lnTo>
                  <a:lnTo>
                    <a:pt x="196" y="42"/>
                  </a:lnTo>
                  <a:lnTo>
                    <a:pt x="142" y="0"/>
                  </a:lnTo>
                  <a:lnTo>
                    <a:pt x="144" y="29"/>
                  </a:lnTo>
                  <a:lnTo>
                    <a:pt x="83" y="31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78" y="75"/>
                  </a:lnTo>
                  <a:lnTo>
                    <a:pt x="72" y="75"/>
                  </a:lnTo>
                  <a:lnTo>
                    <a:pt x="65" y="78"/>
                  </a:lnTo>
                  <a:lnTo>
                    <a:pt x="63" y="82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3" y="116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3" name="Freeform 236">
              <a:extLst>
                <a:ext uri="{FF2B5EF4-FFF2-40B4-BE49-F238E27FC236}">
                  <a16:creationId xmlns:a16="http://schemas.microsoft.com/office/drawing/2014/main" id="{51491C81-F628-4010-BD3D-E5EE617F5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3311844"/>
              <a:ext cx="387065" cy="458249"/>
            </a:xfrm>
            <a:custGeom>
              <a:avLst/>
              <a:gdLst>
                <a:gd name="T0" fmla="*/ 80 w 261"/>
                <a:gd name="T1" fmla="*/ 302 h 309"/>
                <a:gd name="T2" fmla="*/ 84 w 261"/>
                <a:gd name="T3" fmla="*/ 306 h 309"/>
                <a:gd name="T4" fmla="*/ 93 w 261"/>
                <a:gd name="T5" fmla="*/ 297 h 309"/>
                <a:gd name="T6" fmla="*/ 100 w 261"/>
                <a:gd name="T7" fmla="*/ 297 h 309"/>
                <a:gd name="T8" fmla="*/ 104 w 261"/>
                <a:gd name="T9" fmla="*/ 286 h 309"/>
                <a:gd name="T10" fmla="*/ 106 w 261"/>
                <a:gd name="T11" fmla="*/ 273 h 309"/>
                <a:gd name="T12" fmla="*/ 108 w 261"/>
                <a:gd name="T13" fmla="*/ 264 h 309"/>
                <a:gd name="T14" fmla="*/ 111 w 261"/>
                <a:gd name="T15" fmla="*/ 255 h 309"/>
                <a:gd name="T16" fmla="*/ 119 w 261"/>
                <a:gd name="T17" fmla="*/ 251 h 309"/>
                <a:gd name="T18" fmla="*/ 122 w 261"/>
                <a:gd name="T19" fmla="*/ 238 h 309"/>
                <a:gd name="T20" fmla="*/ 135 w 261"/>
                <a:gd name="T21" fmla="*/ 227 h 309"/>
                <a:gd name="T22" fmla="*/ 146 w 261"/>
                <a:gd name="T23" fmla="*/ 224 h 309"/>
                <a:gd name="T24" fmla="*/ 153 w 261"/>
                <a:gd name="T25" fmla="*/ 209 h 309"/>
                <a:gd name="T26" fmla="*/ 160 w 261"/>
                <a:gd name="T27" fmla="*/ 204 h 309"/>
                <a:gd name="T28" fmla="*/ 168 w 261"/>
                <a:gd name="T29" fmla="*/ 193 h 309"/>
                <a:gd name="T30" fmla="*/ 175 w 261"/>
                <a:gd name="T31" fmla="*/ 187 h 309"/>
                <a:gd name="T32" fmla="*/ 181 w 261"/>
                <a:gd name="T33" fmla="*/ 182 h 309"/>
                <a:gd name="T34" fmla="*/ 184 w 261"/>
                <a:gd name="T35" fmla="*/ 184 h 309"/>
                <a:gd name="T36" fmla="*/ 191 w 261"/>
                <a:gd name="T37" fmla="*/ 189 h 309"/>
                <a:gd name="T38" fmla="*/ 197 w 261"/>
                <a:gd name="T39" fmla="*/ 189 h 309"/>
                <a:gd name="T40" fmla="*/ 208 w 261"/>
                <a:gd name="T41" fmla="*/ 186 h 309"/>
                <a:gd name="T42" fmla="*/ 224 w 261"/>
                <a:gd name="T43" fmla="*/ 184 h 309"/>
                <a:gd name="T44" fmla="*/ 253 w 261"/>
                <a:gd name="T45" fmla="*/ 176 h 309"/>
                <a:gd name="T46" fmla="*/ 255 w 261"/>
                <a:gd name="T47" fmla="*/ 164 h 309"/>
                <a:gd name="T48" fmla="*/ 252 w 261"/>
                <a:gd name="T49" fmla="*/ 116 h 309"/>
                <a:gd name="T50" fmla="*/ 244 w 261"/>
                <a:gd name="T51" fmla="*/ 113 h 309"/>
                <a:gd name="T52" fmla="*/ 242 w 261"/>
                <a:gd name="T53" fmla="*/ 98 h 309"/>
                <a:gd name="T54" fmla="*/ 237 w 261"/>
                <a:gd name="T55" fmla="*/ 89 h 309"/>
                <a:gd name="T56" fmla="*/ 224 w 261"/>
                <a:gd name="T57" fmla="*/ 84 h 309"/>
                <a:gd name="T58" fmla="*/ 91 w 261"/>
                <a:gd name="T59" fmla="*/ 0 h 309"/>
                <a:gd name="T60" fmla="*/ 106 w 261"/>
                <a:gd name="T61" fmla="*/ 164 h 309"/>
                <a:gd name="T62" fmla="*/ 44 w 261"/>
                <a:gd name="T63" fmla="*/ 178 h 309"/>
                <a:gd name="T64" fmla="*/ 38 w 261"/>
                <a:gd name="T65" fmla="*/ 175 h 309"/>
                <a:gd name="T66" fmla="*/ 37 w 261"/>
                <a:gd name="T67" fmla="*/ 182 h 309"/>
                <a:gd name="T68" fmla="*/ 31 w 261"/>
                <a:gd name="T69" fmla="*/ 186 h 309"/>
                <a:gd name="T70" fmla="*/ 24 w 261"/>
                <a:gd name="T71" fmla="*/ 186 h 309"/>
                <a:gd name="T72" fmla="*/ 11 w 261"/>
                <a:gd name="T73" fmla="*/ 184 h 309"/>
                <a:gd name="T74" fmla="*/ 9 w 261"/>
                <a:gd name="T75" fmla="*/ 195 h 309"/>
                <a:gd name="T76" fmla="*/ 4 w 261"/>
                <a:gd name="T77" fmla="*/ 202 h 309"/>
                <a:gd name="T78" fmla="*/ 0 w 261"/>
                <a:gd name="T79" fmla="*/ 209 h 309"/>
                <a:gd name="T80" fmla="*/ 2 w 261"/>
                <a:gd name="T81" fmla="*/ 218 h 309"/>
                <a:gd name="T82" fmla="*/ 2 w 261"/>
                <a:gd name="T83" fmla="*/ 231 h 309"/>
                <a:gd name="T84" fmla="*/ 7 w 261"/>
                <a:gd name="T85" fmla="*/ 237 h 309"/>
                <a:gd name="T86" fmla="*/ 13 w 261"/>
                <a:gd name="T87" fmla="*/ 257 h 309"/>
                <a:gd name="T88" fmla="*/ 18 w 261"/>
                <a:gd name="T89" fmla="*/ 253 h 309"/>
                <a:gd name="T90" fmla="*/ 26 w 261"/>
                <a:gd name="T91" fmla="*/ 257 h 309"/>
                <a:gd name="T92" fmla="*/ 29 w 261"/>
                <a:gd name="T93" fmla="*/ 251 h 309"/>
                <a:gd name="T94" fmla="*/ 38 w 261"/>
                <a:gd name="T95" fmla="*/ 255 h 309"/>
                <a:gd name="T96" fmla="*/ 44 w 261"/>
                <a:gd name="T97" fmla="*/ 255 h 309"/>
                <a:gd name="T98" fmla="*/ 46 w 261"/>
                <a:gd name="T99" fmla="*/ 271 h 309"/>
                <a:gd name="T100" fmla="*/ 48 w 261"/>
                <a:gd name="T101" fmla="*/ 278 h 309"/>
                <a:gd name="T102" fmla="*/ 51 w 261"/>
                <a:gd name="T103" fmla="*/ 284 h 309"/>
                <a:gd name="T104" fmla="*/ 44 w 261"/>
                <a:gd name="T105" fmla="*/ 293 h 309"/>
                <a:gd name="T106" fmla="*/ 51 w 261"/>
                <a:gd name="T107" fmla="*/ 293 h 309"/>
                <a:gd name="T108" fmla="*/ 57 w 261"/>
                <a:gd name="T109" fmla="*/ 295 h 309"/>
                <a:gd name="T110" fmla="*/ 64 w 261"/>
                <a:gd name="T111" fmla="*/ 304 h 309"/>
                <a:gd name="T112" fmla="*/ 71 w 261"/>
                <a:gd name="T113" fmla="*/ 30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1" h="309">
                  <a:moveTo>
                    <a:pt x="73" y="309"/>
                  </a:moveTo>
                  <a:lnTo>
                    <a:pt x="73" y="309"/>
                  </a:lnTo>
                  <a:lnTo>
                    <a:pt x="75" y="308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4" y="304"/>
                  </a:lnTo>
                  <a:lnTo>
                    <a:pt x="84" y="306"/>
                  </a:lnTo>
                  <a:lnTo>
                    <a:pt x="86" y="297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97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299"/>
                  </a:lnTo>
                  <a:lnTo>
                    <a:pt x="100" y="297"/>
                  </a:lnTo>
                  <a:lnTo>
                    <a:pt x="100" y="295"/>
                  </a:lnTo>
                  <a:lnTo>
                    <a:pt x="102" y="291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0"/>
                  </a:lnTo>
                  <a:lnTo>
                    <a:pt x="104" y="275"/>
                  </a:lnTo>
                  <a:lnTo>
                    <a:pt x="106" y="273"/>
                  </a:lnTo>
                  <a:lnTo>
                    <a:pt x="106" y="273"/>
                  </a:lnTo>
                  <a:lnTo>
                    <a:pt x="109" y="271"/>
                  </a:lnTo>
                  <a:lnTo>
                    <a:pt x="109" y="269"/>
                  </a:lnTo>
                  <a:lnTo>
                    <a:pt x="108" y="264"/>
                  </a:lnTo>
                  <a:lnTo>
                    <a:pt x="108" y="264"/>
                  </a:lnTo>
                  <a:lnTo>
                    <a:pt x="108" y="260"/>
                  </a:lnTo>
                  <a:lnTo>
                    <a:pt x="109" y="257"/>
                  </a:lnTo>
                  <a:lnTo>
                    <a:pt x="109" y="257"/>
                  </a:lnTo>
                  <a:lnTo>
                    <a:pt x="111" y="255"/>
                  </a:lnTo>
                  <a:lnTo>
                    <a:pt x="115" y="249"/>
                  </a:lnTo>
                  <a:lnTo>
                    <a:pt x="115" y="249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20" y="246"/>
                  </a:lnTo>
                  <a:lnTo>
                    <a:pt x="122" y="238"/>
                  </a:lnTo>
                  <a:lnTo>
                    <a:pt x="122" y="238"/>
                  </a:lnTo>
                  <a:lnTo>
                    <a:pt x="124" y="233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5" y="227"/>
                  </a:lnTo>
                  <a:lnTo>
                    <a:pt x="140" y="226"/>
                  </a:lnTo>
                  <a:lnTo>
                    <a:pt x="140" y="226"/>
                  </a:lnTo>
                  <a:lnTo>
                    <a:pt x="142" y="226"/>
                  </a:lnTo>
                  <a:lnTo>
                    <a:pt x="146" y="224"/>
                  </a:lnTo>
                  <a:lnTo>
                    <a:pt x="148" y="218"/>
                  </a:lnTo>
                  <a:lnTo>
                    <a:pt x="148" y="218"/>
                  </a:lnTo>
                  <a:lnTo>
                    <a:pt x="150" y="213"/>
                  </a:lnTo>
                  <a:lnTo>
                    <a:pt x="153" y="209"/>
                  </a:lnTo>
                  <a:lnTo>
                    <a:pt x="153" y="209"/>
                  </a:lnTo>
                  <a:lnTo>
                    <a:pt x="159" y="206"/>
                  </a:lnTo>
                  <a:lnTo>
                    <a:pt x="160" y="206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62" y="197"/>
                  </a:lnTo>
                  <a:lnTo>
                    <a:pt x="164" y="193"/>
                  </a:lnTo>
                  <a:lnTo>
                    <a:pt x="168" y="193"/>
                  </a:lnTo>
                  <a:lnTo>
                    <a:pt x="168" y="193"/>
                  </a:lnTo>
                  <a:lnTo>
                    <a:pt x="173" y="191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7" y="184"/>
                  </a:lnTo>
                  <a:lnTo>
                    <a:pt x="179" y="184"/>
                  </a:lnTo>
                  <a:lnTo>
                    <a:pt x="181" y="182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2" y="186"/>
                  </a:lnTo>
                  <a:lnTo>
                    <a:pt x="184" y="184"/>
                  </a:lnTo>
                  <a:lnTo>
                    <a:pt x="186" y="184"/>
                  </a:lnTo>
                  <a:lnTo>
                    <a:pt x="188" y="184"/>
                  </a:lnTo>
                  <a:lnTo>
                    <a:pt x="188" y="184"/>
                  </a:lnTo>
                  <a:lnTo>
                    <a:pt x="191" y="189"/>
                  </a:lnTo>
                  <a:lnTo>
                    <a:pt x="191" y="191"/>
                  </a:lnTo>
                  <a:lnTo>
                    <a:pt x="195" y="191"/>
                  </a:lnTo>
                  <a:lnTo>
                    <a:pt x="197" y="189"/>
                  </a:lnTo>
                  <a:lnTo>
                    <a:pt x="197" y="189"/>
                  </a:lnTo>
                  <a:lnTo>
                    <a:pt x="201" y="189"/>
                  </a:lnTo>
                  <a:lnTo>
                    <a:pt x="204" y="187"/>
                  </a:lnTo>
                  <a:lnTo>
                    <a:pt x="208" y="186"/>
                  </a:lnTo>
                  <a:lnTo>
                    <a:pt x="208" y="186"/>
                  </a:lnTo>
                  <a:lnTo>
                    <a:pt x="210" y="186"/>
                  </a:lnTo>
                  <a:lnTo>
                    <a:pt x="215" y="184"/>
                  </a:lnTo>
                  <a:lnTo>
                    <a:pt x="224" y="184"/>
                  </a:lnTo>
                  <a:lnTo>
                    <a:pt x="224" y="184"/>
                  </a:lnTo>
                  <a:lnTo>
                    <a:pt x="235" y="178"/>
                  </a:lnTo>
                  <a:lnTo>
                    <a:pt x="244" y="176"/>
                  </a:lnTo>
                  <a:lnTo>
                    <a:pt x="253" y="176"/>
                  </a:lnTo>
                  <a:lnTo>
                    <a:pt x="253" y="176"/>
                  </a:lnTo>
                  <a:lnTo>
                    <a:pt x="253" y="175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64"/>
                  </a:lnTo>
                  <a:lnTo>
                    <a:pt x="261" y="160"/>
                  </a:lnTo>
                  <a:lnTo>
                    <a:pt x="259" y="113"/>
                  </a:lnTo>
                  <a:lnTo>
                    <a:pt x="259" y="113"/>
                  </a:lnTo>
                  <a:lnTo>
                    <a:pt x="252" y="116"/>
                  </a:lnTo>
                  <a:lnTo>
                    <a:pt x="244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4" y="113"/>
                  </a:lnTo>
                  <a:lnTo>
                    <a:pt x="242" y="107"/>
                  </a:lnTo>
                  <a:lnTo>
                    <a:pt x="242" y="107"/>
                  </a:lnTo>
                  <a:lnTo>
                    <a:pt x="241" y="104"/>
                  </a:lnTo>
                  <a:lnTo>
                    <a:pt x="242" y="98"/>
                  </a:lnTo>
                  <a:lnTo>
                    <a:pt x="242" y="98"/>
                  </a:lnTo>
                  <a:lnTo>
                    <a:pt x="242" y="94"/>
                  </a:lnTo>
                  <a:lnTo>
                    <a:pt x="241" y="93"/>
                  </a:lnTo>
                  <a:lnTo>
                    <a:pt x="237" y="89"/>
                  </a:lnTo>
                  <a:lnTo>
                    <a:pt x="237" y="89"/>
                  </a:lnTo>
                  <a:lnTo>
                    <a:pt x="232" y="87"/>
                  </a:lnTo>
                  <a:lnTo>
                    <a:pt x="224" y="84"/>
                  </a:lnTo>
                  <a:lnTo>
                    <a:pt x="224" y="84"/>
                  </a:lnTo>
                  <a:lnTo>
                    <a:pt x="221" y="78"/>
                  </a:lnTo>
                  <a:lnTo>
                    <a:pt x="221" y="76"/>
                  </a:lnTo>
                  <a:lnTo>
                    <a:pt x="120" y="0"/>
                  </a:lnTo>
                  <a:lnTo>
                    <a:pt x="91" y="0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4" y="162"/>
                  </a:lnTo>
                  <a:lnTo>
                    <a:pt x="106" y="164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2" y="178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2" y="176"/>
                  </a:lnTo>
                  <a:lnTo>
                    <a:pt x="40" y="175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37" y="175"/>
                  </a:lnTo>
                  <a:lnTo>
                    <a:pt x="35" y="176"/>
                  </a:lnTo>
                  <a:lnTo>
                    <a:pt x="37" y="182"/>
                  </a:lnTo>
                  <a:lnTo>
                    <a:pt x="37" y="182"/>
                  </a:lnTo>
                  <a:lnTo>
                    <a:pt x="37" y="184"/>
                  </a:lnTo>
                  <a:lnTo>
                    <a:pt x="35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6"/>
                  </a:lnTo>
                  <a:lnTo>
                    <a:pt x="24" y="186"/>
                  </a:lnTo>
                  <a:lnTo>
                    <a:pt x="24" y="186"/>
                  </a:lnTo>
                  <a:lnTo>
                    <a:pt x="13" y="182"/>
                  </a:lnTo>
                  <a:lnTo>
                    <a:pt x="13" y="182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9" y="193"/>
                  </a:lnTo>
                  <a:lnTo>
                    <a:pt x="9" y="195"/>
                  </a:lnTo>
                  <a:lnTo>
                    <a:pt x="9" y="198"/>
                  </a:lnTo>
                  <a:lnTo>
                    <a:pt x="7" y="200"/>
                  </a:lnTo>
                  <a:lnTo>
                    <a:pt x="7" y="200"/>
                  </a:lnTo>
                  <a:lnTo>
                    <a:pt x="4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09"/>
                  </a:lnTo>
                  <a:lnTo>
                    <a:pt x="2" y="211"/>
                  </a:lnTo>
                  <a:lnTo>
                    <a:pt x="2" y="211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7"/>
                  </a:lnTo>
                  <a:lnTo>
                    <a:pt x="2" y="231"/>
                  </a:lnTo>
                  <a:lnTo>
                    <a:pt x="2" y="231"/>
                  </a:lnTo>
                  <a:lnTo>
                    <a:pt x="6" y="235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9" y="249"/>
                  </a:lnTo>
                  <a:lnTo>
                    <a:pt x="9" y="257"/>
                  </a:lnTo>
                  <a:lnTo>
                    <a:pt x="13" y="257"/>
                  </a:lnTo>
                  <a:lnTo>
                    <a:pt x="13" y="257"/>
                  </a:lnTo>
                  <a:lnTo>
                    <a:pt x="15" y="255"/>
                  </a:lnTo>
                  <a:lnTo>
                    <a:pt x="17" y="253"/>
                  </a:lnTo>
                  <a:lnTo>
                    <a:pt x="18" y="253"/>
                  </a:lnTo>
                  <a:lnTo>
                    <a:pt x="18" y="253"/>
                  </a:lnTo>
                  <a:lnTo>
                    <a:pt x="22" y="255"/>
                  </a:lnTo>
                  <a:lnTo>
                    <a:pt x="22" y="257"/>
                  </a:lnTo>
                  <a:lnTo>
                    <a:pt x="24" y="257"/>
                  </a:lnTo>
                  <a:lnTo>
                    <a:pt x="26" y="257"/>
                  </a:lnTo>
                  <a:lnTo>
                    <a:pt x="26" y="257"/>
                  </a:lnTo>
                  <a:lnTo>
                    <a:pt x="29" y="255"/>
                  </a:lnTo>
                  <a:lnTo>
                    <a:pt x="29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5" y="255"/>
                  </a:lnTo>
                  <a:lnTo>
                    <a:pt x="38" y="255"/>
                  </a:lnTo>
                  <a:lnTo>
                    <a:pt x="38" y="255"/>
                  </a:lnTo>
                  <a:lnTo>
                    <a:pt x="42" y="253"/>
                  </a:lnTo>
                  <a:lnTo>
                    <a:pt x="44" y="253"/>
                  </a:lnTo>
                  <a:lnTo>
                    <a:pt x="44" y="255"/>
                  </a:lnTo>
                  <a:lnTo>
                    <a:pt x="44" y="255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48" y="268"/>
                  </a:lnTo>
                  <a:lnTo>
                    <a:pt x="46" y="271"/>
                  </a:lnTo>
                  <a:lnTo>
                    <a:pt x="44" y="273"/>
                  </a:lnTo>
                  <a:lnTo>
                    <a:pt x="44" y="275"/>
                  </a:lnTo>
                  <a:lnTo>
                    <a:pt x="44" y="275"/>
                  </a:lnTo>
                  <a:lnTo>
                    <a:pt x="48" y="278"/>
                  </a:lnTo>
                  <a:lnTo>
                    <a:pt x="49" y="282"/>
                  </a:lnTo>
                  <a:lnTo>
                    <a:pt x="49" y="282"/>
                  </a:lnTo>
                  <a:lnTo>
                    <a:pt x="49" y="284"/>
                  </a:lnTo>
                  <a:lnTo>
                    <a:pt x="51" y="284"/>
                  </a:lnTo>
                  <a:lnTo>
                    <a:pt x="55" y="284"/>
                  </a:lnTo>
                  <a:lnTo>
                    <a:pt x="44" y="291"/>
                  </a:lnTo>
                  <a:lnTo>
                    <a:pt x="44" y="291"/>
                  </a:lnTo>
                  <a:lnTo>
                    <a:pt x="44" y="293"/>
                  </a:lnTo>
                  <a:lnTo>
                    <a:pt x="48" y="295"/>
                  </a:lnTo>
                  <a:lnTo>
                    <a:pt x="48" y="295"/>
                  </a:lnTo>
                  <a:lnTo>
                    <a:pt x="49" y="293"/>
                  </a:lnTo>
                  <a:lnTo>
                    <a:pt x="51" y="293"/>
                  </a:lnTo>
                  <a:lnTo>
                    <a:pt x="53" y="295"/>
                  </a:lnTo>
                  <a:lnTo>
                    <a:pt x="53" y="295"/>
                  </a:lnTo>
                  <a:lnTo>
                    <a:pt x="55" y="295"/>
                  </a:lnTo>
                  <a:lnTo>
                    <a:pt x="57" y="295"/>
                  </a:lnTo>
                  <a:lnTo>
                    <a:pt x="60" y="297"/>
                  </a:lnTo>
                  <a:lnTo>
                    <a:pt x="60" y="299"/>
                  </a:lnTo>
                  <a:lnTo>
                    <a:pt x="60" y="299"/>
                  </a:lnTo>
                  <a:lnTo>
                    <a:pt x="64" y="304"/>
                  </a:lnTo>
                  <a:lnTo>
                    <a:pt x="66" y="306"/>
                  </a:lnTo>
                  <a:lnTo>
                    <a:pt x="68" y="308"/>
                  </a:lnTo>
                  <a:lnTo>
                    <a:pt x="68" y="308"/>
                  </a:lnTo>
                  <a:lnTo>
                    <a:pt x="71" y="308"/>
                  </a:lnTo>
                  <a:lnTo>
                    <a:pt x="73" y="309"/>
                  </a:lnTo>
                  <a:lnTo>
                    <a:pt x="73" y="3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4" name="Freeform 237">
              <a:extLst>
                <a:ext uri="{FF2B5EF4-FFF2-40B4-BE49-F238E27FC236}">
                  <a16:creationId xmlns:a16="http://schemas.microsoft.com/office/drawing/2014/main" id="{AFA53BB1-9123-4C35-B5BD-2B8E64F53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2595" y="3857589"/>
              <a:ext cx="437487" cy="174995"/>
            </a:xfrm>
            <a:custGeom>
              <a:avLst/>
              <a:gdLst>
                <a:gd name="T0" fmla="*/ 240 w 295"/>
                <a:gd name="T1" fmla="*/ 53 h 118"/>
                <a:gd name="T2" fmla="*/ 231 w 295"/>
                <a:gd name="T3" fmla="*/ 56 h 118"/>
                <a:gd name="T4" fmla="*/ 220 w 295"/>
                <a:gd name="T5" fmla="*/ 53 h 118"/>
                <a:gd name="T6" fmla="*/ 209 w 295"/>
                <a:gd name="T7" fmla="*/ 65 h 118"/>
                <a:gd name="T8" fmla="*/ 198 w 295"/>
                <a:gd name="T9" fmla="*/ 78 h 118"/>
                <a:gd name="T10" fmla="*/ 187 w 295"/>
                <a:gd name="T11" fmla="*/ 78 h 118"/>
                <a:gd name="T12" fmla="*/ 175 w 295"/>
                <a:gd name="T13" fmla="*/ 85 h 118"/>
                <a:gd name="T14" fmla="*/ 169 w 295"/>
                <a:gd name="T15" fmla="*/ 107 h 118"/>
                <a:gd name="T16" fmla="*/ 147 w 295"/>
                <a:gd name="T17" fmla="*/ 104 h 118"/>
                <a:gd name="T18" fmla="*/ 160 w 295"/>
                <a:gd name="T19" fmla="*/ 116 h 118"/>
                <a:gd name="T20" fmla="*/ 184 w 295"/>
                <a:gd name="T21" fmla="*/ 115 h 118"/>
                <a:gd name="T22" fmla="*/ 200 w 295"/>
                <a:gd name="T23" fmla="*/ 111 h 118"/>
                <a:gd name="T24" fmla="*/ 218 w 295"/>
                <a:gd name="T25" fmla="*/ 104 h 118"/>
                <a:gd name="T26" fmla="*/ 227 w 295"/>
                <a:gd name="T27" fmla="*/ 87 h 118"/>
                <a:gd name="T28" fmla="*/ 238 w 295"/>
                <a:gd name="T29" fmla="*/ 73 h 118"/>
                <a:gd name="T30" fmla="*/ 255 w 295"/>
                <a:gd name="T31" fmla="*/ 58 h 118"/>
                <a:gd name="T32" fmla="*/ 266 w 295"/>
                <a:gd name="T33" fmla="*/ 56 h 118"/>
                <a:gd name="T34" fmla="*/ 277 w 295"/>
                <a:gd name="T35" fmla="*/ 53 h 118"/>
                <a:gd name="T36" fmla="*/ 280 w 295"/>
                <a:gd name="T37" fmla="*/ 40 h 118"/>
                <a:gd name="T38" fmla="*/ 280 w 295"/>
                <a:gd name="T39" fmla="*/ 38 h 118"/>
                <a:gd name="T40" fmla="*/ 288 w 295"/>
                <a:gd name="T41" fmla="*/ 42 h 118"/>
                <a:gd name="T42" fmla="*/ 295 w 295"/>
                <a:gd name="T43" fmla="*/ 36 h 118"/>
                <a:gd name="T44" fmla="*/ 288 w 295"/>
                <a:gd name="T45" fmla="*/ 23 h 118"/>
                <a:gd name="T46" fmla="*/ 275 w 295"/>
                <a:gd name="T47" fmla="*/ 20 h 118"/>
                <a:gd name="T48" fmla="*/ 275 w 295"/>
                <a:gd name="T49" fmla="*/ 14 h 118"/>
                <a:gd name="T50" fmla="*/ 268 w 295"/>
                <a:gd name="T51" fmla="*/ 3 h 118"/>
                <a:gd name="T52" fmla="*/ 255 w 295"/>
                <a:gd name="T53" fmla="*/ 3 h 118"/>
                <a:gd name="T54" fmla="*/ 251 w 295"/>
                <a:gd name="T55" fmla="*/ 13 h 118"/>
                <a:gd name="T56" fmla="*/ 240 w 295"/>
                <a:gd name="T57" fmla="*/ 42 h 118"/>
                <a:gd name="T58" fmla="*/ 49 w 295"/>
                <a:gd name="T59" fmla="*/ 96 h 118"/>
                <a:gd name="T60" fmla="*/ 58 w 295"/>
                <a:gd name="T61" fmla="*/ 89 h 118"/>
                <a:gd name="T62" fmla="*/ 51 w 295"/>
                <a:gd name="T63" fmla="*/ 80 h 118"/>
                <a:gd name="T64" fmla="*/ 51 w 295"/>
                <a:gd name="T65" fmla="*/ 60 h 118"/>
                <a:gd name="T66" fmla="*/ 43 w 295"/>
                <a:gd name="T67" fmla="*/ 27 h 118"/>
                <a:gd name="T68" fmla="*/ 36 w 295"/>
                <a:gd name="T69" fmla="*/ 16 h 118"/>
                <a:gd name="T70" fmla="*/ 25 w 295"/>
                <a:gd name="T71" fmla="*/ 13 h 118"/>
                <a:gd name="T72" fmla="*/ 20 w 295"/>
                <a:gd name="T73" fmla="*/ 25 h 118"/>
                <a:gd name="T74" fmla="*/ 12 w 295"/>
                <a:gd name="T75" fmla="*/ 20 h 118"/>
                <a:gd name="T76" fmla="*/ 0 w 295"/>
                <a:gd name="T77" fmla="*/ 18 h 118"/>
                <a:gd name="T78" fmla="*/ 3 w 295"/>
                <a:gd name="T79" fmla="*/ 42 h 118"/>
                <a:gd name="T80" fmla="*/ 9 w 295"/>
                <a:gd name="T81" fmla="*/ 65 h 118"/>
                <a:gd name="T82" fmla="*/ 16 w 295"/>
                <a:gd name="T83" fmla="*/ 73 h 118"/>
                <a:gd name="T84" fmla="*/ 16 w 295"/>
                <a:gd name="T85" fmla="*/ 82 h 118"/>
                <a:gd name="T86" fmla="*/ 25 w 295"/>
                <a:gd name="T87" fmla="*/ 87 h 118"/>
                <a:gd name="T88" fmla="*/ 38 w 295"/>
                <a:gd name="T89" fmla="*/ 10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5" h="118">
                  <a:moveTo>
                    <a:pt x="238" y="42"/>
                  </a:moveTo>
                  <a:lnTo>
                    <a:pt x="242" y="51"/>
                  </a:lnTo>
                  <a:lnTo>
                    <a:pt x="240" y="53"/>
                  </a:lnTo>
                  <a:lnTo>
                    <a:pt x="237" y="51"/>
                  </a:lnTo>
                  <a:lnTo>
                    <a:pt x="233" y="54"/>
                  </a:lnTo>
                  <a:lnTo>
                    <a:pt x="231" y="56"/>
                  </a:lnTo>
                  <a:lnTo>
                    <a:pt x="226" y="58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7" y="51"/>
                  </a:lnTo>
                  <a:lnTo>
                    <a:pt x="217" y="51"/>
                  </a:lnTo>
                  <a:lnTo>
                    <a:pt x="209" y="65"/>
                  </a:lnTo>
                  <a:lnTo>
                    <a:pt x="202" y="78"/>
                  </a:lnTo>
                  <a:lnTo>
                    <a:pt x="202" y="78"/>
                  </a:lnTo>
                  <a:lnTo>
                    <a:pt x="198" y="78"/>
                  </a:lnTo>
                  <a:lnTo>
                    <a:pt x="195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2" y="80"/>
                  </a:lnTo>
                  <a:lnTo>
                    <a:pt x="176" y="82"/>
                  </a:lnTo>
                  <a:lnTo>
                    <a:pt x="175" y="85"/>
                  </a:lnTo>
                  <a:lnTo>
                    <a:pt x="173" y="89"/>
                  </a:lnTo>
                  <a:lnTo>
                    <a:pt x="171" y="98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47" y="94"/>
                  </a:lnTo>
                  <a:lnTo>
                    <a:pt x="147" y="104"/>
                  </a:lnTo>
                  <a:lnTo>
                    <a:pt x="149" y="111"/>
                  </a:lnTo>
                  <a:lnTo>
                    <a:pt x="155" y="115"/>
                  </a:lnTo>
                  <a:lnTo>
                    <a:pt x="160" y="116"/>
                  </a:lnTo>
                  <a:lnTo>
                    <a:pt x="167" y="118"/>
                  </a:lnTo>
                  <a:lnTo>
                    <a:pt x="175" y="116"/>
                  </a:lnTo>
                  <a:lnTo>
                    <a:pt x="184" y="115"/>
                  </a:lnTo>
                  <a:lnTo>
                    <a:pt x="187" y="111"/>
                  </a:lnTo>
                  <a:lnTo>
                    <a:pt x="197" y="109"/>
                  </a:lnTo>
                  <a:lnTo>
                    <a:pt x="200" y="111"/>
                  </a:lnTo>
                  <a:lnTo>
                    <a:pt x="209" y="111"/>
                  </a:lnTo>
                  <a:lnTo>
                    <a:pt x="217" y="107"/>
                  </a:lnTo>
                  <a:lnTo>
                    <a:pt x="218" y="104"/>
                  </a:lnTo>
                  <a:lnTo>
                    <a:pt x="222" y="94"/>
                  </a:lnTo>
                  <a:lnTo>
                    <a:pt x="224" y="89"/>
                  </a:lnTo>
                  <a:lnTo>
                    <a:pt x="227" y="87"/>
                  </a:lnTo>
                  <a:lnTo>
                    <a:pt x="231" y="82"/>
                  </a:lnTo>
                  <a:lnTo>
                    <a:pt x="235" y="78"/>
                  </a:lnTo>
                  <a:lnTo>
                    <a:pt x="238" y="73"/>
                  </a:lnTo>
                  <a:lnTo>
                    <a:pt x="240" y="62"/>
                  </a:lnTo>
                  <a:lnTo>
                    <a:pt x="244" y="56"/>
                  </a:lnTo>
                  <a:lnTo>
                    <a:pt x="255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6"/>
                  </a:lnTo>
                  <a:lnTo>
                    <a:pt x="271" y="54"/>
                  </a:lnTo>
                  <a:lnTo>
                    <a:pt x="277" y="53"/>
                  </a:lnTo>
                  <a:lnTo>
                    <a:pt x="277" y="53"/>
                  </a:lnTo>
                  <a:lnTo>
                    <a:pt x="280" y="49"/>
                  </a:lnTo>
                  <a:lnTo>
                    <a:pt x="280" y="43"/>
                  </a:lnTo>
                  <a:lnTo>
                    <a:pt x="280" y="40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2" y="40"/>
                  </a:lnTo>
                  <a:lnTo>
                    <a:pt x="284" y="40"/>
                  </a:lnTo>
                  <a:lnTo>
                    <a:pt x="288" y="42"/>
                  </a:lnTo>
                  <a:lnTo>
                    <a:pt x="293" y="36"/>
                  </a:lnTo>
                  <a:lnTo>
                    <a:pt x="295" y="36"/>
                  </a:lnTo>
                  <a:lnTo>
                    <a:pt x="295" y="36"/>
                  </a:lnTo>
                  <a:lnTo>
                    <a:pt x="291" y="31"/>
                  </a:lnTo>
                  <a:lnTo>
                    <a:pt x="288" y="23"/>
                  </a:lnTo>
                  <a:lnTo>
                    <a:pt x="288" y="23"/>
                  </a:lnTo>
                  <a:lnTo>
                    <a:pt x="280" y="22"/>
                  </a:lnTo>
                  <a:lnTo>
                    <a:pt x="277" y="22"/>
                  </a:lnTo>
                  <a:lnTo>
                    <a:pt x="275" y="20"/>
                  </a:lnTo>
                  <a:lnTo>
                    <a:pt x="275" y="20"/>
                  </a:lnTo>
                  <a:lnTo>
                    <a:pt x="275" y="16"/>
                  </a:lnTo>
                  <a:lnTo>
                    <a:pt x="275" y="14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68" y="3"/>
                  </a:lnTo>
                  <a:lnTo>
                    <a:pt x="255" y="0"/>
                  </a:lnTo>
                  <a:lnTo>
                    <a:pt x="255" y="0"/>
                  </a:lnTo>
                  <a:lnTo>
                    <a:pt x="255" y="3"/>
                  </a:lnTo>
                  <a:lnTo>
                    <a:pt x="255" y="9"/>
                  </a:lnTo>
                  <a:lnTo>
                    <a:pt x="251" y="13"/>
                  </a:lnTo>
                  <a:lnTo>
                    <a:pt x="251" y="13"/>
                  </a:lnTo>
                  <a:lnTo>
                    <a:pt x="242" y="25"/>
                  </a:lnTo>
                  <a:lnTo>
                    <a:pt x="240" y="33"/>
                  </a:lnTo>
                  <a:lnTo>
                    <a:pt x="240" y="42"/>
                  </a:lnTo>
                  <a:lnTo>
                    <a:pt x="238" y="42"/>
                  </a:lnTo>
                  <a:close/>
                  <a:moveTo>
                    <a:pt x="42" y="102"/>
                  </a:moveTo>
                  <a:lnTo>
                    <a:pt x="49" y="96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58" y="89"/>
                  </a:lnTo>
                  <a:lnTo>
                    <a:pt x="54" y="80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60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9" y="49"/>
                  </a:lnTo>
                  <a:lnTo>
                    <a:pt x="47" y="38"/>
                  </a:lnTo>
                  <a:lnTo>
                    <a:pt x="43" y="27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29" y="14"/>
                  </a:lnTo>
                  <a:lnTo>
                    <a:pt x="25" y="13"/>
                  </a:lnTo>
                  <a:lnTo>
                    <a:pt x="25" y="18"/>
                  </a:lnTo>
                  <a:lnTo>
                    <a:pt x="23" y="25"/>
                  </a:lnTo>
                  <a:lnTo>
                    <a:pt x="20" y="25"/>
                  </a:lnTo>
                  <a:lnTo>
                    <a:pt x="18" y="29"/>
                  </a:lnTo>
                  <a:lnTo>
                    <a:pt x="12" y="29"/>
                  </a:lnTo>
                  <a:lnTo>
                    <a:pt x="12" y="20"/>
                  </a:lnTo>
                  <a:lnTo>
                    <a:pt x="5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3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2" y="69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6" y="78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20" y="85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34" y="96"/>
                  </a:lnTo>
                  <a:lnTo>
                    <a:pt x="38" y="100"/>
                  </a:lnTo>
                  <a:lnTo>
                    <a:pt x="42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5" name="Freeform 238">
              <a:extLst>
                <a:ext uri="{FF2B5EF4-FFF2-40B4-BE49-F238E27FC236}">
                  <a16:creationId xmlns:a16="http://schemas.microsoft.com/office/drawing/2014/main" id="{0BB309AD-4AA6-466A-8DB8-1E88C4AC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467" y="4332151"/>
              <a:ext cx="78600" cy="222451"/>
            </a:xfrm>
            <a:custGeom>
              <a:avLst/>
              <a:gdLst>
                <a:gd name="T0" fmla="*/ 35 w 53"/>
                <a:gd name="T1" fmla="*/ 91 h 150"/>
                <a:gd name="T2" fmla="*/ 27 w 53"/>
                <a:gd name="T3" fmla="*/ 90 h 150"/>
                <a:gd name="T4" fmla="*/ 31 w 53"/>
                <a:gd name="T5" fmla="*/ 86 h 150"/>
                <a:gd name="T6" fmla="*/ 26 w 53"/>
                <a:gd name="T7" fmla="*/ 79 h 150"/>
                <a:gd name="T8" fmla="*/ 26 w 53"/>
                <a:gd name="T9" fmla="*/ 68 h 150"/>
                <a:gd name="T10" fmla="*/ 24 w 53"/>
                <a:gd name="T11" fmla="*/ 55 h 150"/>
                <a:gd name="T12" fmla="*/ 24 w 53"/>
                <a:gd name="T13" fmla="*/ 53 h 150"/>
                <a:gd name="T14" fmla="*/ 26 w 53"/>
                <a:gd name="T15" fmla="*/ 39 h 150"/>
                <a:gd name="T16" fmla="*/ 24 w 53"/>
                <a:gd name="T17" fmla="*/ 8 h 150"/>
                <a:gd name="T18" fmla="*/ 20 w 53"/>
                <a:gd name="T19" fmla="*/ 6 h 150"/>
                <a:gd name="T20" fmla="*/ 11 w 53"/>
                <a:gd name="T21" fmla="*/ 0 h 150"/>
                <a:gd name="T22" fmla="*/ 15 w 53"/>
                <a:gd name="T23" fmla="*/ 8 h 150"/>
                <a:gd name="T24" fmla="*/ 17 w 53"/>
                <a:gd name="T25" fmla="*/ 13 h 150"/>
                <a:gd name="T26" fmla="*/ 18 w 53"/>
                <a:gd name="T27" fmla="*/ 20 h 150"/>
                <a:gd name="T28" fmla="*/ 15 w 53"/>
                <a:gd name="T29" fmla="*/ 30 h 150"/>
                <a:gd name="T30" fmla="*/ 11 w 53"/>
                <a:gd name="T31" fmla="*/ 33 h 150"/>
                <a:gd name="T32" fmla="*/ 7 w 53"/>
                <a:gd name="T33" fmla="*/ 37 h 150"/>
                <a:gd name="T34" fmla="*/ 9 w 53"/>
                <a:gd name="T35" fmla="*/ 48 h 150"/>
                <a:gd name="T36" fmla="*/ 13 w 53"/>
                <a:gd name="T37" fmla="*/ 50 h 150"/>
                <a:gd name="T38" fmla="*/ 13 w 53"/>
                <a:gd name="T39" fmla="*/ 55 h 150"/>
                <a:gd name="T40" fmla="*/ 4 w 53"/>
                <a:gd name="T41" fmla="*/ 62 h 150"/>
                <a:gd name="T42" fmla="*/ 2 w 53"/>
                <a:gd name="T43" fmla="*/ 75 h 150"/>
                <a:gd name="T44" fmla="*/ 2 w 53"/>
                <a:gd name="T45" fmla="*/ 81 h 150"/>
                <a:gd name="T46" fmla="*/ 0 w 53"/>
                <a:gd name="T47" fmla="*/ 86 h 150"/>
                <a:gd name="T48" fmla="*/ 6 w 53"/>
                <a:gd name="T49" fmla="*/ 97 h 150"/>
                <a:gd name="T50" fmla="*/ 9 w 53"/>
                <a:gd name="T51" fmla="*/ 102 h 150"/>
                <a:gd name="T52" fmla="*/ 13 w 53"/>
                <a:gd name="T53" fmla="*/ 108 h 150"/>
                <a:gd name="T54" fmla="*/ 24 w 53"/>
                <a:gd name="T55" fmla="*/ 104 h 150"/>
                <a:gd name="T56" fmla="*/ 26 w 53"/>
                <a:gd name="T57" fmla="*/ 112 h 150"/>
                <a:gd name="T58" fmla="*/ 24 w 53"/>
                <a:gd name="T59" fmla="*/ 124 h 150"/>
                <a:gd name="T60" fmla="*/ 24 w 53"/>
                <a:gd name="T61" fmla="*/ 132 h 150"/>
                <a:gd name="T62" fmla="*/ 33 w 53"/>
                <a:gd name="T63" fmla="*/ 141 h 150"/>
                <a:gd name="T64" fmla="*/ 38 w 53"/>
                <a:gd name="T65" fmla="*/ 142 h 150"/>
                <a:gd name="T66" fmla="*/ 40 w 53"/>
                <a:gd name="T67" fmla="*/ 150 h 150"/>
                <a:gd name="T68" fmla="*/ 46 w 53"/>
                <a:gd name="T69" fmla="*/ 146 h 150"/>
                <a:gd name="T70" fmla="*/ 46 w 53"/>
                <a:gd name="T71" fmla="*/ 142 h 150"/>
                <a:gd name="T72" fmla="*/ 42 w 53"/>
                <a:gd name="T73" fmla="*/ 128 h 150"/>
                <a:gd name="T74" fmla="*/ 44 w 53"/>
                <a:gd name="T75" fmla="*/ 128 h 150"/>
                <a:gd name="T76" fmla="*/ 53 w 53"/>
                <a:gd name="T77" fmla="*/ 124 h 150"/>
                <a:gd name="T78" fmla="*/ 53 w 53"/>
                <a:gd name="T79" fmla="*/ 119 h 150"/>
                <a:gd name="T80" fmla="*/ 53 w 53"/>
                <a:gd name="T81" fmla="*/ 115 h 150"/>
                <a:gd name="T82" fmla="*/ 51 w 53"/>
                <a:gd name="T83" fmla="*/ 104 h 150"/>
                <a:gd name="T84" fmla="*/ 42 w 53"/>
                <a:gd name="T85" fmla="*/ 99 h 150"/>
                <a:gd name="T86" fmla="*/ 38 w 53"/>
                <a:gd name="T87" fmla="*/ 9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" h="150">
                  <a:moveTo>
                    <a:pt x="38" y="93"/>
                  </a:moveTo>
                  <a:lnTo>
                    <a:pt x="38" y="93"/>
                  </a:lnTo>
                  <a:lnTo>
                    <a:pt x="35" y="91"/>
                  </a:lnTo>
                  <a:lnTo>
                    <a:pt x="31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31" y="86"/>
                  </a:lnTo>
                  <a:lnTo>
                    <a:pt x="31" y="82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7" y="77"/>
                  </a:lnTo>
                  <a:lnTo>
                    <a:pt x="27" y="73"/>
                  </a:lnTo>
                  <a:lnTo>
                    <a:pt x="26" y="6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7"/>
                  </a:lnTo>
                  <a:lnTo>
                    <a:pt x="24" y="53"/>
                  </a:lnTo>
                  <a:lnTo>
                    <a:pt x="20" y="46"/>
                  </a:lnTo>
                  <a:lnTo>
                    <a:pt x="26" y="39"/>
                  </a:lnTo>
                  <a:lnTo>
                    <a:pt x="26" y="39"/>
                  </a:lnTo>
                  <a:lnTo>
                    <a:pt x="27" y="30"/>
                  </a:lnTo>
                  <a:lnTo>
                    <a:pt x="26" y="2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7" y="17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9" y="42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3" y="55"/>
                  </a:lnTo>
                  <a:lnTo>
                    <a:pt x="11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2" y="95"/>
                  </a:lnTo>
                  <a:lnTo>
                    <a:pt x="2" y="95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2"/>
                  </a:lnTo>
                  <a:lnTo>
                    <a:pt x="9" y="102"/>
                  </a:lnTo>
                  <a:lnTo>
                    <a:pt x="11" y="106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6"/>
                  </a:lnTo>
                  <a:lnTo>
                    <a:pt x="26" y="112"/>
                  </a:lnTo>
                  <a:lnTo>
                    <a:pt x="26" y="112"/>
                  </a:lnTo>
                  <a:lnTo>
                    <a:pt x="26" y="117"/>
                  </a:lnTo>
                  <a:lnTo>
                    <a:pt x="24" y="124"/>
                  </a:lnTo>
                  <a:lnTo>
                    <a:pt x="24" y="124"/>
                  </a:lnTo>
                  <a:lnTo>
                    <a:pt x="22" y="128"/>
                  </a:lnTo>
                  <a:lnTo>
                    <a:pt x="22" y="130"/>
                  </a:lnTo>
                  <a:lnTo>
                    <a:pt x="24" y="132"/>
                  </a:lnTo>
                  <a:lnTo>
                    <a:pt x="24" y="132"/>
                  </a:lnTo>
                  <a:lnTo>
                    <a:pt x="27" y="137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6"/>
                  </a:lnTo>
                  <a:lnTo>
                    <a:pt x="38" y="150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4" y="150"/>
                  </a:lnTo>
                  <a:lnTo>
                    <a:pt x="46" y="146"/>
                  </a:lnTo>
                  <a:lnTo>
                    <a:pt x="46" y="144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4" y="139"/>
                  </a:lnTo>
                  <a:lnTo>
                    <a:pt x="42" y="133"/>
                  </a:lnTo>
                  <a:lnTo>
                    <a:pt x="42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6"/>
                  </a:lnTo>
                  <a:lnTo>
                    <a:pt x="53" y="124"/>
                  </a:lnTo>
                  <a:lnTo>
                    <a:pt x="53" y="124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3" y="117"/>
                  </a:lnTo>
                  <a:lnTo>
                    <a:pt x="53" y="115"/>
                  </a:lnTo>
                  <a:lnTo>
                    <a:pt x="53" y="115"/>
                  </a:lnTo>
                  <a:lnTo>
                    <a:pt x="53" y="110"/>
                  </a:lnTo>
                  <a:lnTo>
                    <a:pt x="53" y="106"/>
                  </a:lnTo>
                  <a:lnTo>
                    <a:pt x="51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42" y="99"/>
                  </a:lnTo>
                  <a:lnTo>
                    <a:pt x="40" y="97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8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6" name="Freeform 239">
              <a:extLst>
                <a:ext uri="{FF2B5EF4-FFF2-40B4-BE49-F238E27FC236}">
                  <a16:creationId xmlns:a16="http://schemas.microsoft.com/office/drawing/2014/main" id="{F26A9C21-E226-4B4F-BCEF-E9AF76787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31" y="4427063"/>
              <a:ext cx="180927" cy="391513"/>
            </a:xfrm>
            <a:custGeom>
              <a:avLst/>
              <a:gdLst>
                <a:gd name="T0" fmla="*/ 96 w 122"/>
                <a:gd name="T1" fmla="*/ 15 h 264"/>
                <a:gd name="T2" fmla="*/ 85 w 122"/>
                <a:gd name="T3" fmla="*/ 31 h 264"/>
                <a:gd name="T4" fmla="*/ 80 w 122"/>
                <a:gd name="T5" fmla="*/ 33 h 264"/>
                <a:gd name="T6" fmla="*/ 82 w 122"/>
                <a:gd name="T7" fmla="*/ 37 h 264"/>
                <a:gd name="T8" fmla="*/ 83 w 122"/>
                <a:gd name="T9" fmla="*/ 44 h 264"/>
                <a:gd name="T10" fmla="*/ 78 w 122"/>
                <a:gd name="T11" fmla="*/ 48 h 264"/>
                <a:gd name="T12" fmla="*/ 72 w 122"/>
                <a:gd name="T13" fmla="*/ 55 h 264"/>
                <a:gd name="T14" fmla="*/ 67 w 122"/>
                <a:gd name="T15" fmla="*/ 53 h 264"/>
                <a:gd name="T16" fmla="*/ 67 w 122"/>
                <a:gd name="T17" fmla="*/ 66 h 264"/>
                <a:gd name="T18" fmla="*/ 63 w 122"/>
                <a:gd name="T19" fmla="*/ 64 h 264"/>
                <a:gd name="T20" fmla="*/ 58 w 122"/>
                <a:gd name="T21" fmla="*/ 66 h 264"/>
                <a:gd name="T22" fmla="*/ 51 w 122"/>
                <a:gd name="T23" fmla="*/ 71 h 264"/>
                <a:gd name="T24" fmla="*/ 43 w 122"/>
                <a:gd name="T25" fmla="*/ 68 h 264"/>
                <a:gd name="T26" fmla="*/ 34 w 122"/>
                <a:gd name="T27" fmla="*/ 77 h 264"/>
                <a:gd name="T28" fmla="*/ 16 w 122"/>
                <a:gd name="T29" fmla="*/ 93 h 264"/>
                <a:gd name="T30" fmla="*/ 14 w 122"/>
                <a:gd name="T31" fmla="*/ 104 h 264"/>
                <a:gd name="T32" fmla="*/ 23 w 122"/>
                <a:gd name="T33" fmla="*/ 137 h 264"/>
                <a:gd name="T34" fmla="*/ 23 w 122"/>
                <a:gd name="T35" fmla="*/ 151 h 264"/>
                <a:gd name="T36" fmla="*/ 12 w 122"/>
                <a:gd name="T37" fmla="*/ 160 h 264"/>
                <a:gd name="T38" fmla="*/ 12 w 122"/>
                <a:gd name="T39" fmla="*/ 173 h 264"/>
                <a:gd name="T40" fmla="*/ 5 w 122"/>
                <a:gd name="T41" fmla="*/ 179 h 264"/>
                <a:gd name="T42" fmla="*/ 0 w 122"/>
                <a:gd name="T43" fmla="*/ 193 h 264"/>
                <a:gd name="T44" fmla="*/ 7 w 122"/>
                <a:gd name="T45" fmla="*/ 217 h 264"/>
                <a:gd name="T46" fmla="*/ 16 w 122"/>
                <a:gd name="T47" fmla="*/ 241 h 264"/>
                <a:gd name="T48" fmla="*/ 36 w 122"/>
                <a:gd name="T49" fmla="*/ 264 h 264"/>
                <a:gd name="T50" fmla="*/ 41 w 122"/>
                <a:gd name="T51" fmla="*/ 264 h 264"/>
                <a:gd name="T52" fmla="*/ 54 w 122"/>
                <a:gd name="T53" fmla="*/ 259 h 264"/>
                <a:gd name="T54" fmla="*/ 65 w 122"/>
                <a:gd name="T55" fmla="*/ 252 h 264"/>
                <a:gd name="T56" fmla="*/ 71 w 122"/>
                <a:gd name="T57" fmla="*/ 228 h 264"/>
                <a:gd name="T58" fmla="*/ 83 w 122"/>
                <a:gd name="T59" fmla="*/ 191 h 264"/>
                <a:gd name="T60" fmla="*/ 92 w 122"/>
                <a:gd name="T61" fmla="*/ 162 h 264"/>
                <a:gd name="T62" fmla="*/ 91 w 122"/>
                <a:gd name="T63" fmla="*/ 148 h 264"/>
                <a:gd name="T64" fmla="*/ 107 w 122"/>
                <a:gd name="T65" fmla="*/ 115 h 264"/>
                <a:gd name="T66" fmla="*/ 105 w 122"/>
                <a:gd name="T67" fmla="*/ 104 h 264"/>
                <a:gd name="T68" fmla="*/ 109 w 122"/>
                <a:gd name="T69" fmla="*/ 100 h 264"/>
                <a:gd name="T70" fmla="*/ 114 w 122"/>
                <a:gd name="T71" fmla="*/ 88 h 264"/>
                <a:gd name="T72" fmla="*/ 107 w 122"/>
                <a:gd name="T73" fmla="*/ 62 h 264"/>
                <a:gd name="T74" fmla="*/ 114 w 122"/>
                <a:gd name="T75" fmla="*/ 62 h 264"/>
                <a:gd name="T76" fmla="*/ 120 w 122"/>
                <a:gd name="T77" fmla="*/ 69 h 264"/>
                <a:gd name="T78" fmla="*/ 120 w 122"/>
                <a:gd name="T79" fmla="*/ 64 h 264"/>
                <a:gd name="T80" fmla="*/ 120 w 122"/>
                <a:gd name="T81" fmla="*/ 37 h 264"/>
                <a:gd name="T82" fmla="*/ 114 w 122"/>
                <a:gd name="T83" fmla="*/ 11 h 264"/>
                <a:gd name="T84" fmla="*/ 107 w 122"/>
                <a:gd name="T85" fmla="*/ 11 h 264"/>
                <a:gd name="T86" fmla="*/ 100 w 122"/>
                <a:gd name="T87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" h="264">
                  <a:moveTo>
                    <a:pt x="100" y="0"/>
                  </a:moveTo>
                  <a:lnTo>
                    <a:pt x="100" y="0"/>
                  </a:lnTo>
                  <a:lnTo>
                    <a:pt x="96" y="15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85" y="31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7"/>
                  </a:lnTo>
                  <a:lnTo>
                    <a:pt x="80" y="37"/>
                  </a:lnTo>
                  <a:lnTo>
                    <a:pt x="82" y="37"/>
                  </a:lnTo>
                  <a:lnTo>
                    <a:pt x="82" y="38"/>
                  </a:lnTo>
                  <a:lnTo>
                    <a:pt x="83" y="40"/>
                  </a:lnTo>
                  <a:lnTo>
                    <a:pt x="83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8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67" y="53"/>
                  </a:lnTo>
                  <a:lnTo>
                    <a:pt x="67" y="53"/>
                  </a:lnTo>
                  <a:lnTo>
                    <a:pt x="69" y="60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5" y="64"/>
                  </a:lnTo>
                  <a:lnTo>
                    <a:pt x="63" y="64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8" y="66"/>
                  </a:lnTo>
                  <a:lnTo>
                    <a:pt x="56" y="69"/>
                  </a:lnTo>
                  <a:lnTo>
                    <a:pt x="56" y="69"/>
                  </a:lnTo>
                  <a:lnTo>
                    <a:pt x="51" y="71"/>
                  </a:lnTo>
                  <a:lnTo>
                    <a:pt x="49" y="69"/>
                  </a:lnTo>
                  <a:lnTo>
                    <a:pt x="45" y="68"/>
                  </a:lnTo>
                  <a:lnTo>
                    <a:pt x="43" y="68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34" y="77"/>
                  </a:lnTo>
                  <a:lnTo>
                    <a:pt x="25" y="82"/>
                  </a:lnTo>
                  <a:lnTo>
                    <a:pt x="18" y="89"/>
                  </a:lnTo>
                  <a:lnTo>
                    <a:pt x="16" y="93"/>
                  </a:lnTo>
                  <a:lnTo>
                    <a:pt x="14" y="97"/>
                  </a:lnTo>
                  <a:lnTo>
                    <a:pt x="14" y="97"/>
                  </a:lnTo>
                  <a:lnTo>
                    <a:pt x="14" y="104"/>
                  </a:lnTo>
                  <a:lnTo>
                    <a:pt x="14" y="111"/>
                  </a:lnTo>
                  <a:lnTo>
                    <a:pt x="20" y="124"/>
                  </a:lnTo>
                  <a:lnTo>
                    <a:pt x="23" y="137"/>
                  </a:lnTo>
                  <a:lnTo>
                    <a:pt x="25" y="144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18" y="157"/>
                  </a:lnTo>
                  <a:lnTo>
                    <a:pt x="12" y="160"/>
                  </a:lnTo>
                  <a:lnTo>
                    <a:pt x="12" y="160"/>
                  </a:lnTo>
                  <a:lnTo>
                    <a:pt x="10" y="164"/>
                  </a:lnTo>
                  <a:lnTo>
                    <a:pt x="10" y="166"/>
                  </a:lnTo>
                  <a:lnTo>
                    <a:pt x="12" y="173"/>
                  </a:lnTo>
                  <a:lnTo>
                    <a:pt x="12" y="173"/>
                  </a:lnTo>
                  <a:lnTo>
                    <a:pt x="9" y="175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1" y="186"/>
                  </a:lnTo>
                  <a:lnTo>
                    <a:pt x="0" y="193"/>
                  </a:lnTo>
                  <a:lnTo>
                    <a:pt x="1" y="201"/>
                  </a:lnTo>
                  <a:lnTo>
                    <a:pt x="1" y="206"/>
                  </a:lnTo>
                  <a:lnTo>
                    <a:pt x="7" y="217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6" y="241"/>
                  </a:lnTo>
                  <a:lnTo>
                    <a:pt x="20" y="250"/>
                  </a:lnTo>
                  <a:lnTo>
                    <a:pt x="27" y="257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40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54" y="259"/>
                  </a:lnTo>
                  <a:lnTo>
                    <a:pt x="61" y="255"/>
                  </a:lnTo>
                  <a:lnTo>
                    <a:pt x="65" y="252"/>
                  </a:lnTo>
                  <a:lnTo>
                    <a:pt x="65" y="252"/>
                  </a:lnTo>
                  <a:lnTo>
                    <a:pt x="69" y="244"/>
                  </a:lnTo>
                  <a:lnTo>
                    <a:pt x="71" y="237"/>
                  </a:lnTo>
                  <a:lnTo>
                    <a:pt x="71" y="228"/>
                  </a:lnTo>
                  <a:lnTo>
                    <a:pt x="72" y="219"/>
                  </a:lnTo>
                  <a:lnTo>
                    <a:pt x="72" y="219"/>
                  </a:lnTo>
                  <a:lnTo>
                    <a:pt x="83" y="191"/>
                  </a:lnTo>
                  <a:lnTo>
                    <a:pt x="89" y="177"/>
                  </a:lnTo>
                  <a:lnTo>
                    <a:pt x="92" y="162"/>
                  </a:lnTo>
                  <a:lnTo>
                    <a:pt x="92" y="162"/>
                  </a:lnTo>
                  <a:lnTo>
                    <a:pt x="91" y="155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102" y="129"/>
                  </a:lnTo>
                  <a:lnTo>
                    <a:pt x="102" y="129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08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11" y="91"/>
                  </a:lnTo>
                  <a:lnTo>
                    <a:pt x="111" y="89"/>
                  </a:lnTo>
                  <a:lnTo>
                    <a:pt x="114" y="88"/>
                  </a:lnTo>
                  <a:lnTo>
                    <a:pt x="114" y="82"/>
                  </a:lnTo>
                  <a:lnTo>
                    <a:pt x="114" y="8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11" y="64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20" y="66"/>
                  </a:lnTo>
                  <a:lnTo>
                    <a:pt x="120" y="64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0" y="37"/>
                  </a:lnTo>
                  <a:lnTo>
                    <a:pt x="118" y="22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2" y="9"/>
                  </a:lnTo>
                  <a:lnTo>
                    <a:pt x="111" y="9"/>
                  </a:lnTo>
                  <a:lnTo>
                    <a:pt x="107" y="11"/>
                  </a:lnTo>
                  <a:lnTo>
                    <a:pt x="107" y="11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7" name="Freeform 240">
              <a:extLst>
                <a:ext uri="{FF2B5EF4-FFF2-40B4-BE49-F238E27FC236}">
                  <a16:creationId xmlns:a16="http://schemas.microsoft.com/office/drawing/2014/main" id="{A2E35ED5-139F-4FBC-8D83-6D9D613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594" y="2763132"/>
              <a:ext cx="69702" cy="65252"/>
            </a:xfrm>
            <a:custGeom>
              <a:avLst/>
              <a:gdLst>
                <a:gd name="T0" fmla="*/ 4 w 47"/>
                <a:gd name="T1" fmla="*/ 16 h 44"/>
                <a:gd name="T2" fmla="*/ 4 w 47"/>
                <a:gd name="T3" fmla="*/ 16 h 44"/>
                <a:gd name="T4" fmla="*/ 4 w 47"/>
                <a:gd name="T5" fmla="*/ 22 h 44"/>
                <a:gd name="T6" fmla="*/ 2 w 47"/>
                <a:gd name="T7" fmla="*/ 29 h 44"/>
                <a:gd name="T8" fmla="*/ 2 w 47"/>
                <a:gd name="T9" fmla="*/ 29 h 44"/>
                <a:gd name="T10" fmla="*/ 0 w 47"/>
                <a:gd name="T11" fmla="*/ 33 h 44"/>
                <a:gd name="T12" fmla="*/ 2 w 47"/>
                <a:gd name="T13" fmla="*/ 36 h 44"/>
                <a:gd name="T14" fmla="*/ 2 w 47"/>
                <a:gd name="T15" fmla="*/ 36 h 44"/>
                <a:gd name="T16" fmla="*/ 6 w 47"/>
                <a:gd name="T17" fmla="*/ 42 h 44"/>
                <a:gd name="T18" fmla="*/ 6 w 47"/>
                <a:gd name="T19" fmla="*/ 44 h 44"/>
                <a:gd name="T20" fmla="*/ 6 w 47"/>
                <a:gd name="T21" fmla="*/ 44 h 44"/>
                <a:gd name="T22" fmla="*/ 13 w 47"/>
                <a:gd name="T23" fmla="*/ 42 h 44"/>
                <a:gd name="T24" fmla="*/ 22 w 47"/>
                <a:gd name="T25" fmla="*/ 40 h 44"/>
                <a:gd name="T26" fmla="*/ 22 w 47"/>
                <a:gd name="T27" fmla="*/ 40 h 44"/>
                <a:gd name="T28" fmla="*/ 26 w 47"/>
                <a:gd name="T29" fmla="*/ 40 h 44"/>
                <a:gd name="T30" fmla="*/ 27 w 47"/>
                <a:gd name="T31" fmla="*/ 36 h 44"/>
                <a:gd name="T32" fmla="*/ 27 w 47"/>
                <a:gd name="T33" fmla="*/ 36 h 44"/>
                <a:gd name="T34" fmla="*/ 29 w 47"/>
                <a:gd name="T35" fmla="*/ 35 h 44"/>
                <a:gd name="T36" fmla="*/ 31 w 47"/>
                <a:gd name="T37" fmla="*/ 35 h 44"/>
                <a:gd name="T38" fmla="*/ 31 w 47"/>
                <a:gd name="T39" fmla="*/ 35 h 44"/>
                <a:gd name="T40" fmla="*/ 33 w 47"/>
                <a:gd name="T41" fmla="*/ 33 h 44"/>
                <a:gd name="T42" fmla="*/ 33 w 47"/>
                <a:gd name="T43" fmla="*/ 33 h 44"/>
                <a:gd name="T44" fmla="*/ 35 w 47"/>
                <a:gd name="T45" fmla="*/ 31 h 44"/>
                <a:gd name="T46" fmla="*/ 37 w 47"/>
                <a:gd name="T47" fmla="*/ 31 h 44"/>
                <a:gd name="T48" fmla="*/ 40 w 47"/>
                <a:gd name="T49" fmla="*/ 31 h 44"/>
                <a:gd name="T50" fmla="*/ 40 w 47"/>
                <a:gd name="T51" fmla="*/ 31 h 44"/>
                <a:gd name="T52" fmla="*/ 44 w 47"/>
                <a:gd name="T53" fmla="*/ 31 h 44"/>
                <a:gd name="T54" fmla="*/ 44 w 47"/>
                <a:gd name="T55" fmla="*/ 29 h 44"/>
                <a:gd name="T56" fmla="*/ 46 w 47"/>
                <a:gd name="T57" fmla="*/ 27 h 44"/>
                <a:gd name="T58" fmla="*/ 46 w 47"/>
                <a:gd name="T59" fmla="*/ 27 h 44"/>
                <a:gd name="T60" fmla="*/ 44 w 47"/>
                <a:gd name="T61" fmla="*/ 25 h 44"/>
                <a:gd name="T62" fmla="*/ 46 w 47"/>
                <a:gd name="T63" fmla="*/ 24 h 44"/>
                <a:gd name="T64" fmla="*/ 47 w 47"/>
                <a:gd name="T65" fmla="*/ 24 h 44"/>
                <a:gd name="T66" fmla="*/ 44 w 47"/>
                <a:gd name="T67" fmla="*/ 16 h 44"/>
                <a:gd name="T68" fmla="*/ 44 w 47"/>
                <a:gd name="T69" fmla="*/ 16 h 44"/>
                <a:gd name="T70" fmla="*/ 44 w 47"/>
                <a:gd name="T71" fmla="*/ 13 h 44"/>
                <a:gd name="T72" fmla="*/ 46 w 47"/>
                <a:gd name="T73" fmla="*/ 9 h 44"/>
                <a:gd name="T74" fmla="*/ 44 w 47"/>
                <a:gd name="T75" fmla="*/ 5 h 44"/>
                <a:gd name="T76" fmla="*/ 44 w 47"/>
                <a:gd name="T77" fmla="*/ 5 h 44"/>
                <a:gd name="T78" fmla="*/ 40 w 47"/>
                <a:gd name="T79" fmla="*/ 0 h 44"/>
                <a:gd name="T80" fmla="*/ 24 w 47"/>
                <a:gd name="T81" fmla="*/ 5 h 44"/>
                <a:gd name="T82" fmla="*/ 18 w 47"/>
                <a:gd name="T83" fmla="*/ 11 h 44"/>
                <a:gd name="T84" fmla="*/ 11 w 47"/>
                <a:gd name="T85" fmla="*/ 11 h 44"/>
                <a:gd name="T86" fmla="*/ 4 w 47"/>
                <a:gd name="T8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4">
                  <a:moveTo>
                    <a:pt x="4" y="16"/>
                  </a:moveTo>
                  <a:lnTo>
                    <a:pt x="4" y="16"/>
                  </a:lnTo>
                  <a:lnTo>
                    <a:pt x="4" y="2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13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9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4" y="25"/>
                  </a:lnTo>
                  <a:lnTo>
                    <a:pt x="46" y="24"/>
                  </a:lnTo>
                  <a:lnTo>
                    <a:pt x="47" y="24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3"/>
                  </a:lnTo>
                  <a:lnTo>
                    <a:pt x="46" y="9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0" y="0"/>
                  </a:lnTo>
                  <a:lnTo>
                    <a:pt x="24" y="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4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8" name="Freeform 241">
              <a:extLst>
                <a:ext uri="{FF2B5EF4-FFF2-40B4-BE49-F238E27FC236}">
                  <a16:creationId xmlns:a16="http://schemas.microsoft.com/office/drawing/2014/main" id="{C42DC713-6BAE-4948-8C6C-A9EDB31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122" y="2496191"/>
              <a:ext cx="16314" cy="29660"/>
            </a:xfrm>
            <a:custGeom>
              <a:avLst/>
              <a:gdLst>
                <a:gd name="T0" fmla="*/ 2 w 11"/>
                <a:gd name="T1" fmla="*/ 12 h 20"/>
                <a:gd name="T2" fmla="*/ 2 w 11"/>
                <a:gd name="T3" fmla="*/ 12 h 20"/>
                <a:gd name="T4" fmla="*/ 0 w 11"/>
                <a:gd name="T5" fmla="*/ 9 h 20"/>
                <a:gd name="T6" fmla="*/ 0 w 11"/>
                <a:gd name="T7" fmla="*/ 9 h 20"/>
                <a:gd name="T8" fmla="*/ 2 w 11"/>
                <a:gd name="T9" fmla="*/ 7 h 20"/>
                <a:gd name="T10" fmla="*/ 2 w 11"/>
                <a:gd name="T11" fmla="*/ 7 h 20"/>
                <a:gd name="T12" fmla="*/ 2 w 11"/>
                <a:gd name="T13" fmla="*/ 1 h 20"/>
                <a:gd name="T14" fmla="*/ 2 w 11"/>
                <a:gd name="T15" fmla="*/ 1 h 20"/>
                <a:gd name="T16" fmla="*/ 6 w 11"/>
                <a:gd name="T17" fmla="*/ 0 h 20"/>
                <a:gd name="T18" fmla="*/ 6 w 11"/>
                <a:gd name="T19" fmla="*/ 0 h 20"/>
                <a:gd name="T20" fmla="*/ 6 w 11"/>
                <a:gd name="T21" fmla="*/ 0 h 20"/>
                <a:gd name="T22" fmla="*/ 8 w 11"/>
                <a:gd name="T23" fmla="*/ 5 h 20"/>
                <a:gd name="T24" fmla="*/ 8 w 11"/>
                <a:gd name="T25" fmla="*/ 5 h 20"/>
                <a:gd name="T26" fmla="*/ 9 w 11"/>
                <a:gd name="T27" fmla="*/ 7 h 20"/>
                <a:gd name="T28" fmla="*/ 11 w 11"/>
                <a:gd name="T29" fmla="*/ 7 h 20"/>
                <a:gd name="T30" fmla="*/ 9 w 11"/>
                <a:gd name="T31" fmla="*/ 11 h 20"/>
                <a:gd name="T32" fmla="*/ 9 w 11"/>
                <a:gd name="T33" fmla="*/ 11 h 20"/>
                <a:gd name="T34" fmla="*/ 8 w 11"/>
                <a:gd name="T35" fmla="*/ 14 h 20"/>
                <a:gd name="T36" fmla="*/ 9 w 11"/>
                <a:gd name="T37" fmla="*/ 18 h 20"/>
                <a:gd name="T38" fmla="*/ 9 w 11"/>
                <a:gd name="T39" fmla="*/ 20 h 20"/>
                <a:gd name="T40" fmla="*/ 9 w 11"/>
                <a:gd name="T41" fmla="*/ 20 h 20"/>
                <a:gd name="T42" fmla="*/ 4 w 11"/>
                <a:gd name="T43" fmla="*/ 18 h 20"/>
                <a:gd name="T44" fmla="*/ 4 w 11"/>
                <a:gd name="T45" fmla="*/ 18 h 20"/>
                <a:gd name="T46" fmla="*/ 2 w 11"/>
                <a:gd name="T47" fmla="*/ 16 h 20"/>
                <a:gd name="T48" fmla="*/ 0 w 11"/>
                <a:gd name="T49" fmla="*/ 14 h 20"/>
                <a:gd name="T50" fmla="*/ 2 w 11"/>
                <a:gd name="T51" fmla="*/ 12 h 20"/>
                <a:gd name="T52" fmla="*/ 2 w 11"/>
                <a:gd name="T5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20">
                  <a:moveTo>
                    <a:pt x="2" y="12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7"/>
                  </a:lnTo>
                  <a:lnTo>
                    <a:pt x="11" y="7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9" name="Freeform 242">
              <a:extLst>
                <a:ext uri="{FF2B5EF4-FFF2-40B4-BE49-F238E27FC236}">
                  <a16:creationId xmlns:a16="http://schemas.microsoft.com/office/drawing/2014/main" id="{A4227F44-EEE4-4195-91B8-8596767E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492" y="2263360"/>
              <a:ext cx="134954" cy="105294"/>
            </a:xfrm>
            <a:custGeom>
              <a:avLst/>
              <a:gdLst>
                <a:gd name="T0" fmla="*/ 0 w 91"/>
                <a:gd name="T1" fmla="*/ 33 h 71"/>
                <a:gd name="T2" fmla="*/ 11 w 91"/>
                <a:gd name="T3" fmla="*/ 45 h 71"/>
                <a:gd name="T4" fmla="*/ 21 w 91"/>
                <a:gd name="T5" fmla="*/ 49 h 71"/>
                <a:gd name="T6" fmla="*/ 34 w 91"/>
                <a:gd name="T7" fmla="*/ 64 h 71"/>
                <a:gd name="T8" fmla="*/ 41 w 91"/>
                <a:gd name="T9" fmla="*/ 64 h 71"/>
                <a:gd name="T10" fmla="*/ 54 w 91"/>
                <a:gd name="T11" fmla="*/ 65 h 71"/>
                <a:gd name="T12" fmla="*/ 58 w 91"/>
                <a:gd name="T13" fmla="*/ 69 h 71"/>
                <a:gd name="T14" fmla="*/ 65 w 91"/>
                <a:gd name="T15" fmla="*/ 67 h 71"/>
                <a:gd name="T16" fmla="*/ 72 w 91"/>
                <a:gd name="T17" fmla="*/ 67 h 71"/>
                <a:gd name="T18" fmla="*/ 74 w 91"/>
                <a:gd name="T19" fmla="*/ 67 h 71"/>
                <a:gd name="T20" fmla="*/ 76 w 91"/>
                <a:gd name="T21" fmla="*/ 62 h 71"/>
                <a:gd name="T22" fmla="*/ 83 w 91"/>
                <a:gd name="T23" fmla="*/ 62 h 71"/>
                <a:gd name="T24" fmla="*/ 83 w 91"/>
                <a:gd name="T25" fmla="*/ 53 h 71"/>
                <a:gd name="T26" fmla="*/ 83 w 91"/>
                <a:gd name="T27" fmla="*/ 44 h 71"/>
                <a:gd name="T28" fmla="*/ 89 w 91"/>
                <a:gd name="T29" fmla="*/ 38 h 71"/>
                <a:gd name="T30" fmla="*/ 91 w 91"/>
                <a:gd name="T31" fmla="*/ 31 h 71"/>
                <a:gd name="T32" fmla="*/ 91 w 91"/>
                <a:gd name="T33" fmla="*/ 29 h 71"/>
                <a:gd name="T34" fmla="*/ 83 w 91"/>
                <a:gd name="T35" fmla="*/ 25 h 71"/>
                <a:gd name="T36" fmla="*/ 76 w 91"/>
                <a:gd name="T37" fmla="*/ 20 h 71"/>
                <a:gd name="T38" fmla="*/ 72 w 91"/>
                <a:gd name="T39" fmla="*/ 20 h 71"/>
                <a:gd name="T40" fmla="*/ 67 w 91"/>
                <a:gd name="T41" fmla="*/ 18 h 71"/>
                <a:gd name="T42" fmla="*/ 62 w 91"/>
                <a:gd name="T43" fmla="*/ 11 h 71"/>
                <a:gd name="T44" fmla="*/ 54 w 91"/>
                <a:gd name="T45" fmla="*/ 13 h 71"/>
                <a:gd name="T46" fmla="*/ 51 w 91"/>
                <a:gd name="T47" fmla="*/ 9 h 71"/>
                <a:gd name="T48" fmla="*/ 45 w 91"/>
                <a:gd name="T49" fmla="*/ 7 h 71"/>
                <a:gd name="T50" fmla="*/ 31 w 91"/>
                <a:gd name="T51" fmla="*/ 5 h 71"/>
                <a:gd name="T52" fmla="*/ 21 w 91"/>
                <a:gd name="T53" fmla="*/ 2 h 71"/>
                <a:gd name="T54" fmla="*/ 16 w 91"/>
                <a:gd name="T55" fmla="*/ 0 h 71"/>
                <a:gd name="T56" fmla="*/ 1 w 91"/>
                <a:gd name="T57" fmla="*/ 5 h 71"/>
                <a:gd name="T58" fmla="*/ 1 w 91"/>
                <a:gd name="T59" fmla="*/ 5 h 71"/>
                <a:gd name="T60" fmla="*/ 0 w 91"/>
                <a:gd name="T61" fmla="*/ 20 h 71"/>
                <a:gd name="T62" fmla="*/ 0 w 91"/>
                <a:gd name="T63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71">
                  <a:moveTo>
                    <a:pt x="0" y="33"/>
                  </a:moveTo>
                  <a:lnTo>
                    <a:pt x="0" y="3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6" y="47"/>
                  </a:lnTo>
                  <a:lnTo>
                    <a:pt x="21" y="49"/>
                  </a:lnTo>
                  <a:lnTo>
                    <a:pt x="31" y="49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41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6" y="67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74" y="67"/>
                  </a:lnTo>
                  <a:lnTo>
                    <a:pt x="76" y="65"/>
                  </a:lnTo>
                  <a:lnTo>
                    <a:pt x="76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83" y="47"/>
                  </a:lnTo>
                  <a:lnTo>
                    <a:pt x="83" y="44"/>
                  </a:lnTo>
                  <a:lnTo>
                    <a:pt x="89" y="38"/>
                  </a:lnTo>
                  <a:lnTo>
                    <a:pt x="89" y="38"/>
                  </a:lnTo>
                  <a:lnTo>
                    <a:pt x="91" y="35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0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20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3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7" y="2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1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0" name="Freeform 243">
              <a:extLst>
                <a:ext uri="{FF2B5EF4-FFF2-40B4-BE49-F238E27FC236}">
                  <a16:creationId xmlns:a16="http://schemas.microsoft.com/office/drawing/2014/main" id="{D4F8728C-4420-4A26-8FA9-86BA7E9D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055284"/>
              <a:ext cx="400411" cy="418207"/>
            </a:xfrm>
            <a:custGeom>
              <a:avLst/>
              <a:gdLst>
                <a:gd name="T0" fmla="*/ 44 w 270"/>
                <a:gd name="T1" fmla="*/ 7 h 282"/>
                <a:gd name="T2" fmla="*/ 42 w 270"/>
                <a:gd name="T3" fmla="*/ 18 h 282"/>
                <a:gd name="T4" fmla="*/ 33 w 270"/>
                <a:gd name="T5" fmla="*/ 23 h 282"/>
                <a:gd name="T6" fmla="*/ 26 w 270"/>
                <a:gd name="T7" fmla="*/ 27 h 282"/>
                <a:gd name="T8" fmla="*/ 24 w 270"/>
                <a:gd name="T9" fmla="*/ 32 h 282"/>
                <a:gd name="T10" fmla="*/ 24 w 270"/>
                <a:gd name="T11" fmla="*/ 45 h 282"/>
                <a:gd name="T12" fmla="*/ 20 w 270"/>
                <a:gd name="T13" fmla="*/ 51 h 282"/>
                <a:gd name="T14" fmla="*/ 17 w 270"/>
                <a:gd name="T15" fmla="*/ 54 h 282"/>
                <a:gd name="T16" fmla="*/ 13 w 270"/>
                <a:gd name="T17" fmla="*/ 58 h 282"/>
                <a:gd name="T18" fmla="*/ 9 w 270"/>
                <a:gd name="T19" fmla="*/ 62 h 282"/>
                <a:gd name="T20" fmla="*/ 9 w 270"/>
                <a:gd name="T21" fmla="*/ 98 h 282"/>
                <a:gd name="T22" fmla="*/ 11 w 270"/>
                <a:gd name="T23" fmla="*/ 109 h 282"/>
                <a:gd name="T24" fmla="*/ 11 w 270"/>
                <a:gd name="T25" fmla="*/ 111 h 282"/>
                <a:gd name="T26" fmla="*/ 11 w 270"/>
                <a:gd name="T27" fmla="*/ 118 h 282"/>
                <a:gd name="T28" fmla="*/ 11 w 270"/>
                <a:gd name="T29" fmla="*/ 138 h 282"/>
                <a:gd name="T30" fmla="*/ 6 w 270"/>
                <a:gd name="T31" fmla="*/ 145 h 282"/>
                <a:gd name="T32" fmla="*/ 6 w 270"/>
                <a:gd name="T33" fmla="*/ 153 h 282"/>
                <a:gd name="T34" fmla="*/ 13 w 270"/>
                <a:gd name="T35" fmla="*/ 165 h 282"/>
                <a:gd name="T36" fmla="*/ 17 w 270"/>
                <a:gd name="T37" fmla="*/ 175 h 282"/>
                <a:gd name="T38" fmla="*/ 20 w 270"/>
                <a:gd name="T39" fmla="*/ 184 h 282"/>
                <a:gd name="T40" fmla="*/ 33 w 270"/>
                <a:gd name="T41" fmla="*/ 187 h 282"/>
                <a:gd name="T42" fmla="*/ 39 w 270"/>
                <a:gd name="T43" fmla="*/ 191 h 282"/>
                <a:gd name="T44" fmla="*/ 42 w 270"/>
                <a:gd name="T45" fmla="*/ 195 h 282"/>
                <a:gd name="T46" fmla="*/ 50 w 270"/>
                <a:gd name="T47" fmla="*/ 200 h 282"/>
                <a:gd name="T48" fmla="*/ 101 w 270"/>
                <a:gd name="T49" fmla="*/ 211 h 282"/>
                <a:gd name="T50" fmla="*/ 254 w 270"/>
                <a:gd name="T51" fmla="*/ 267 h 282"/>
                <a:gd name="T52" fmla="*/ 268 w 270"/>
                <a:gd name="T53" fmla="*/ 85 h 282"/>
                <a:gd name="T54" fmla="*/ 265 w 270"/>
                <a:gd name="T55" fmla="*/ 82 h 282"/>
                <a:gd name="T56" fmla="*/ 263 w 270"/>
                <a:gd name="T57" fmla="*/ 71 h 282"/>
                <a:gd name="T58" fmla="*/ 266 w 270"/>
                <a:gd name="T59" fmla="*/ 58 h 282"/>
                <a:gd name="T60" fmla="*/ 266 w 270"/>
                <a:gd name="T61" fmla="*/ 51 h 282"/>
                <a:gd name="T62" fmla="*/ 261 w 270"/>
                <a:gd name="T63" fmla="*/ 38 h 282"/>
                <a:gd name="T64" fmla="*/ 250 w 270"/>
                <a:gd name="T65" fmla="*/ 27 h 282"/>
                <a:gd name="T66" fmla="*/ 241 w 270"/>
                <a:gd name="T67" fmla="*/ 27 h 282"/>
                <a:gd name="T68" fmla="*/ 230 w 270"/>
                <a:gd name="T69" fmla="*/ 18 h 282"/>
                <a:gd name="T70" fmla="*/ 206 w 270"/>
                <a:gd name="T71" fmla="*/ 11 h 282"/>
                <a:gd name="T72" fmla="*/ 179 w 270"/>
                <a:gd name="T73" fmla="*/ 32 h 282"/>
                <a:gd name="T74" fmla="*/ 186 w 270"/>
                <a:gd name="T75" fmla="*/ 40 h 282"/>
                <a:gd name="T76" fmla="*/ 186 w 270"/>
                <a:gd name="T77" fmla="*/ 49 h 282"/>
                <a:gd name="T78" fmla="*/ 170 w 270"/>
                <a:gd name="T79" fmla="*/ 63 h 282"/>
                <a:gd name="T80" fmla="*/ 152 w 270"/>
                <a:gd name="T81" fmla="*/ 53 h 282"/>
                <a:gd name="T82" fmla="*/ 121 w 270"/>
                <a:gd name="T83" fmla="*/ 43 h 282"/>
                <a:gd name="T84" fmla="*/ 110 w 270"/>
                <a:gd name="T85" fmla="*/ 31 h 282"/>
                <a:gd name="T86" fmla="*/ 99 w 270"/>
                <a:gd name="T87" fmla="*/ 20 h 282"/>
                <a:gd name="T88" fmla="*/ 73 w 270"/>
                <a:gd name="T89" fmla="*/ 16 h 282"/>
                <a:gd name="T90" fmla="*/ 62 w 270"/>
                <a:gd name="T91" fmla="*/ 11 h 282"/>
                <a:gd name="T92" fmla="*/ 53 w 270"/>
                <a:gd name="T93" fmla="*/ 9 h 282"/>
                <a:gd name="T94" fmla="*/ 50 w 270"/>
                <a:gd name="T95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0" h="282">
                  <a:moveTo>
                    <a:pt x="48" y="0"/>
                  </a:moveTo>
                  <a:lnTo>
                    <a:pt x="44" y="7"/>
                  </a:lnTo>
                  <a:lnTo>
                    <a:pt x="44" y="7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35" y="22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2" y="49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53"/>
                  </a:lnTo>
                  <a:lnTo>
                    <a:pt x="17" y="54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3" y="58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11" y="67"/>
                  </a:lnTo>
                  <a:lnTo>
                    <a:pt x="9" y="98"/>
                  </a:lnTo>
                  <a:lnTo>
                    <a:pt x="15" y="105"/>
                  </a:lnTo>
                  <a:lnTo>
                    <a:pt x="15" y="105"/>
                  </a:lnTo>
                  <a:lnTo>
                    <a:pt x="11" y="109"/>
                  </a:lnTo>
                  <a:lnTo>
                    <a:pt x="9" y="111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11" y="113"/>
                  </a:lnTo>
                  <a:lnTo>
                    <a:pt x="11" y="114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1" y="125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9" y="142"/>
                  </a:lnTo>
                  <a:lnTo>
                    <a:pt x="6" y="145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9" y="160"/>
                  </a:lnTo>
                  <a:lnTo>
                    <a:pt x="13" y="165"/>
                  </a:lnTo>
                  <a:lnTo>
                    <a:pt x="13" y="165"/>
                  </a:lnTo>
                  <a:lnTo>
                    <a:pt x="15" y="169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9" y="182"/>
                  </a:lnTo>
                  <a:lnTo>
                    <a:pt x="20" y="184"/>
                  </a:lnTo>
                  <a:lnTo>
                    <a:pt x="22" y="186"/>
                  </a:lnTo>
                  <a:lnTo>
                    <a:pt x="22" y="186"/>
                  </a:lnTo>
                  <a:lnTo>
                    <a:pt x="33" y="187"/>
                  </a:lnTo>
                  <a:lnTo>
                    <a:pt x="33" y="187"/>
                  </a:lnTo>
                  <a:lnTo>
                    <a:pt x="37" y="189"/>
                  </a:lnTo>
                  <a:lnTo>
                    <a:pt x="39" y="191"/>
                  </a:lnTo>
                  <a:lnTo>
                    <a:pt x="39" y="193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8" y="196"/>
                  </a:lnTo>
                  <a:lnTo>
                    <a:pt x="50" y="200"/>
                  </a:lnTo>
                  <a:lnTo>
                    <a:pt x="88" y="224"/>
                  </a:lnTo>
                  <a:lnTo>
                    <a:pt x="90" y="220"/>
                  </a:lnTo>
                  <a:lnTo>
                    <a:pt x="101" y="211"/>
                  </a:lnTo>
                  <a:lnTo>
                    <a:pt x="117" y="200"/>
                  </a:lnTo>
                  <a:lnTo>
                    <a:pt x="254" y="282"/>
                  </a:lnTo>
                  <a:lnTo>
                    <a:pt x="254" y="267"/>
                  </a:lnTo>
                  <a:lnTo>
                    <a:pt x="270" y="267"/>
                  </a:lnTo>
                  <a:lnTo>
                    <a:pt x="270" y="229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3" y="78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3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1"/>
                  </a:lnTo>
                  <a:lnTo>
                    <a:pt x="263" y="43"/>
                  </a:lnTo>
                  <a:lnTo>
                    <a:pt x="263" y="43"/>
                  </a:lnTo>
                  <a:lnTo>
                    <a:pt x="261" y="38"/>
                  </a:lnTo>
                  <a:lnTo>
                    <a:pt x="261" y="34"/>
                  </a:lnTo>
                  <a:lnTo>
                    <a:pt x="261" y="34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46" y="27"/>
                  </a:lnTo>
                  <a:lnTo>
                    <a:pt x="241" y="27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199" y="12"/>
                  </a:lnTo>
                  <a:lnTo>
                    <a:pt x="192" y="18"/>
                  </a:lnTo>
                  <a:lnTo>
                    <a:pt x="179" y="32"/>
                  </a:lnTo>
                  <a:lnTo>
                    <a:pt x="179" y="32"/>
                  </a:lnTo>
                  <a:lnTo>
                    <a:pt x="183" y="36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3"/>
                  </a:lnTo>
                  <a:lnTo>
                    <a:pt x="186" y="49"/>
                  </a:lnTo>
                  <a:lnTo>
                    <a:pt x="186" y="49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2" y="56"/>
                  </a:lnTo>
                  <a:lnTo>
                    <a:pt x="162" y="56"/>
                  </a:lnTo>
                  <a:lnTo>
                    <a:pt x="152" y="53"/>
                  </a:lnTo>
                  <a:lnTo>
                    <a:pt x="141" y="51"/>
                  </a:lnTo>
                  <a:lnTo>
                    <a:pt x="130" y="49"/>
                  </a:lnTo>
                  <a:lnTo>
                    <a:pt x="121" y="43"/>
                  </a:lnTo>
                  <a:lnTo>
                    <a:pt x="121" y="43"/>
                  </a:lnTo>
                  <a:lnTo>
                    <a:pt x="115" y="38"/>
                  </a:lnTo>
                  <a:lnTo>
                    <a:pt x="110" y="31"/>
                  </a:lnTo>
                  <a:lnTo>
                    <a:pt x="104" y="25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1" y="18"/>
                  </a:lnTo>
                  <a:lnTo>
                    <a:pt x="82" y="16"/>
                  </a:lnTo>
                  <a:lnTo>
                    <a:pt x="73" y="16"/>
                  </a:lnTo>
                  <a:lnTo>
                    <a:pt x="62" y="1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3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3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1" name="Freeform 244">
              <a:extLst>
                <a:ext uri="{FF2B5EF4-FFF2-40B4-BE49-F238E27FC236}">
                  <a16:creationId xmlns:a16="http://schemas.microsoft.com/office/drawing/2014/main" id="{D9B8DF7E-50C7-4A3C-BC05-3571FC1C9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363" y="3795303"/>
              <a:ext cx="103810" cy="137920"/>
            </a:xfrm>
            <a:custGeom>
              <a:avLst/>
              <a:gdLst>
                <a:gd name="T0" fmla="*/ 0 w 70"/>
                <a:gd name="T1" fmla="*/ 42 h 93"/>
                <a:gd name="T2" fmla="*/ 4 w 70"/>
                <a:gd name="T3" fmla="*/ 51 h 93"/>
                <a:gd name="T4" fmla="*/ 10 w 70"/>
                <a:gd name="T5" fmla="*/ 55 h 93"/>
                <a:gd name="T6" fmla="*/ 19 w 70"/>
                <a:gd name="T7" fmla="*/ 60 h 93"/>
                <a:gd name="T8" fmla="*/ 24 w 70"/>
                <a:gd name="T9" fmla="*/ 64 h 93"/>
                <a:gd name="T10" fmla="*/ 41 w 70"/>
                <a:gd name="T11" fmla="*/ 82 h 93"/>
                <a:gd name="T12" fmla="*/ 51 w 70"/>
                <a:gd name="T13" fmla="*/ 91 h 93"/>
                <a:gd name="T14" fmla="*/ 68 w 70"/>
                <a:gd name="T15" fmla="*/ 93 h 93"/>
                <a:gd name="T16" fmla="*/ 66 w 70"/>
                <a:gd name="T17" fmla="*/ 91 h 93"/>
                <a:gd name="T18" fmla="*/ 64 w 70"/>
                <a:gd name="T19" fmla="*/ 85 h 93"/>
                <a:gd name="T20" fmla="*/ 64 w 70"/>
                <a:gd name="T21" fmla="*/ 78 h 93"/>
                <a:gd name="T22" fmla="*/ 64 w 70"/>
                <a:gd name="T23" fmla="*/ 76 h 93"/>
                <a:gd name="T24" fmla="*/ 68 w 70"/>
                <a:gd name="T25" fmla="*/ 73 h 93"/>
                <a:gd name="T26" fmla="*/ 70 w 70"/>
                <a:gd name="T27" fmla="*/ 67 h 93"/>
                <a:gd name="T28" fmla="*/ 70 w 70"/>
                <a:gd name="T29" fmla="*/ 64 h 93"/>
                <a:gd name="T30" fmla="*/ 68 w 70"/>
                <a:gd name="T31" fmla="*/ 64 h 93"/>
                <a:gd name="T32" fmla="*/ 64 w 70"/>
                <a:gd name="T33" fmla="*/ 60 h 93"/>
                <a:gd name="T34" fmla="*/ 62 w 70"/>
                <a:gd name="T35" fmla="*/ 55 h 93"/>
                <a:gd name="T36" fmla="*/ 57 w 70"/>
                <a:gd name="T37" fmla="*/ 45 h 93"/>
                <a:gd name="T38" fmla="*/ 57 w 70"/>
                <a:gd name="T39" fmla="*/ 45 h 93"/>
                <a:gd name="T40" fmla="*/ 46 w 70"/>
                <a:gd name="T41" fmla="*/ 40 h 93"/>
                <a:gd name="T42" fmla="*/ 53 w 70"/>
                <a:gd name="T43" fmla="*/ 29 h 93"/>
                <a:gd name="T44" fmla="*/ 55 w 70"/>
                <a:gd name="T45" fmla="*/ 25 h 93"/>
                <a:gd name="T46" fmla="*/ 51 w 70"/>
                <a:gd name="T47" fmla="*/ 16 h 93"/>
                <a:gd name="T48" fmla="*/ 51 w 70"/>
                <a:gd name="T49" fmla="*/ 14 h 93"/>
                <a:gd name="T50" fmla="*/ 46 w 70"/>
                <a:gd name="T51" fmla="*/ 16 h 93"/>
                <a:gd name="T52" fmla="*/ 41 w 70"/>
                <a:gd name="T53" fmla="*/ 25 h 93"/>
                <a:gd name="T54" fmla="*/ 37 w 70"/>
                <a:gd name="T55" fmla="*/ 22 h 93"/>
                <a:gd name="T56" fmla="*/ 41 w 70"/>
                <a:gd name="T57" fmla="*/ 14 h 93"/>
                <a:gd name="T58" fmla="*/ 39 w 70"/>
                <a:gd name="T59" fmla="*/ 11 h 93"/>
                <a:gd name="T60" fmla="*/ 35 w 70"/>
                <a:gd name="T61" fmla="*/ 0 h 93"/>
                <a:gd name="T62" fmla="*/ 33 w 70"/>
                <a:gd name="T63" fmla="*/ 5 h 93"/>
                <a:gd name="T64" fmla="*/ 28 w 70"/>
                <a:gd name="T65" fmla="*/ 5 h 93"/>
                <a:gd name="T66" fmla="*/ 24 w 70"/>
                <a:gd name="T67" fmla="*/ 5 h 93"/>
                <a:gd name="T68" fmla="*/ 24 w 70"/>
                <a:gd name="T69" fmla="*/ 11 h 93"/>
                <a:gd name="T70" fmla="*/ 22 w 70"/>
                <a:gd name="T71" fmla="*/ 11 h 93"/>
                <a:gd name="T72" fmla="*/ 15 w 70"/>
                <a:gd name="T73" fmla="*/ 16 h 93"/>
                <a:gd name="T74" fmla="*/ 8 w 70"/>
                <a:gd name="T75" fmla="*/ 27 h 93"/>
                <a:gd name="T76" fmla="*/ 2 w 70"/>
                <a:gd name="T77" fmla="*/ 36 h 93"/>
                <a:gd name="T78" fmla="*/ 0 w 70"/>
                <a:gd name="T79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0" h="93">
                  <a:moveTo>
                    <a:pt x="0" y="42"/>
                  </a:moveTo>
                  <a:lnTo>
                    <a:pt x="0" y="42"/>
                  </a:lnTo>
                  <a:lnTo>
                    <a:pt x="2" y="47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10" y="55"/>
                  </a:lnTo>
                  <a:lnTo>
                    <a:pt x="13" y="58"/>
                  </a:lnTo>
                  <a:lnTo>
                    <a:pt x="19" y="60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31" y="73"/>
                  </a:lnTo>
                  <a:lnTo>
                    <a:pt x="41" y="82"/>
                  </a:lnTo>
                  <a:lnTo>
                    <a:pt x="46" y="87"/>
                  </a:lnTo>
                  <a:lnTo>
                    <a:pt x="51" y="91"/>
                  </a:lnTo>
                  <a:lnTo>
                    <a:pt x="59" y="93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80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8" y="75"/>
                  </a:lnTo>
                  <a:lnTo>
                    <a:pt x="68" y="73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6" y="62"/>
                  </a:lnTo>
                  <a:lnTo>
                    <a:pt x="64" y="60"/>
                  </a:lnTo>
                  <a:lnTo>
                    <a:pt x="62" y="55"/>
                  </a:lnTo>
                  <a:lnTo>
                    <a:pt x="62" y="55"/>
                  </a:lnTo>
                  <a:lnTo>
                    <a:pt x="59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8" y="36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5"/>
                  </a:lnTo>
                  <a:lnTo>
                    <a:pt x="55" y="22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1" y="25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18"/>
                  </a:lnTo>
                  <a:lnTo>
                    <a:pt x="41" y="14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8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7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2" name="Freeform 245">
              <a:extLst>
                <a:ext uri="{FF2B5EF4-FFF2-40B4-BE49-F238E27FC236}">
                  <a16:creationId xmlns:a16="http://schemas.microsoft.com/office/drawing/2014/main" id="{8AA27C78-B5D5-45D1-91A3-B8C957DF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446" y="4919420"/>
              <a:ext cx="45974" cy="40042"/>
            </a:xfrm>
            <a:custGeom>
              <a:avLst/>
              <a:gdLst>
                <a:gd name="T0" fmla="*/ 14 w 31"/>
                <a:gd name="T1" fmla="*/ 25 h 27"/>
                <a:gd name="T2" fmla="*/ 14 w 31"/>
                <a:gd name="T3" fmla="*/ 25 h 27"/>
                <a:gd name="T4" fmla="*/ 18 w 31"/>
                <a:gd name="T5" fmla="*/ 22 h 27"/>
                <a:gd name="T6" fmla="*/ 18 w 31"/>
                <a:gd name="T7" fmla="*/ 22 h 27"/>
                <a:gd name="T8" fmla="*/ 23 w 31"/>
                <a:gd name="T9" fmla="*/ 18 h 27"/>
                <a:gd name="T10" fmla="*/ 23 w 31"/>
                <a:gd name="T11" fmla="*/ 18 h 27"/>
                <a:gd name="T12" fmla="*/ 27 w 31"/>
                <a:gd name="T13" fmla="*/ 18 h 27"/>
                <a:gd name="T14" fmla="*/ 29 w 31"/>
                <a:gd name="T15" fmla="*/ 16 h 27"/>
                <a:gd name="T16" fmla="*/ 29 w 31"/>
                <a:gd name="T17" fmla="*/ 16 h 27"/>
                <a:gd name="T18" fmla="*/ 31 w 31"/>
                <a:gd name="T19" fmla="*/ 12 h 27"/>
                <a:gd name="T20" fmla="*/ 29 w 31"/>
                <a:gd name="T21" fmla="*/ 9 h 27"/>
                <a:gd name="T22" fmla="*/ 29 w 31"/>
                <a:gd name="T23" fmla="*/ 9 h 27"/>
                <a:gd name="T24" fmla="*/ 25 w 31"/>
                <a:gd name="T25" fmla="*/ 5 h 27"/>
                <a:gd name="T26" fmla="*/ 23 w 31"/>
                <a:gd name="T27" fmla="*/ 3 h 27"/>
                <a:gd name="T28" fmla="*/ 23 w 31"/>
                <a:gd name="T29" fmla="*/ 3 h 27"/>
                <a:gd name="T30" fmla="*/ 20 w 31"/>
                <a:gd name="T31" fmla="*/ 0 h 27"/>
                <a:gd name="T32" fmla="*/ 20 w 31"/>
                <a:gd name="T33" fmla="*/ 0 h 27"/>
                <a:gd name="T34" fmla="*/ 16 w 31"/>
                <a:gd name="T35" fmla="*/ 2 h 27"/>
                <a:gd name="T36" fmla="*/ 9 w 31"/>
                <a:gd name="T37" fmla="*/ 7 h 27"/>
                <a:gd name="T38" fmla="*/ 9 w 31"/>
                <a:gd name="T39" fmla="*/ 7 h 27"/>
                <a:gd name="T40" fmla="*/ 7 w 31"/>
                <a:gd name="T41" fmla="*/ 9 h 27"/>
                <a:gd name="T42" fmla="*/ 3 w 31"/>
                <a:gd name="T43" fmla="*/ 9 h 27"/>
                <a:gd name="T44" fmla="*/ 3 w 31"/>
                <a:gd name="T45" fmla="*/ 9 h 27"/>
                <a:gd name="T46" fmla="*/ 0 w 31"/>
                <a:gd name="T47" fmla="*/ 12 h 27"/>
                <a:gd name="T48" fmla="*/ 0 w 31"/>
                <a:gd name="T49" fmla="*/ 14 h 27"/>
                <a:gd name="T50" fmla="*/ 0 w 31"/>
                <a:gd name="T51" fmla="*/ 16 h 27"/>
                <a:gd name="T52" fmla="*/ 0 w 31"/>
                <a:gd name="T53" fmla="*/ 16 h 27"/>
                <a:gd name="T54" fmla="*/ 2 w 31"/>
                <a:gd name="T55" fmla="*/ 16 h 27"/>
                <a:gd name="T56" fmla="*/ 3 w 31"/>
                <a:gd name="T57" fmla="*/ 22 h 27"/>
                <a:gd name="T58" fmla="*/ 3 w 31"/>
                <a:gd name="T59" fmla="*/ 22 h 27"/>
                <a:gd name="T60" fmla="*/ 5 w 31"/>
                <a:gd name="T61" fmla="*/ 25 h 27"/>
                <a:gd name="T62" fmla="*/ 7 w 31"/>
                <a:gd name="T63" fmla="*/ 27 h 27"/>
                <a:gd name="T64" fmla="*/ 9 w 31"/>
                <a:gd name="T65" fmla="*/ 27 h 27"/>
                <a:gd name="T66" fmla="*/ 9 w 31"/>
                <a:gd name="T67" fmla="*/ 27 h 27"/>
                <a:gd name="T68" fmla="*/ 12 w 31"/>
                <a:gd name="T69" fmla="*/ 27 h 27"/>
                <a:gd name="T70" fmla="*/ 14 w 31"/>
                <a:gd name="T71" fmla="*/ 25 h 27"/>
                <a:gd name="T72" fmla="*/ 14 w 31"/>
                <a:gd name="T7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27">
                  <a:moveTo>
                    <a:pt x="14" y="25"/>
                  </a:moveTo>
                  <a:lnTo>
                    <a:pt x="14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31" y="12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3" name="Freeform 246">
              <a:extLst>
                <a:ext uri="{FF2B5EF4-FFF2-40B4-BE49-F238E27FC236}">
                  <a16:creationId xmlns:a16="http://schemas.microsoft.com/office/drawing/2014/main" id="{9BA3BB04-5342-49B0-94D5-3E092F69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651" y="3012277"/>
              <a:ext cx="45974" cy="59320"/>
            </a:xfrm>
            <a:custGeom>
              <a:avLst/>
              <a:gdLst>
                <a:gd name="T0" fmla="*/ 3 w 31"/>
                <a:gd name="T1" fmla="*/ 40 h 40"/>
                <a:gd name="T2" fmla="*/ 3 w 31"/>
                <a:gd name="T3" fmla="*/ 40 h 40"/>
                <a:gd name="T4" fmla="*/ 12 w 31"/>
                <a:gd name="T5" fmla="*/ 38 h 40"/>
                <a:gd name="T6" fmla="*/ 12 w 31"/>
                <a:gd name="T7" fmla="*/ 38 h 40"/>
                <a:gd name="T8" fmla="*/ 16 w 31"/>
                <a:gd name="T9" fmla="*/ 32 h 40"/>
                <a:gd name="T10" fmla="*/ 16 w 31"/>
                <a:gd name="T11" fmla="*/ 32 h 40"/>
                <a:gd name="T12" fmla="*/ 18 w 31"/>
                <a:gd name="T13" fmla="*/ 31 h 40"/>
                <a:gd name="T14" fmla="*/ 21 w 31"/>
                <a:gd name="T15" fmla="*/ 29 h 40"/>
                <a:gd name="T16" fmla="*/ 21 w 31"/>
                <a:gd name="T17" fmla="*/ 29 h 40"/>
                <a:gd name="T18" fmla="*/ 21 w 31"/>
                <a:gd name="T19" fmla="*/ 21 h 40"/>
                <a:gd name="T20" fmla="*/ 23 w 31"/>
                <a:gd name="T21" fmla="*/ 18 h 40"/>
                <a:gd name="T22" fmla="*/ 23 w 31"/>
                <a:gd name="T23" fmla="*/ 18 h 40"/>
                <a:gd name="T24" fmla="*/ 27 w 31"/>
                <a:gd name="T25" fmla="*/ 9 h 40"/>
                <a:gd name="T26" fmla="*/ 31 w 31"/>
                <a:gd name="T27" fmla="*/ 1 h 40"/>
                <a:gd name="T28" fmla="*/ 31 w 31"/>
                <a:gd name="T29" fmla="*/ 1 h 40"/>
                <a:gd name="T30" fmla="*/ 29 w 31"/>
                <a:gd name="T31" fmla="*/ 0 h 40"/>
                <a:gd name="T32" fmla="*/ 27 w 31"/>
                <a:gd name="T33" fmla="*/ 0 h 40"/>
                <a:gd name="T34" fmla="*/ 23 w 31"/>
                <a:gd name="T35" fmla="*/ 1 h 40"/>
                <a:gd name="T36" fmla="*/ 20 w 31"/>
                <a:gd name="T37" fmla="*/ 1 h 40"/>
                <a:gd name="T38" fmla="*/ 20 w 31"/>
                <a:gd name="T39" fmla="*/ 1 h 40"/>
                <a:gd name="T40" fmla="*/ 18 w 31"/>
                <a:gd name="T41" fmla="*/ 1 h 40"/>
                <a:gd name="T42" fmla="*/ 14 w 31"/>
                <a:gd name="T43" fmla="*/ 3 h 40"/>
                <a:gd name="T44" fmla="*/ 12 w 31"/>
                <a:gd name="T45" fmla="*/ 9 h 40"/>
                <a:gd name="T46" fmla="*/ 12 w 31"/>
                <a:gd name="T47" fmla="*/ 9 h 40"/>
                <a:gd name="T48" fmla="*/ 10 w 31"/>
                <a:gd name="T49" fmla="*/ 16 h 40"/>
                <a:gd name="T50" fmla="*/ 7 w 31"/>
                <a:gd name="T51" fmla="*/ 23 h 40"/>
                <a:gd name="T52" fmla="*/ 0 w 31"/>
                <a:gd name="T53" fmla="*/ 34 h 40"/>
                <a:gd name="T54" fmla="*/ 0 w 31"/>
                <a:gd name="T55" fmla="*/ 34 h 40"/>
                <a:gd name="T56" fmla="*/ 0 w 31"/>
                <a:gd name="T57" fmla="*/ 36 h 40"/>
                <a:gd name="T58" fmla="*/ 0 w 31"/>
                <a:gd name="T59" fmla="*/ 38 h 40"/>
                <a:gd name="T60" fmla="*/ 1 w 31"/>
                <a:gd name="T61" fmla="*/ 40 h 40"/>
                <a:gd name="T62" fmla="*/ 3 w 31"/>
                <a:gd name="T63" fmla="*/ 40 h 40"/>
                <a:gd name="T64" fmla="*/ 3 w 31"/>
                <a:gd name="T6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3" y="40"/>
                  </a:moveTo>
                  <a:lnTo>
                    <a:pt x="3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1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9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3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0" y="16"/>
                  </a:lnTo>
                  <a:lnTo>
                    <a:pt x="7" y="2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3" y="4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4" name="Freeform 247">
              <a:extLst>
                <a:ext uri="{FF2B5EF4-FFF2-40B4-BE49-F238E27FC236}">
                  <a16:creationId xmlns:a16="http://schemas.microsoft.com/office/drawing/2014/main" id="{D31185D7-BB7A-49AC-8D1E-A9C30968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198108"/>
              <a:ext cx="177961" cy="108260"/>
            </a:xfrm>
            <a:custGeom>
              <a:avLst/>
              <a:gdLst>
                <a:gd name="T0" fmla="*/ 51 w 120"/>
                <a:gd name="T1" fmla="*/ 4 h 73"/>
                <a:gd name="T2" fmla="*/ 48 w 120"/>
                <a:gd name="T3" fmla="*/ 18 h 73"/>
                <a:gd name="T4" fmla="*/ 44 w 120"/>
                <a:gd name="T5" fmla="*/ 28 h 73"/>
                <a:gd name="T6" fmla="*/ 29 w 120"/>
                <a:gd name="T7" fmla="*/ 28 h 73"/>
                <a:gd name="T8" fmla="*/ 24 w 120"/>
                <a:gd name="T9" fmla="*/ 18 h 73"/>
                <a:gd name="T10" fmla="*/ 20 w 120"/>
                <a:gd name="T11" fmla="*/ 7 h 73"/>
                <a:gd name="T12" fmla="*/ 9 w 120"/>
                <a:gd name="T13" fmla="*/ 13 h 73"/>
                <a:gd name="T14" fmla="*/ 9 w 120"/>
                <a:gd name="T15" fmla="*/ 20 h 73"/>
                <a:gd name="T16" fmla="*/ 9 w 120"/>
                <a:gd name="T17" fmla="*/ 28 h 73"/>
                <a:gd name="T18" fmla="*/ 0 w 120"/>
                <a:gd name="T19" fmla="*/ 42 h 73"/>
                <a:gd name="T20" fmla="*/ 0 w 120"/>
                <a:gd name="T21" fmla="*/ 49 h 73"/>
                <a:gd name="T22" fmla="*/ 6 w 120"/>
                <a:gd name="T23" fmla="*/ 46 h 73"/>
                <a:gd name="T24" fmla="*/ 13 w 120"/>
                <a:gd name="T25" fmla="*/ 44 h 73"/>
                <a:gd name="T26" fmla="*/ 28 w 120"/>
                <a:gd name="T27" fmla="*/ 49 h 73"/>
                <a:gd name="T28" fmla="*/ 37 w 120"/>
                <a:gd name="T29" fmla="*/ 51 h 73"/>
                <a:gd name="T30" fmla="*/ 42 w 120"/>
                <a:gd name="T31" fmla="*/ 51 h 73"/>
                <a:gd name="T32" fmla="*/ 51 w 120"/>
                <a:gd name="T33" fmla="*/ 57 h 73"/>
                <a:gd name="T34" fmla="*/ 59 w 120"/>
                <a:gd name="T35" fmla="*/ 55 h 73"/>
                <a:gd name="T36" fmla="*/ 60 w 120"/>
                <a:gd name="T37" fmla="*/ 57 h 73"/>
                <a:gd name="T38" fmla="*/ 64 w 120"/>
                <a:gd name="T39" fmla="*/ 62 h 73"/>
                <a:gd name="T40" fmla="*/ 73 w 120"/>
                <a:gd name="T41" fmla="*/ 64 h 73"/>
                <a:gd name="T42" fmla="*/ 77 w 120"/>
                <a:gd name="T43" fmla="*/ 68 h 73"/>
                <a:gd name="T44" fmla="*/ 80 w 120"/>
                <a:gd name="T45" fmla="*/ 69 h 73"/>
                <a:gd name="T46" fmla="*/ 88 w 120"/>
                <a:gd name="T47" fmla="*/ 73 h 73"/>
                <a:gd name="T48" fmla="*/ 95 w 120"/>
                <a:gd name="T49" fmla="*/ 66 h 73"/>
                <a:gd name="T50" fmla="*/ 99 w 120"/>
                <a:gd name="T51" fmla="*/ 66 h 73"/>
                <a:gd name="T52" fmla="*/ 104 w 120"/>
                <a:gd name="T53" fmla="*/ 66 h 73"/>
                <a:gd name="T54" fmla="*/ 104 w 120"/>
                <a:gd name="T55" fmla="*/ 60 h 73"/>
                <a:gd name="T56" fmla="*/ 108 w 120"/>
                <a:gd name="T57" fmla="*/ 53 h 73"/>
                <a:gd name="T58" fmla="*/ 110 w 120"/>
                <a:gd name="T59" fmla="*/ 49 h 73"/>
                <a:gd name="T60" fmla="*/ 117 w 120"/>
                <a:gd name="T61" fmla="*/ 51 h 73"/>
                <a:gd name="T62" fmla="*/ 119 w 120"/>
                <a:gd name="T63" fmla="*/ 44 h 73"/>
                <a:gd name="T64" fmla="*/ 113 w 120"/>
                <a:gd name="T65" fmla="*/ 37 h 73"/>
                <a:gd name="T66" fmla="*/ 111 w 120"/>
                <a:gd name="T67" fmla="*/ 35 h 73"/>
                <a:gd name="T68" fmla="*/ 108 w 120"/>
                <a:gd name="T69" fmla="*/ 33 h 73"/>
                <a:gd name="T70" fmla="*/ 108 w 120"/>
                <a:gd name="T71" fmla="*/ 33 h 73"/>
                <a:gd name="T72" fmla="*/ 106 w 120"/>
                <a:gd name="T73" fmla="*/ 20 h 73"/>
                <a:gd name="T74" fmla="*/ 99 w 120"/>
                <a:gd name="T75" fmla="*/ 20 h 73"/>
                <a:gd name="T76" fmla="*/ 97 w 120"/>
                <a:gd name="T77" fmla="*/ 20 h 73"/>
                <a:gd name="T78" fmla="*/ 95 w 120"/>
                <a:gd name="T79" fmla="*/ 13 h 73"/>
                <a:gd name="T80" fmla="*/ 82 w 120"/>
                <a:gd name="T81" fmla="*/ 7 h 73"/>
                <a:gd name="T82" fmla="*/ 79 w 120"/>
                <a:gd name="T83" fmla="*/ 7 h 73"/>
                <a:gd name="T84" fmla="*/ 75 w 120"/>
                <a:gd name="T85" fmla="*/ 4 h 73"/>
                <a:gd name="T86" fmla="*/ 73 w 120"/>
                <a:gd name="T87" fmla="*/ 2 h 73"/>
                <a:gd name="T88" fmla="*/ 62 w 120"/>
                <a:gd name="T89" fmla="*/ 0 h 73"/>
                <a:gd name="T90" fmla="*/ 60 w 120"/>
                <a:gd name="T91" fmla="*/ 2 h 73"/>
                <a:gd name="T92" fmla="*/ 57 w 120"/>
                <a:gd name="T93" fmla="*/ 4 h 73"/>
                <a:gd name="T94" fmla="*/ 51 w 120"/>
                <a:gd name="T95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73">
                  <a:moveTo>
                    <a:pt x="51" y="4"/>
                  </a:moveTo>
                  <a:lnTo>
                    <a:pt x="51" y="4"/>
                  </a:lnTo>
                  <a:lnTo>
                    <a:pt x="49" y="11"/>
                  </a:lnTo>
                  <a:lnTo>
                    <a:pt x="48" y="18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37" y="28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4" y="18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7"/>
                  </a:lnTo>
                  <a:lnTo>
                    <a:pt x="9" y="2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6" y="35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6" y="46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7" y="51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8" y="53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0" y="57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69" y="64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7" y="68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88" y="73"/>
                  </a:lnTo>
                  <a:lnTo>
                    <a:pt x="88" y="73"/>
                  </a:lnTo>
                  <a:lnTo>
                    <a:pt x="91" y="68"/>
                  </a:lnTo>
                  <a:lnTo>
                    <a:pt x="95" y="66"/>
                  </a:lnTo>
                  <a:lnTo>
                    <a:pt x="99" y="66"/>
                  </a:lnTo>
                  <a:lnTo>
                    <a:pt x="99" y="66"/>
                  </a:lnTo>
                  <a:lnTo>
                    <a:pt x="102" y="68"/>
                  </a:lnTo>
                  <a:lnTo>
                    <a:pt x="104" y="66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55"/>
                  </a:lnTo>
                  <a:lnTo>
                    <a:pt x="108" y="53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3" y="51"/>
                  </a:lnTo>
                  <a:lnTo>
                    <a:pt x="117" y="51"/>
                  </a:lnTo>
                  <a:lnTo>
                    <a:pt x="120" y="49"/>
                  </a:lnTo>
                  <a:lnTo>
                    <a:pt x="119" y="44"/>
                  </a:lnTo>
                  <a:lnTo>
                    <a:pt x="119" y="44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1" y="35"/>
                  </a:lnTo>
                  <a:lnTo>
                    <a:pt x="110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2" y="20"/>
                  </a:lnTo>
                  <a:lnTo>
                    <a:pt x="99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5" y="15"/>
                  </a:lnTo>
                  <a:lnTo>
                    <a:pt x="95" y="13"/>
                  </a:lnTo>
                  <a:lnTo>
                    <a:pt x="86" y="17"/>
                  </a:lnTo>
                  <a:lnTo>
                    <a:pt x="82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6"/>
                  </a:lnTo>
                  <a:lnTo>
                    <a:pt x="75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5" name="Freeform 248">
              <a:extLst>
                <a:ext uri="{FF2B5EF4-FFF2-40B4-BE49-F238E27FC236}">
                  <a16:creationId xmlns:a16="http://schemas.microsoft.com/office/drawing/2014/main" id="{915A6211-8647-4E87-A0CB-D9FAA613D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61" y="3381545"/>
              <a:ext cx="161648" cy="259526"/>
            </a:xfrm>
            <a:custGeom>
              <a:avLst/>
              <a:gdLst>
                <a:gd name="T0" fmla="*/ 80 w 109"/>
                <a:gd name="T1" fmla="*/ 162 h 175"/>
                <a:gd name="T2" fmla="*/ 82 w 109"/>
                <a:gd name="T3" fmla="*/ 153 h 175"/>
                <a:gd name="T4" fmla="*/ 78 w 109"/>
                <a:gd name="T5" fmla="*/ 139 h 175"/>
                <a:gd name="T6" fmla="*/ 71 w 109"/>
                <a:gd name="T7" fmla="*/ 129 h 175"/>
                <a:gd name="T8" fmla="*/ 67 w 109"/>
                <a:gd name="T9" fmla="*/ 115 h 175"/>
                <a:gd name="T10" fmla="*/ 60 w 109"/>
                <a:gd name="T11" fmla="*/ 95 h 175"/>
                <a:gd name="T12" fmla="*/ 49 w 109"/>
                <a:gd name="T13" fmla="*/ 93 h 175"/>
                <a:gd name="T14" fmla="*/ 38 w 109"/>
                <a:gd name="T15" fmla="*/ 86 h 175"/>
                <a:gd name="T16" fmla="*/ 29 w 109"/>
                <a:gd name="T17" fmla="*/ 89 h 175"/>
                <a:gd name="T18" fmla="*/ 21 w 109"/>
                <a:gd name="T19" fmla="*/ 98 h 175"/>
                <a:gd name="T20" fmla="*/ 14 w 109"/>
                <a:gd name="T21" fmla="*/ 95 h 175"/>
                <a:gd name="T22" fmla="*/ 5 w 109"/>
                <a:gd name="T23" fmla="*/ 86 h 175"/>
                <a:gd name="T24" fmla="*/ 5 w 109"/>
                <a:gd name="T25" fmla="*/ 77 h 175"/>
                <a:gd name="T26" fmla="*/ 10 w 109"/>
                <a:gd name="T27" fmla="*/ 64 h 175"/>
                <a:gd name="T28" fmla="*/ 0 w 109"/>
                <a:gd name="T29" fmla="*/ 64 h 175"/>
                <a:gd name="T30" fmla="*/ 5 w 109"/>
                <a:gd name="T31" fmla="*/ 51 h 175"/>
                <a:gd name="T32" fmla="*/ 10 w 109"/>
                <a:gd name="T33" fmla="*/ 37 h 175"/>
                <a:gd name="T34" fmla="*/ 14 w 109"/>
                <a:gd name="T35" fmla="*/ 37 h 175"/>
                <a:gd name="T36" fmla="*/ 23 w 109"/>
                <a:gd name="T37" fmla="*/ 24 h 175"/>
                <a:gd name="T38" fmla="*/ 20 w 109"/>
                <a:gd name="T39" fmla="*/ 2 h 175"/>
                <a:gd name="T40" fmla="*/ 36 w 109"/>
                <a:gd name="T41" fmla="*/ 7 h 175"/>
                <a:gd name="T42" fmla="*/ 40 w 109"/>
                <a:gd name="T43" fmla="*/ 18 h 175"/>
                <a:gd name="T44" fmla="*/ 49 w 109"/>
                <a:gd name="T45" fmla="*/ 26 h 175"/>
                <a:gd name="T46" fmla="*/ 60 w 109"/>
                <a:gd name="T47" fmla="*/ 24 h 175"/>
                <a:gd name="T48" fmla="*/ 72 w 109"/>
                <a:gd name="T49" fmla="*/ 33 h 175"/>
                <a:gd name="T50" fmla="*/ 69 w 109"/>
                <a:gd name="T51" fmla="*/ 44 h 175"/>
                <a:gd name="T52" fmla="*/ 65 w 109"/>
                <a:gd name="T53" fmla="*/ 62 h 175"/>
                <a:gd name="T54" fmla="*/ 52 w 109"/>
                <a:gd name="T55" fmla="*/ 66 h 175"/>
                <a:gd name="T56" fmla="*/ 65 w 109"/>
                <a:gd name="T57" fmla="*/ 78 h 175"/>
                <a:gd name="T58" fmla="*/ 76 w 109"/>
                <a:gd name="T59" fmla="*/ 100 h 175"/>
                <a:gd name="T60" fmla="*/ 82 w 109"/>
                <a:gd name="T61" fmla="*/ 111 h 175"/>
                <a:gd name="T62" fmla="*/ 94 w 109"/>
                <a:gd name="T63" fmla="*/ 122 h 175"/>
                <a:gd name="T64" fmla="*/ 100 w 109"/>
                <a:gd name="T65" fmla="*/ 137 h 175"/>
                <a:gd name="T66" fmla="*/ 107 w 109"/>
                <a:gd name="T67" fmla="*/ 148 h 175"/>
                <a:gd name="T68" fmla="*/ 107 w 109"/>
                <a:gd name="T69" fmla="*/ 164 h 175"/>
                <a:gd name="T70" fmla="*/ 96 w 109"/>
                <a:gd name="T71" fmla="*/ 162 h 175"/>
                <a:gd name="T72" fmla="*/ 87 w 109"/>
                <a:gd name="T73" fmla="*/ 166 h 175"/>
                <a:gd name="T74" fmla="*/ 83 w 109"/>
                <a:gd name="T75" fmla="*/ 175 h 175"/>
                <a:gd name="T76" fmla="*/ 76 w 109"/>
                <a:gd name="T77" fmla="*/ 16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75">
                  <a:moveTo>
                    <a:pt x="76" y="168"/>
                  </a:moveTo>
                  <a:lnTo>
                    <a:pt x="80" y="162"/>
                  </a:lnTo>
                  <a:lnTo>
                    <a:pt x="83" y="157"/>
                  </a:lnTo>
                  <a:lnTo>
                    <a:pt x="82" y="153"/>
                  </a:lnTo>
                  <a:lnTo>
                    <a:pt x="78" y="146"/>
                  </a:lnTo>
                  <a:lnTo>
                    <a:pt x="78" y="139"/>
                  </a:lnTo>
                  <a:lnTo>
                    <a:pt x="76" y="135"/>
                  </a:lnTo>
                  <a:lnTo>
                    <a:pt x="71" y="129"/>
                  </a:lnTo>
                  <a:lnTo>
                    <a:pt x="67" y="124"/>
                  </a:lnTo>
                  <a:lnTo>
                    <a:pt x="67" y="115"/>
                  </a:lnTo>
                  <a:lnTo>
                    <a:pt x="67" y="108"/>
                  </a:lnTo>
                  <a:lnTo>
                    <a:pt x="60" y="95"/>
                  </a:lnTo>
                  <a:lnTo>
                    <a:pt x="54" y="97"/>
                  </a:lnTo>
                  <a:lnTo>
                    <a:pt x="49" y="93"/>
                  </a:lnTo>
                  <a:lnTo>
                    <a:pt x="45" y="86"/>
                  </a:lnTo>
                  <a:lnTo>
                    <a:pt x="38" y="86"/>
                  </a:lnTo>
                  <a:lnTo>
                    <a:pt x="34" y="89"/>
                  </a:lnTo>
                  <a:lnTo>
                    <a:pt x="29" y="89"/>
                  </a:lnTo>
                  <a:lnTo>
                    <a:pt x="27" y="97"/>
                  </a:lnTo>
                  <a:lnTo>
                    <a:pt x="21" y="98"/>
                  </a:lnTo>
                  <a:lnTo>
                    <a:pt x="18" y="97"/>
                  </a:lnTo>
                  <a:lnTo>
                    <a:pt x="14" y="95"/>
                  </a:lnTo>
                  <a:lnTo>
                    <a:pt x="7" y="93"/>
                  </a:lnTo>
                  <a:lnTo>
                    <a:pt x="5" y="86"/>
                  </a:lnTo>
                  <a:lnTo>
                    <a:pt x="3" y="82"/>
                  </a:lnTo>
                  <a:lnTo>
                    <a:pt x="5" y="77"/>
                  </a:lnTo>
                  <a:lnTo>
                    <a:pt x="10" y="69"/>
                  </a:lnTo>
                  <a:lnTo>
                    <a:pt x="10" y="64"/>
                  </a:lnTo>
                  <a:lnTo>
                    <a:pt x="3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5" y="51"/>
                  </a:lnTo>
                  <a:lnTo>
                    <a:pt x="3" y="44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4" y="37"/>
                  </a:lnTo>
                  <a:lnTo>
                    <a:pt x="21" y="33"/>
                  </a:lnTo>
                  <a:lnTo>
                    <a:pt x="23" y="24"/>
                  </a:lnTo>
                  <a:lnTo>
                    <a:pt x="18" y="7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6" y="7"/>
                  </a:lnTo>
                  <a:lnTo>
                    <a:pt x="36" y="13"/>
                  </a:lnTo>
                  <a:lnTo>
                    <a:pt x="40" y="18"/>
                  </a:lnTo>
                  <a:lnTo>
                    <a:pt x="47" y="22"/>
                  </a:lnTo>
                  <a:lnTo>
                    <a:pt x="49" y="26"/>
                  </a:lnTo>
                  <a:lnTo>
                    <a:pt x="54" y="29"/>
                  </a:lnTo>
                  <a:lnTo>
                    <a:pt x="60" y="24"/>
                  </a:lnTo>
                  <a:lnTo>
                    <a:pt x="67" y="26"/>
                  </a:lnTo>
                  <a:lnTo>
                    <a:pt x="72" y="33"/>
                  </a:lnTo>
                  <a:lnTo>
                    <a:pt x="72" y="42"/>
                  </a:lnTo>
                  <a:lnTo>
                    <a:pt x="69" y="44"/>
                  </a:lnTo>
                  <a:lnTo>
                    <a:pt x="69" y="58"/>
                  </a:lnTo>
                  <a:lnTo>
                    <a:pt x="65" y="62"/>
                  </a:lnTo>
                  <a:lnTo>
                    <a:pt x="58" y="62"/>
                  </a:lnTo>
                  <a:lnTo>
                    <a:pt x="52" y="66"/>
                  </a:lnTo>
                  <a:lnTo>
                    <a:pt x="56" y="73"/>
                  </a:lnTo>
                  <a:lnTo>
                    <a:pt x="65" y="78"/>
                  </a:lnTo>
                  <a:lnTo>
                    <a:pt x="69" y="91"/>
                  </a:lnTo>
                  <a:lnTo>
                    <a:pt x="76" y="100"/>
                  </a:lnTo>
                  <a:lnTo>
                    <a:pt x="82" y="106"/>
                  </a:lnTo>
                  <a:lnTo>
                    <a:pt x="82" y="111"/>
                  </a:lnTo>
                  <a:lnTo>
                    <a:pt x="87" y="119"/>
                  </a:lnTo>
                  <a:lnTo>
                    <a:pt x="94" y="122"/>
                  </a:lnTo>
                  <a:lnTo>
                    <a:pt x="98" y="129"/>
                  </a:lnTo>
                  <a:lnTo>
                    <a:pt x="100" y="137"/>
                  </a:lnTo>
                  <a:lnTo>
                    <a:pt x="107" y="140"/>
                  </a:lnTo>
                  <a:lnTo>
                    <a:pt x="107" y="148"/>
                  </a:lnTo>
                  <a:lnTo>
                    <a:pt x="109" y="159"/>
                  </a:lnTo>
                  <a:lnTo>
                    <a:pt x="107" y="164"/>
                  </a:lnTo>
                  <a:lnTo>
                    <a:pt x="100" y="166"/>
                  </a:lnTo>
                  <a:lnTo>
                    <a:pt x="96" y="162"/>
                  </a:lnTo>
                  <a:lnTo>
                    <a:pt x="92" y="160"/>
                  </a:lnTo>
                  <a:lnTo>
                    <a:pt x="87" y="166"/>
                  </a:lnTo>
                  <a:lnTo>
                    <a:pt x="87" y="175"/>
                  </a:lnTo>
                  <a:lnTo>
                    <a:pt x="83" y="175"/>
                  </a:lnTo>
                  <a:lnTo>
                    <a:pt x="78" y="170"/>
                  </a:lnTo>
                  <a:lnTo>
                    <a:pt x="76" y="1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6" name="Freeform 249">
              <a:extLst>
                <a:ext uri="{FF2B5EF4-FFF2-40B4-BE49-F238E27FC236}">
                  <a16:creationId xmlns:a16="http://schemas.microsoft.com/office/drawing/2014/main" id="{42DA223D-E426-453A-B822-64098A704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9991" y="2736438"/>
              <a:ext cx="256560" cy="124572"/>
            </a:xfrm>
            <a:custGeom>
              <a:avLst/>
              <a:gdLst>
                <a:gd name="T0" fmla="*/ 47 w 173"/>
                <a:gd name="T1" fmla="*/ 84 h 84"/>
                <a:gd name="T2" fmla="*/ 38 w 173"/>
                <a:gd name="T3" fmla="*/ 84 h 84"/>
                <a:gd name="T4" fmla="*/ 31 w 173"/>
                <a:gd name="T5" fmla="*/ 82 h 84"/>
                <a:gd name="T6" fmla="*/ 20 w 173"/>
                <a:gd name="T7" fmla="*/ 82 h 84"/>
                <a:gd name="T8" fmla="*/ 5 w 173"/>
                <a:gd name="T9" fmla="*/ 78 h 84"/>
                <a:gd name="T10" fmla="*/ 18 w 173"/>
                <a:gd name="T11" fmla="*/ 65 h 84"/>
                <a:gd name="T12" fmla="*/ 22 w 173"/>
                <a:gd name="T13" fmla="*/ 67 h 84"/>
                <a:gd name="T14" fmla="*/ 25 w 173"/>
                <a:gd name="T15" fmla="*/ 65 h 84"/>
                <a:gd name="T16" fmla="*/ 29 w 173"/>
                <a:gd name="T17" fmla="*/ 63 h 84"/>
                <a:gd name="T18" fmla="*/ 38 w 173"/>
                <a:gd name="T19" fmla="*/ 65 h 84"/>
                <a:gd name="T20" fmla="*/ 51 w 173"/>
                <a:gd name="T21" fmla="*/ 51 h 84"/>
                <a:gd name="T22" fmla="*/ 45 w 173"/>
                <a:gd name="T23" fmla="*/ 47 h 84"/>
                <a:gd name="T24" fmla="*/ 35 w 173"/>
                <a:gd name="T25" fmla="*/ 42 h 84"/>
                <a:gd name="T26" fmla="*/ 31 w 173"/>
                <a:gd name="T27" fmla="*/ 36 h 84"/>
                <a:gd name="T28" fmla="*/ 24 w 173"/>
                <a:gd name="T29" fmla="*/ 38 h 84"/>
                <a:gd name="T30" fmla="*/ 16 w 173"/>
                <a:gd name="T31" fmla="*/ 33 h 84"/>
                <a:gd name="T32" fmla="*/ 22 w 173"/>
                <a:gd name="T33" fmla="*/ 29 h 84"/>
                <a:gd name="T34" fmla="*/ 29 w 173"/>
                <a:gd name="T35" fmla="*/ 18 h 84"/>
                <a:gd name="T36" fmla="*/ 20 w 173"/>
                <a:gd name="T37" fmla="*/ 18 h 84"/>
                <a:gd name="T38" fmla="*/ 33 w 173"/>
                <a:gd name="T39" fmla="*/ 7 h 84"/>
                <a:gd name="T40" fmla="*/ 55 w 173"/>
                <a:gd name="T41" fmla="*/ 12 h 84"/>
                <a:gd name="T42" fmla="*/ 62 w 173"/>
                <a:gd name="T43" fmla="*/ 16 h 84"/>
                <a:gd name="T44" fmla="*/ 67 w 173"/>
                <a:gd name="T45" fmla="*/ 11 h 84"/>
                <a:gd name="T46" fmla="*/ 73 w 173"/>
                <a:gd name="T47" fmla="*/ 5 h 84"/>
                <a:gd name="T48" fmla="*/ 82 w 173"/>
                <a:gd name="T49" fmla="*/ 2 h 84"/>
                <a:gd name="T50" fmla="*/ 89 w 173"/>
                <a:gd name="T51" fmla="*/ 7 h 84"/>
                <a:gd name="T52" fmla="*/ 96 w 173"/>
                <a:gd name="T53" fmla="*/ 9 h 84"/>
                <a:gd name="T54" fmla="*/ 109 w 173"/>
                <a:gd name="T55" fmla="*/ 2 h 84"/>
                <a:gd name="T56" fmla="*/ 133 w 173"/>
                <a:gd name="T57" fmla="*/ 0 h 84"/>
                <a:gd name="T58" fmla="*/ 146 w 173"/>
                <a:gd name="T59" fmla="*/ 2 h 84"/>
                <a:gd name="T60" fmla="*/ 158 w 173"/>
                <a:gd name="T61" fmla="*/ 9 h 84"/>
                <a:gd name="T62" fmla="*/ 173 w 173"/>
                <a:gd name="T63" fmla="*/ 14 h 84"/>
                <a:gd name="T64" fmla="*/ 157 w 173"/>
                <a:gd name="T65" fmla="*/ 25 h 84"/>
                <a:gd name="T66" fmla="*/ 146 w 173"/>
                <a:gd name="T67" fmla="*/ 33 h 84"/>
                <a:gd name="T68" fmla="*/ 142 w 173"/>
                <a:gd name="T69" fmla="*/ 38 h 84"/>
                <a:gd name="T70" fmla="*/ 122 w 173"/>
                <a:gd name="T71" fmla="*/ 43 h 84"/>
                <a:gd name="T72" fmla="*/ 115 w 173"/>
                <a:gd name="T73" fmla="*/ 53 h 84"/>
                <a:gd name="T74" fmla="*/ 113 w 173"/>
                <a:gd name="T75" fmla="*/ 62 h 84"/>
                <a:gd name="T76" fmla="*/ 98 w 173"/>
                <a:gd name="T77" fmla="*/ 65 h 84"/>
                <a:gd name="T78" fmla="*/ 91 w 173"/>
                <a:gd name="T79" fmla="*/ 71 h 84"/>
                <a:gd name="T80" fmla="*/ 86 w 173"/>
                <a:gd name="T81" fmla="*/ 62 h 84"/>
                <a:gd name="T82" fmla="*/ 76 w 173"/>
                <a:gd name="T83" fmla="*/ 67 h 84"/>
                <a:gd name="T84" fmla="*/ 69 w 173"/>
                <a:gd name="T85" fmla="*/ 74 h 84"/>
                <a:gd name="T86" fmla="*/ 58 w 173"/>
                <a:gd name="T87" fmla="*/ 82 h 84"/>
                <a:gd name="T88" fmla="*/ 146 w 173"/>
                <a:gd name="T89" fmla="*/ 5 h 84"/>
                <a:gd name="T90" fmla="*/ 137 w 173"/>
                <a:gd name="T91" fmla="*/ 16 h 84"/>
                <a:gd name="T92" fmla="*/ 118 w 173"/>
                <a:gd name="T93" fmla="*/ 9 h 84"/>
                <a:gd name="T94" fmla="*/ 137 w 173"/>
                <a:gd name="T95" fmla="*/ 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" h="84">
                  <a:moveTo>
                    <a:pt x="58" y="82"/>
                  </a:moveTo>
                  <a:lnTo>
                    <a:pt x="58" y="82"/>
                  </a:lnTo>
                  <a:lnTo>
                    <a:pt x="53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0"/>
                  </a:lnTo>
                  <a:lnTo>
                    <a:pt x="27" y="80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6" y="78"/>
                  </a:lnTo>
                  <a:lnTo>
                    <a:pt x="5" y="78"/>
                  </a:lnTo>
                  <a:lnTo>
                    <a:pt x="0" y="71"/>
                  </a:lnTo>
                  <a:lnTo>
                    <a:pt x="9" y="67"/>
                  </a:lnTo>
                  <a:lnTo>
                    <a:pt x="14" y="71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69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1" y="63"/>
                  </a:lnTo>
                  <a:lnTo>
                    <a:pt x="38" y="65"/>
                  </a:lnTo>
                  <a:lnTo>
                    <a:pt x="38" y="65"/>
                  </a:lnTo>
                  <a:lnTo>
                    <a:pt x="42" y="63"/>
                  </a:lnTo>
                  <a:lnTo>
                    <a:pt x="45" y="58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1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0" y="43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1" y="42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6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4" y="12"/>
                  </a:lnTo>
                  <a:lnTo>
                    <a:pt x="29" y="9"/>
                  </a:lnTo>
                  <a:lnTo>
                    <a:pt x="33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55" y="12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2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9" y="7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4" y="3"/>
                  </a:lnTo>
                  <a:lnTo>
                    <a:pt x="86" y="5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3" y="9"/>
                  </a:lnTo>
                  <a:lnTo>
                    <a:pt x="93" y="9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100" y="7"/>
                  </a:lnTo>
                  <a:lnTo>
                    <a:pt x="106" y="5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22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53" y="3"/>
                  </a:lnTo>
                  <a:lnTo>
                    <a:pt x="157" y="7"/>
                  </a:lnTo>
                  <a:lnTo>
                    <a:pt x="157" y="7"/>
                  </a:lnTo>
                  <a:lnTo>
                    <a:pt x="158" y="9"/>
                  </a:lnTo>
                  <a:lnTo>
                    <a:pt x="162" y="9"/>
                  </a:lnTo>
                  <a:lnTo>
                    <a:pt x="166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68" y="18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7" y="25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9" y="31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40"/>
                  </a:lnTo>
                  <a:lnTo>
                    <a:pt x="138" y="42"/>
                  </a:lnTo>
                  <a:lnTo>
                    <a:pt x="131" y="42"/>
                  </a:lnTo>
                  <a:lnTo>
                    <a:pt x="122" y="43"/>
                  </a:lnTo>
                  <a:lnTo>
                    <a:pt x="118" y="45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5" y="53"/>
                  </a:lnTo>
                  <a:lnTo>
                    <a:pt x="115" y="56"/>
                  </a:lnTo>
                  <a:lnTo>
                    <a:pt x="115" y="60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09" y="63"/>
                  </a:lnTo>
                  <a:lnTo>
                    <a:pt x="106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1" y="71"/>
                  </a:lnTo>
                  <a:lnTo>
                    <a:pt x="91" y="71"/>
                  </a:lnTo>
                  <a:lnTo>
                    <a:pt x="89" y="69"/>
                  </a:lnTo>
                  <a:lnTo>
                    <a:pt x="87" y="65"/>
                  </a:lnTo>
                  <a:lnTo>
                    <a:pt x="87" y="63"/>
                  </a:lnTo>
                  <a:lnTo>
                    <a:pt x="86" y="62"/>
                  </a:lnTo>
                  <a:lnTo>
                    <a:pt x="86" y="62"/>
                  </a:lnTo>
                  <a:lnTo>
                    <a:pt x="82" y="62"/>
                  </a:lnTo>
                  <a:lnTo>
                    <a:pt x="80" y="63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3" y="71"/>
                  </a:lnTo>
                  <a:lnTo>
                    <a:pt x="69" y="74"/>
                  </a:lnTo>
                  <a:lnTo>
                    <a:pt x="69" y="74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58" y="82"/>
                  </a:lnTo>
                  <a:lnTo>
                    <a:pt x="58" y="82"/>
                  </a:lnTo>
                  <a:close/>
                  <a:moveTo>
                    <a:pt x="140" y="2"/>
                  </a:moveTo>
                  <a:lnTo>
                    <a:pt x="140" y="2"/>
                  </a:lnTo>
                  <a:lnTo>
                    <a:pt x="144" y="3"/>
                  </a:lnTo>
                  <a:lnTo>
                    <a:pt x="146" y="5"/>
                  </a:lnTo>
                  <a:lnTo>
                    <a:pt x="144" y="9"/>
                  </a:lnTo>
                  <a:lnTo>
                    <a:pt x="138" y="14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29" y="18"/>
                  </a:lnTo>
                  <a:lnTo>
                    <a:pt x="122" y="16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27" y="9"/>
                  </a:lnTo>
                  <a:lnTo>
                    <a:pt x="137" y="7"/>
                  </a:lnTo>
                  <a:lnTo>
                    <a:pt x="137" y="7"/>
                  </a:lnTo>
                  <a:lnTo>
                    <a:pt x="137" y="5"/>
                  </a:lnTo>
                  <a:lnTo>
                    <a:pt x="138" y="3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5F9B8E78-E7B9-4FF5-BC07-56E14BA1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8313" y="3144265"/>
              <a:ext cx="62286" cy="50422"/>
            </a:xfrm>
            <a:custGeom>
              <a:avLst/>
              <a:gdLst>
                <a:gd name="T0" fmla="*/ 40 w 42"/>
                <a:gd name="T1" fmla="*/ 33 h 34"/>
                <a:gd name="T2" fmla="*/ 40 w 42"/>
                <a:gd name="T3" fmla="*/ 33 h 34"/>
                <a:gd name="T4" fmla="*/ 37 w 42"/>
                <a:gd name="T5" fmla="*/ 27 h 34"/>
                <a:gd name="T6" fmla="*/ 31 w 42"/>
                <a:gd name="T7" fmla="*/ 20 h 34"/>
                <a:gd name="T8" fmla="*/ 31 w 42"/>
                <a:gd name="T9" fmla="*/ 20 h 34"/>
                <a:gd name="T10" fmla="*/ 33 w 42"/>
                <a:gd name="T11" fmla="*/ 18 h 34"/>
                <a:gd name="T12" fmla="*/ 33 w 42"/>
                <a:gd name="T13" fmla="*/ 16 h 34"/>
                <a:gd name="T14" fmla="*/ 33 w 42"/>
                <a:gd name="T15" fmla="*/ 9 h 34"/>
                <a:gd name="T16" fmla="*/ 33 w 42"/>
                <a:gd name="T17" fmla="*/ 9 h 34"/>
                <a:gd name="T18" fmla="*/ 40 w 42"/>
                <a:gd name="T19" fmla="*/ 9 h 34"/>
                <a:gd name="T20" fmla="*/ 42 w 42"/>
                <a:gd name="T21" fmla="*/ 9 h 34"/>
                <a:gd name="T22" fmla="*/ 42 w 42"/>
                <a:gd name="T23" fmla="*/ 7 h 34"/>
                <a:gd name="T24" fmla="*/ 37 w 42"/>
                <a:gd name="T25" fmla="*/ 0 h 34"/>
                <a:gd name="T26" fmla="*/ 37 w 42"/>
                <a:gd name="T27" fmla="*/ 0 h 34"/>
                <a:gd name="T28" fmla="*/ 33 w 42"/>
                <a:gd name="T29" fmla="*/ 0 h 34"/>
                <a:gd name="T30" fmla="*/ 28 w 42"/>
                <a:gd name="T31" fmla="*/ 0 h 34"/>
                <a:gd name="T32" fmla="*/ 28 w 42"/>
                <a:gd name="T33" fmla="*/ 0 h 34"/>
                <a:gd name="T34" fmla="*/ 24 w 42"/>
                <a:gd name="T35" fmla="*/ 0 h 34"/>
                <a:gd name="T36" fmla="*/ 22 w 42"/>
                <a:gd name="T37" fmla="*/ 3 h 34"/>
                <a:gd name="T38" fmla="*/ 15 w 42"/>
                <a:gd name="T39" fmla="*/ 11 h 34"/>
                <a:gd name="T40" fmla="*/ 15 w 42"/>
                <a:gd name="T41" fmla="*/ 11 h 34"/>
                <a:gd name="T42" fmla="*/ 7 w 42"/>
                <a:gd name="T43" fmla="*/ 20 h 34"/>
                <a:gd name="T44" fmla="*/ 0 w 42"/>
                <a:gd name="T45" fmla="*/ 23 h 34"/>
                <a:gd name="T46" fmla="*/ 24 w 42"/>
                <a:gd name="T47" fmla="*/ 27 h 34"/>
                <a:gd name="T48" fmla="*/ 26 w 42"/>
                <a:gd name="T49" fmla="*/ 34 h 34"/>
                <a:gd name="T50" fmla="*/ 40 w 42"/>
                <a:gd name="T5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33"/>
                  </a:moveTo>
                  <a:lnTo>
                    <a:pt x="40" y="33"/>
                  </a:lnTo>
                  <a:lnTo>
                    <a:pt x="37" y="27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3" y="18"/>
                  </a:lnTo>
                  <a:lnTo>
                    <a:pt x="33" y="16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40" y="9"/>
                  </a:lnTo>
                  <a:lnTo>
                    <a:pt x="42" y="9"/>
                  </a:lnTo>
                  <a:lnTo>
                    <a:pt x="42" y="7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2" y="3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7" y="20"/>
                  </a:lnTo>
                  <a:lnTo>
                    <a:pt x="0" y="23"/>
                  </a:lnTo>
                  <a:lnTo>
                    <a:pt x="24" y="27"/>
                  </a:lnTo>
                  <a:lnTo>
                    <a:pt x="26" y="34"/>
                  </a:lnTo>
                  <a:lnTo>
                    <a:pt x="4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8" name="Freeform 251">
              <a:extLst>
                <a:ext uri="{FF2B5EF4-FFF2-40B4-BE49-F238E27FC236}">
                  <a16:creationId xmlns:a16="http://schemas.microsoft.com/office/drawing/2014/main" id="{34E16C5C-1AA3-4EF9-846F-63BDC0632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8025" y="3916909"/>
              <a:ext cx="204655" cy="269907"/>
            </a:xfrm>
            <a:custGeom>
              <a:avLst/>
              <a:gdLst>
                <a:gd name="T0" fmla="*/ 5 w 138"/>
                <a:gd name="T1" fmla="*/ 109 h 182"/>
                <a:gd name="T2" fmla="*/ 12 w 138"/>
                <a:gd name="T3" fmla="*/ 105 h 182"/>
                <a:gd name="T4" fmla="*/ 5 w 138"/>
                <a:gd name="T5" fmla="*/ 127 h 182"/>
                <a:gd name="T6" fmla="*/ 60 w 138"/>
                <a:gd name="T7" fmla="*/ 155 h 182"/>
                <a:gd name="T8" fmla="*/ 60 w 138"/>
                <a:gd name="T9" fmla="*/ 166 h 182"/>
                <a:gd name="T10" fmla="*/ 63 w 138"/>
                <a:gd name="T11" fmla="*/ 167 h 182"/>
                <a:gd name="T12" fmla="*/ 85 w 138"/>
                <a:gd name="T13" fmla="*/ 182 h 182"/>
                <a:gd name="T14" fmla="*/ 85 w 138"/>
                <a:gd name="T15" fmla="*/ 169 h 182"/>
                <a:gd name="T16" fmla="*/ 91 w 138"/>
                <a:gd name="T17" fmla="*/ 162 h 182"/>
                <a:gd name="T18" fmla="*/ 93 w 138"/>
                <a:gd name="T19" fmla="*/ 157 h 182"/>
                <a:gd name="T20" fmla="*/ 105 w 138"/>
                <a:gd name="T21" fmla="*/ 151 h 182"/>
                <a:gd name="T22" fmla="*/ 109 w 138"/>
                <a:gd name="T23" fmla="*/ 140 h 182"/>
                <a:gd name="T24" fmla="*/ 113 w 138"/>
                <a:gd name="T25" fmla="*/ 136 h 182"/>
                <a:gd name="T26" fmla="*/ 120 w 138"/>
                <a:gd name="T27" fmla="*/ 135 h 182"/>
                <a:gd name="T28" fmla="*/ 120 w 138"/>
                <a:gd name="T29" fmla="*/ 126 h 182"/>
                <a:gd name="T30" fmla="*/ 127 w 138"/>
                <a:gd name="T31" fmla="*/ 118 h 182"/>
                <a:gd name="T32" fmla="*/ 129 w 138"/>
                <a:gd name="T33" fmla="*/ 107 h 182"/>
                <a:gd name="T34" fmla="*/ 129 w 138"/>
                <a:gd name="T35" fmla="*/ 25 h 182"/>
                <a:gd name="T36" fmla="*/ 131 w 138"/>
                <a:gd name="T37" fmla="*/ 5 h 182"/>
                <a:gd name="T38" fmla="*/ 120 w 138"/>
                <a:gd name="T39" fmla="*/ 5 h 182"/>
                <a:gd name="T40" fmla="*/ 116 w 138"/>
                <a:gd name="T41" fmla="*/ 0 h 182"/>
                <a:gd name="T42" fmla="*/ 109 w 138"/>
                <a:gd name="T43" fmla="*/ 5 h 182"/>
                <a:gd name="T44" fmla="*/ 104 w 138"/>
                <a:gd name="T45" fmla="*/ 3 h 182"/>
                <a:gd name="T46" fmla="*/ 100 w 138"/>
                <a:gd name="T47" fmla="*/ 11 h 182"/>
                <a:gd name="T48" fmla="*/ 85 w 138"/>
                <a:gd name="T49" fmla="*/ 11 h 182"/>
                <a:gd name="T50" fmla="*/ 78 w 138"/>
                <a:gd name="T51" fmla="*/ 7 h 182"/>
                <a:gd name="T52" fmla="*/ 69 w 138"/>
                <a:gd name="T53" fmla="*/ 7 h 182"/>
                <a:gd name="T54" fmla="*/ 58 w 138"/>
                <a:gd name="T55" fmla="*/ 7 h 182"/>
                <a:gd name="T56" fmla="*/ 51 w 138"/>
                <a:gd name="T57" fmla="*/ 7 h 182"/>
                <a:gd name="T58" fmla="*/ 34 w 138"/>
                <a:gd name="T59" fmla="*/ 7 h 182"/>
                <a:gd name="T60" fmla="*/ 18 w 138"/>
                <a:gd name="T61" fmla="*/ 2 h 182"/>
                <a:gd name="T62" fmla="*/ 0 w 138"/>
                <a:gd name="T63" fmla="*/ 7 h 182"/>
                <a:gd name="T64" fmla="*/ 3 w 138"/>
                <a:gd name="T65" fmla="*/ 16 h 182"/>
                <a:gd name="T66" fmla="*/ 7 w 138"/>
                <a:gd name="T67" fmla="*/ 18 h 182"/>
                <a:gd name="T68" fmla="*/ 9 w 138"/>
                <a:gd name="T69" fmla="*/ 22 h 182"/>
                <a:gd name="T70" fmla="*/ 7 w 138"/>
                <a:gd name="T71" fmla="*/ 29 h 182"/>
                <a:gd name="T72" fmla="*/ 9 w 138"/>
                <a:gd name="T73" fmla="*/ 42 h 182"/>
                <a:gd name="T74" fmla="*/ 12 w 138"/>
                <a:gd name="T75" fmla="*/ 51 h 182"/>
                <a:gd name="T76" fmla="*/ 11 w 138"/>
                <a:gd name="T77" fmla="*/ 60 h 182"/>
                <a:gd name="T78" fmla="*/ 5 w 138"/>
                <a:gd name="T79" fmla="*/ 64 h 182"/>
                <a:gd name="T80" fmla="*/ 5 w 138"/>
                <a:gd name="T81" fmla="*/ 75 h 182"/>
                <a:gd name="T82" fmla="*/ 1 w 138"/>
                <a:gd name="T83" fmla="*/ 80 h 182"/>
                <a:gd name="T84" fmla="*/ 3 w 138"/>
                <a:gd name="T85" fmla="*/ 93 h 182"/>
                <a:gd name="T86" fmla="*/ 3 w 138"/>
                <a:gd name="T87" fmla="*/ 96 h 182"/>
                <a:gd name="T88" fmla="*/ 1 w 138"/>
                <a:gd name="T89" fmla="*/ 107 h 182"/>
                <a:gd name="T90" fmla="*/ 34 w 138"/>
                <a:gd name="T91" fmla="*/ 11 h 182"/>
                <a:gd name="T92" fmla="*/ 36 w 138"/>
                <a:gd name="T93" fmla="*/ 33 h 182"/>
                <a:gd name="T94" fmla="*/ 45 w 138"/>
                <a:gd name="T95" fmla="*/ 45 h 182"/>
                <a:gd name="T96" fmla="*/ 38 w 138"/>
                <a:gd name="T97" fmla="*/ 44 h 182"/>
                <a:gd name="T98" fmla="*/ 29 w 138"/>
                <a:gd name="T99" fmla="*/ 31 h 182"/>
                <a:gd name="T100" fmla="*/ 34 w 138"/>
                <a:gd name="T101" fmla="*/ 1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" h="182">
                  <a:moveTo>
                    <a:pt x="1" y="109"/>
                  </a:moveTo>
                  <a:lnTo>
                    <a:pt x="1" y="109"/>
                  </a:lnTo>
                  <a:lnTo>
                    <a:pt x="5" y="109"/>
                  </a:lnTo>
                  <a:lnTo>
                    <a:pt x="7" y="107"/>
                  </a:lnTo>
                  <a:lnTo>
                    <a:pt x="9" y="105"/>
                  </a:lnTo>
                  <a:lnTo>
                    <a:pt x="12" y="105"/>
                  </a:lnTo>
                  <a:lnTo>
                    <a:pt x="12" y="105"/>
                  </a:lnTo>
                  <a:lnTo>
                    <a:pt x="9" y="116"/>
                  </a:lnTo>
                  <a:lnTo>
                    <a:pt x="5" y="127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60" y="155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7"/>
                  </a:lnTo>
                  <a:lnTo>
                    <a:pt x="67" y="169"/>
                  </a:lnTo>
                  <a:lnTo>
                    <a:pt x="69" y="171"/>
                  </a:lnTo>
                  <a:lnTo>
                    <a:pt x="85" y="182"/>
                  </a:lnTo>
                  <a:lnTo>
                    <a:pt x="85" y="182"/>
                  </a:lnTo>
                  <a:lnTo>
                    <a:pt x="85" y="173"/>
                  </a:lnTo>
                  <a:lnTo>
                    <a:pt x="85" y="169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1" y="158"/>
                  </a:lnTo>
                  <a:lnTo>
                    <a:pt x="93" y="157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7" y="144"/>
                  </a:lnTo>
                  <a:lnTo>
                    <a:pt x="109" y="140"/>
                  </a:lnTo>
                  <a:lnTo>
                    <a:pt x="109" y="138"/>
                  </a:lnTo>
                  <a:lnTo>
                    <a:pt x="109" y="138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8" y="136"/>
                  </a:lnTo>
                  <a:lnTo>
                    <a:pt x="120" y="135"/>
                  </a:lnTo>
                  <a:lnTo>
                    <a:pt x="120" y="135"/>
                  </a:lnTo>
                  <a:lnTo>
                    <a:pt x="120" y="131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4" y="122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9" y="111"/>
                  </a:lnTo>
                  <a:lnTo>
                    <a:pt x="129" y="107"/>
                  </a:lnTo>
                  <a:lnTo>
                    <a:pt x="122" y="96"/>
                  </a:lnTo>
                  <a:lnTo>
                    <a:pt x="120" y="31"/>
                  </a:lnTo>
                  <a:lnTo>
                    <a:pt x="129" y="25"/>
                  </a:lnTo>
                  <a:lnTo>
                    <a:pt x="138" y="3"/>
                  </a:lnTo>
                  <a:lnTo>
                    <a:pt x="138" y="3"/>
                  </a:lnTo>
                  <a:lnTo>
                    <a:pt x="131" y="5"/>
                  </a:lnTo>
                  <a:lnTo>
                    <a:pt x="125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8" y="3"/>
                  </a:lnTo>
                  <a:lnTo>
                    <a:pt x="116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09" y="5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4" y="3"/>
                  </a:lnTo>
                  <a:lnTo>
                    <a:pt x="100" y="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5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8" y="7"/>
                  </a:lnTo>
                  <a:lnTo>
                    <a:pt x="74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4" y="7"/>
                  </a:lnTo>
                  <a:lnTo>
                    <a:pt x="51" y="7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34" y="7"/>
                  </a:lnTo>
                  <a:lnTo>
                    <a:pt x="25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2"/>
                  </a:lnTo>
                  <a:lnTo>
                    <a:pt x="7" y="5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9" y="22"/>
                  </a:lnTo>
                  <a:lnTo>
                    <a:pt x="9" y="24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36"/>
                  </a:lnTo>
                  <a:lnTo>
                    <a:pt x="7" y="38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2" y="45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2"/>
                  </a:lnTo>
                  <a:lnTo>
                    <a:pt x="7" y="62"/>
                  </a:lnTo>
                  <a:lnTo>
                    <a:pt x="5" y="64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3" y="93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3" y="96"/>
                  </a:lnTo>
                  <a:lnTo>
                    <a:pt x="3" y="98"/>
                  </a:lnTo>
                  <a:lnTo>
                    <a:pt x="3" y="100"/>
                  </a:lnTo>
                  <a:lnTo>
                    <a:pt x="1" y="107"/>
                  </a:lnTo>
                  <a:lnTo>
                    <a:pt x="1" y="109"/>
                  </a:lnTo>
                  <a:close/>
                  <a:moveTo>
                    <a:pt x="34" y="11"/>
                  </a:moveTo>
                  <a:lnTo>
                    <a:pt x="34" y="11"/>
                  </a:lnTo>
                  <a:lnTo>
                    <a:pt x="34" y="22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38" y="44"/>
                  </a:lnTo>
                  <a:lnTo>
                    <a:pt x="32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24"/>
                  </a:lnTo>
                  <a:lnTo>
                    <a:pt x="31" y="18"/>
                  </a:lnTo>
                  <a:lnTo>
                    <a:pt x="34" y="11"/>
                  </a:lnTo>
                  <a:lnTo>
                    <a:pt x="3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9562F20E-2DB3-4DCB-A38C-76560920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7973" y="2315265"/>
              <a:ext cx="968403" cy="493841"/>
            </a:xfrm>
            <a:custGeom>
              <a:avLst/>
              <a:gdLst>
                <a:gd name="T0" fmla="*/ 192 w 653"/>
                <a:gd name="T1" fmla="*/ 229 h 333"/>
                <a:gd name="T2" fmla="*/ 212 w 653"/>
                <a:gd name="T3" fmla="*/ 207 h 333"/>
                <a:gd name="T4" fmla="*/ 226 w 653"/>
                <a:gd name="T5" fmla="*/ 207 h 333"/>
                <a:gd name="T6" fmla="*/ 232 w 653"/>
                <a:gd name="T7" fmla="*/ 251 h 333"/>
                <a:gd name="T8" fmla="*/ 233 w 653"/>
                <a:gd name="T9" fmla="*/ 262 h 333"/>
                <a:gd name="T10" fmla="*/ 252 w 653"/>
                <a:gd name="T11" fmla="*/ 293 h 333"/>
                <a:gd name="T12" fmla="*/ 292 w 653"/>
                <a:gd name="T13" fmla="*/ 304 h 333"/>
                <a:gd name="T14" fmla="*/ 294 w 653"/>
                <a:gd name="T15" fmla="*/ 317 h 333"/>
                <a:gd name="T16" fmla="*/ 323 w 653"/>
                <a:gd name="T17" fmla="*/ 324 h 333"/>
                <a:gd name="T18" fmla="*/ 330 w 653"/>
                <a:gd name="T19" fmla="*/ 324 h 333"/>
                <a:gd name="T20" fmla="*/ 352 w 653"/>
                <a:gd name="T21" fmla="*/ 309 h 333"/>
                <a:gd name="T22" fmla="*/ 385 w 653"/>
                <a:gd name="T23" fmla="*/ 291 h 333"/>
                <a:gd name="T24" fmla="*/ 416 w 653"/>
                <a:gd name="T25" fmla="*/ 296 h 333"/>
                <a:gd name="T26" fmla="*/ 434 w 653"/>
                <a:gd name="T27" fmla="*/ 286 h 333"/>
                <a:gd name="T28" fmla="*/ 452 w 653"/>
                <a:gd name="T29" fmla="*/ 291 h 333"/>
                <a:gd name="T30" fmla="*/ 498 w 653"/>
                <a:gd name="T31" fmla="*/ 286 h 333"/>
                <a:gd name="T32" fmla="*/ 529 w 653"/>
                <a:gd name="T33" fmla="*/ 265 h 333"/>
                <a:gd name="T34" fmla="*/ 561 w 653"/>
                <a:gd name="T35" fmla="*/ 207 h 333"/>
                <a:gd name="T36" fmla="*/ 627 w 653"/>
                <a:gd name="T37" fmla="*/ 153 h 333"/>
                <a:gd name="T38" fmla="*/ 567 w 653"/>
                <a:gd name="T39" fmla="*/ 134 h 333"/>
                <a:gd name="T40" fmla="*/ 520 w 653"/>
                <a:gd name="T41" fmla="*/ 98 h 333"/>
                <a:gd name="T42" fmla="*/ 467 w 653"/>
                <a:gd name="T43" fmla="*/ 12 h 333"/>
                <a:gd name="T44" fmla="*/ 397 w 653"/>
                <a:gd name="T45" fmla="*/ 23 h 333"/>
                <a:gd name="T46" fmla="*/ 352 w 653"/>
                <a:gd name="T47" fmla="*/ 10 h 333"/>
                <a:gd name="T48" fmla="*/ 261 w 653"/>
                <a:gd name="T49" fmla="*/ 21 h 333"/>
                <a:gd name="T50" fmla="*/ 206 w 653"/>
                <a:gd name="T51" fmla="*/ 56 h 333"/>
                <a:gd name="T52" fmla="*/ 223 w 653"/>
                <a:gd name="T53" fmla="*/ 102 h 333"/>
                <a:gd name="T54" fmla="*/ 192 w 653"/>
                <a:gd name="T55" fmla="*/ 96 h 333"/>
                <a:gd name="T56" fmla="*/ 168 w 653"/>
                <a:gd name="T57" fmla="*/ 96 h 333"/>
                <a:gd name="T58" fmla="*/ 141 w 653"/>
                <a:gd name="T59" fmla="*/ 100 h 333"/>
                <a:gd name="T60" fmla="*/ 133 w 653"/>
                <a:gd name="T61" fmla="*/ 98 h 333"/>
                <a:gd name="T62" fmla="*/ 110 w 653"/>
                <a:gd name="T63" fmla="*/ 83 h 333"/>
                <a:gd name="T64" fmla="*/ 90 w 653"/>
                <a:gd name="T65" fmla="*/ 69 h 333"/>
                <a:gd name="T66" fmla="*/ 71 w 653"/>
                <a:gd name="T67" fmla="*/ 76 h 333"/>
                <a:gd name="T68" fmla="*/ 40 w 653"/>
                <a:gd name="T69" fmla="*/ 94 h 333"/>
                <a:gd name="T70" fmla="*/ 31 w 653"/>
                <a:gd name="T71" fmla="*/ 122 h 333"/>
                <a:gd name="T72" fmla="*/ 11 w 653"/>
                <a:gd name="T73" fmla="*/ 120 h 333"/>
                <a:gd name="T74" fmla="*/ 11 w 653"/>
                <a:gd name="T75" fmla="*/ 143 h 333"/>
                <a:gd name="T76" fmla="*/ 9 w 653"/>
                <a:gd name="T77" fmla="*/ 169 h 333"/>
                <a:gd name="T78" fmla="*/ 24 w 653"/>
                <a:gd name="T79" fmla="*/ 198 h 333"/>
                <a:gd name="T80" fmla="*/ 35 w 653"/>
                <a:gd name="T81" fmla="*/ 211 h 333"/>
                <a:gd name="T82" fmla="*/ 59 w 653"/>
                <a:gd name="T83" fmla="*/ 198 h 333"/>
                <a:gd name="T84" fmla="*/ 99 w 653"/>
                <a:gd name="T85" fmla="*/ 205 h 333"/>
                <a:gd name="T86" fmla="*/ 110 w 653"/>
                <a:gd name="T87" fmla="*/ 224 h 333"/>
                <a:gd name="T88" fmla="*/ 113 w 653"/>
                <a:gd name="T89" fmla="*/ 245 h 333"/>
                <a:gd name="T90" fmla="*/ 102 w 653"/>
                <a:gd name="T91" fmla="*/ 242 h 333"/>
                <a:gd name="T92" fmla="*/ 82 w 653"/>
                <a:gd name="T93" fmla="*/ 247 h 333"/>
                <a:gd name="T94" fmla="*/ 73 w 653"/>
                <a:gd name="T95" fmla="*/ 260 h 333"/>
                <a:gd name="T96" fmla="*/ 69 w 653"/>
                <a:gd name="T97" fmla="*/ 284 h 333"/>
                <a:gd name="T98" fmla="*/ 90 w 653"/>
                <a:gd name="T99" fmla="*/ 309 h 333"/>
                <a:gd name="T100" fmla="*/ 126 w 653"/>
                <a:gd name="T101" fmla="*/ 313 h 333"/>
                <a:gd name="T102" fmla="*/ 168 w 653"/>
                <a:gd name="T103" fmla="*/ 233 h 333"/>
                <a:gd name="T104" fmla="*/ 95 w 653"/>
                <a:gd name="T105" fmla="*/ 264 h 333"/>
                <a:gd name="T106" fmla="*/ 97 w 653"/>
                <a:gd name="T107" fmla="*/ 255 h 333"/>
                <a:gd name="T108" fmla="*/ 518 w 653"/>
                <a:gd name="T109" fmla="*/ 198 h 333"/>
                <a:gd name="T110" fmla="*/ 463 w 653"/>
                <a:gd name="T111" fmla="*/ 198 h 333"/>
                <a:gd name="T112" fmla="*/ 443 w 653"/>
                <a:gd name="T113" fmla="*/ 218 h 333"/>
                <a:gd name="T114" fmla="*/ 421 w 653"/>
                <a:gd name="T115" fmla="*/ 238 h 333"/>
                <a:gd name="T116" fmla="*/ 421 w 653"/>
                <a:gd name="T117" fmla="*/ 245 h 333"/>
                <a:gd name="T118" fmla="*/ 421 w 653"/>
                <a:gd name="T119" fmla="*/ 211 h 333"/>
                <a:gd name="T120" fmla="*/ 441 w 653"/>
                <a:gd name="T121" fmla="*/ 196 h 333"/>
                <a:gd name="T122" fmla="*/ 500 w 653"/>
                <a:gd name="T123" fmla="*/ 19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3" h="333">
                  <a:moveTo>
                    <a:pt x="182" y="233"/>
                  </a:moveTo>
                  <a:lnTo>
                    <a:pt x="182" y="233"/>
                  </a:lnTo>
                  <a:lnTo>
                    <a:pt x="184" y="227"/>
                  </a:lnTo>
                  <a:lnTo>
                    <a:pt x="190" y="227"/>
                  </a:lnTo>
                  <a:lnTo>
                    <a:pt x="190" y="227"/>
                  </a:lnTo>
                  <a:lnTo>
                    <a:pt x="188" y="227"/>
                  </a:lnTo>
                  <a:lnTo>
                    <a:pt x="190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2" y="229"/>
                  </a:lnTo>
                  <a:lnTo>
                    <a:pt x="192" y="231"/>
                  </a:lnTo>
                  <a:lnTo>
                    <a:pt x="195" y="233"/>
                  </a:lnTo>
                  <a:lnTo>
                    <a:pt x="195" y="233"/>
                  </a:lnTo>
                  <a:lnTo>
                    <a:pt x="199" y="225"/>
                  </a:lnTo>
                  <a:lnTo>
                    <a:pt x="201" y="222"/>
                  </a:lnTo>
                  <a:lnTo>
                    <a:pt x="213" y="214"/>
                  </a:lnTo>
                  <a:lnTo>
                    <a:pt x="213" y="214"/>
                  </a:lnTo>
                  <a:lnTo>
                    <a:pt x="212" y="213"/>
                  </a:lnTo>
                  <a:lnTo>
                    <a:pt x="212" y="209"/>
                  </a:lnTo>
                  <a:lnTo>
                    <a:pt x="212" y="207"/>
                  </a:lnTo>
                  <a:lnTo>
                    <a:pt x="212" y="207"/>
                  </a:lnTo>
                  <a:lnTo>
                    <a:pt x="213" y="207"/>
                  </a:lnTo>
                  <a:lnTo>
                    <a:pt x="217" y="209"/>
                  </a:lnTo>
                  <a:lnTo>
                    <a:pt x="224" y="211"/>
                  </a:lnTo>
                  <a:lnTo>
                    <a:pt x="224" y="211"/>
                  </a:lnTo>
                  <a:lnTo>
                    <a:pt x="224" y="207"/>
                  </a:lnTo>
                  <a:lnTo>
                    <a:pt x="226" y="205"/>
                  </a:lnTo>
                  <a:lnTo>
                    <a:pt x="226" y="205"/>
                  </a:lnTo>
                  <a:lnTo>
                    <a:pt x="224" y="207"/>
                  </a:lnTo>
                  <a:lnTo>
                    <a:pt x="226" y="207"/>
                  </a:lnTo>
                  <a:lnTo>
                    <a:pt x="232" y="207"/>
                  </a:lnTo>
                  <a:lnTo>
                    <a:pt x="232" y="207"/>
                  </a:lnTo>
                  <a:lnTo>
                    <a:pt x="226" y="218"/>
                  </a:lnTo>
                  <a:lnTo>
                    <a:pt x="223" y="229"/>
                  </a:lnTo>
                  <a:lnTo>
                    <a:pt x="221" y="235"/>
                  </a:lnTo>
                  <a:lnTo>
                    <a:pt x="223" y="240"/>
                  </a:lnTo>
                  <a:lnTo>
                    <a:pt x="224" y="245"/>
                  </a:lnTo>
                  <a:lnTo>
                    <a:pt x="228" y="249"/>
                  </a:lnTo>
                  <a:lnTo>
                    <a:pt x="228" y="249"/>
                  </a:lnTo>
                  <a:lnTo>
                    <a:pt x="232" y="251"/>
                  </a:lnTo>
                  <a:lnTo>
                    <a:pt x="235" y="253"/>
                  </a:lnTo>
                  <a:lnTo>
                    <a:pt x="235" y="253"/>
                  </a:lnTo>
                  <a:lnTo>
                    <a:pt x="232" y="255"/>
                  </a:lnTo>
                  <a:lnTo>
                    <a:pt x="232" y="256"/>
                  </a:lnTo>
                  <a:lnTo>
                    <a:pt x="232" y="260"/>
                  </a:lnTo>
                  <a:lnTo>
                    <a:pt x="232" y="260"/>
                  </a:lnTo>
                  <a:lnTo>
                    <a:pt x="233" y="260"/>
                  </a:lnTo>
                  <a:lnTo>
                    <a:pt x="233" y="260"/>
                  </a:lnTo>
                  <a:lnTo>
                    <a:pt x="233" y="262"/>
                  </a:lnTo>
                  <a:lnTo>
                    <a:pt x="233" y="262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2" y="267"/>
                  </a:lnTo>
                  <a:lnTo>
                    <a:pt x="233" y="273"/>
                  </a:lnTo>
                  <a:lnTo>
                    <a:pt x="233" y="273"/>
                  </a:lnTo>
                  <a:lnTo>
                    <a:pt x="235" y="291"/>
                  </a:lnTo>
                  <a:lnTo>
                    <a:pt x="235" y="291"/>
                  </a:lnTo>
                  <a:lnTo>
                    <a:pt x="241" y="291"/>
                  </a:lnTo>
                  <a:lnTo>
                    <a:pt x="252" y="293"/>
                  </a:lnTo>
                  <a:lnTo>
                    <a:pt x="252" y="293"/>
                  </a:lnTo>
                  <a:lnTo>
                    <a:pt x="263" y="295"/>
                  </a:lnTo>
                  <a:lnTo>
                    <a:pt x="270" y="296"/>
                  </a:lnTo>
                  <a:lnTo>
                    <a:pt x="274" y="293"/>
                  </a:lnTo>
                  <a:lnTo>
                    <a:pt x="274" y="293"/>
                  </a:lnTo>
                  <a:lnTo>
                    <a:pt x="279" y="302"/>
                  </a:lnTo>
                  <a:lnTo>
                    <a:pt x="279" y="302"/>
                  </a:lnTo>
                  <a:lnTo>
                    <a:pt x="283" y="304"/>
                  </a:lnTo>
                  <a:lnTo>
                    <a:pt x="286" y="304"/>
                  </a:lnTo>
                  <a:lnTo>
                    <a:pt x="286" y="304"/>
                  </a:lnTo>
                  <a:lnTo>
                    <a:pt x="292" y="304"/>
                  </a:lnTo>
                  <a:lnTo>
                    <a:pt x="292" y="306"/>
                  </a:lnTo>
                  <a:lnTo>
                    <a:pt x="292" y="307"/>
                  </a:lnTo>
                  <a:lnTo>
                    <a:pt x="292" y="307"/>
                  </a:lnTo>
                  <a:lnTo>
                    <a:pt x="294" y="309"/>
                  </a:lnTo>
                  <a:lnTo>
                    <a:pt x="294" y="309"/>
                  </a:lnTo>
                  <a:lnTo>
                    <a:pt x="295" y="309"/>
                  </a:lnTo>
                  <a:lnTo>
                    <a:pt x="295" y="311"/>
                  </a:lnTo>
                  <a:lnTo>
                    <a:pt x="295" y="311"/>
                  </a:lnTo>
                  <a:lnTo>
                    <a:pt x="294" y="315"/>
                  </a:lnTo>
                  <a:lnTo>
                    <a:pt x="294" y="317"/>
                  </a:lnTo>
                  <a:lnTo>
                    <a:pt x="295" y="318"/>
                  </a:lnTo>
                  <a:lnTo>
                    <a:pt x="295" y="318"/>
                  </a:lnTo>
                  <a:lnTo>
                    <a:pt x="303" y="320"/>
                  </a:lnTo>
                  <a:lnTo>
                    <a:pt x="308" y="322"/>
                  </a:lnTo>
                  <a:lnTo>
                    <a:pt x="310" y="320"/>
                  </a:lnTo>
                  <a:lnTo>
                    <a:pt x="310" y="320"/>
                  </a:lnTo>
                  <a:lnTo>
                    <a:pt x="314" y="320"/>
                  </a:lnTo>
                  <a:lnTo>
                    <a:pt x="317" y="320"/>
                  </a:lnTo>
                  <a:lnTo>
                    <a:pt x="321" y="322"/>
                  </a:lnTo>
                  <a:lnTo>
                    <a:pt x="323" y="324"/>
                  </a:lnTo>
                  <a:lnTo>
                    <a:pt x="323" y="324"/>
                  </a:lnTo>
                  <a:lnTo>
                    <a:pt x="323" y="327"/>
                  </a:lnTo>
                  <a:lnTo>
                    <a:pt x="323" y="329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6" y="331"/>
                  </a:lnTo>
                  <a:lnTo>
                    <a:pt x="328" y="331"/>
                  </a:lnTo>
                  <a:lnTo>
                    <a:pt x="330" y="324"/>
                  </a:lnTo>
                  <a:lnTo>
                    <a:pt x="330" y="324"/>
                  </a:lnTo>
                  <a:lnTo>
                    <a:pt x="339" y="324"/>
                  </a:lnTo>
                  <a:lnTo>
                    <a:pt x="339" y="324"/>
                  </a:lnTo>
                  <a:lnTo>
                    <a:pt x="341" y="318"/>
                  </a:lnTo>
                  <a:lnTo>
                    <a:pt x="343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8" y="311"/>
                  </a:lnTo>
                  <a:lnTo>
                    <a:pt x="352" y="311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4" y="307"/>
                  </a:lnTo>
                  <a:lnTo>
                    <a:pt x="356" y="306"/>
                  </a:lnTo>
                  <a:lnTo>
                    <a:pt x="363" y="306"/>
                  </a:lnTo>
                  <a:lnTo>
                    <a:pt x="363" y="306"/>
                  </a:lnTo>
                  <a:lnTo>
                    <a:pt x="366" y="304"/>
                  </a:lnTo>
                  <a:lnTo>
                    <a:pt x="372" y="302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1" y="293"/>
                  </a:lnTo>
                  <a:lnTo>
                    <a:pt x="385" y="291"/>
                  </a:lnTo>
                  <a:lnTo>
                    <a:pt x="397" y="291"/>
                  </a:lnTo>
                  <a:lnTo>
                    <a:pt x="397" y="291"/>
                  </a:lnTo>
                  <a:lnTo>
                    <a:pt x="401" y="293"/>
                  </a:lnTo>
                  <a:lnTo>
                    <a:pt x="407" y="296"/>
                  </a:lnTo>
                  <a:lnTo>
                    <a:pt x="412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298"/>
                  </a:lnTo>
                  <a:lnTo>
                    <a:pt x="416" y="296"/>
                  </a:lnTo>
                  <a:lnTo>
                    <a:pt x="419" y="295"/>
                  </a:lnTo>
                  <a:lnTo>
                    <a:pt x="419" y="295"/>
                  </a:lnTo>
                  <a:lnTo>
                    <a:pt x="421" y="291"/>
                  </a:lnTo>
                  <a:lnTo>
                    <a:pt x="423" y="289"/>
                  </a:lnTo>
                  <a:lnTo>
                    <a:pt x="425" y="289"/>
                  </a:lnTo>
                  <a:lnTo>
                    <a:pt x="425" y="289"/>
                  </a:lnTo>
                  <a:lnTo>
                    <a:pt x="427" y="289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6" y="287"/>
                  </a:lnTo>
                  <a:lnTo>
                    <a:pt x="438" y="289"/>
                  </a:lnTo>
                  <a:lnTo>
                    <a:pt x="441" y="291"/>
                  </a:lnTo>
                  <a:lnTo>
                    <a:pt x="441" y="291"/>
                  </a:lnTo>
                  <a:lnTo>
                    <a:pt x="443" y="291"/>
                  </a:lnTo>
                  <a:lnTo>
                    <a:pt x="445" y="293"/>
                  </a:lnTo>
                  <a:lnTo>
                    <a:pt x="445" y="293"/>
                  </a:lnTo>
                  <a:lnTo>
                    <a:pt x="448" y="293"/>
                  </a:lnTo>
                  <a:lnTo>
                    <a:pt x="448" y="293"/>
                  </a:lnTo>
                  <a:lnTo>
                    <a:pt x="452" y="291"/>
                  </a:lnTo>
                  <a:lnTo>
                    <a:pt x="458" y="289"/>
                  </a:lnTo>
                  <a:lnTo>
                    <a:pt x="461" y="286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4" y="286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92" y="284"/>
                  </a:lnTo>
                  <a:lnTo>
                    <a:pt x="498" y="286"/>
                  </a:lnTo>
                  <a:lnTo>
                    <a:pt x="498" y="286"/>
                  </a:lnTo>
                  <a:lnTo>
                    <a:pt x="505" y="287"/>
                  </a:lnTo>
                  <a:lnTo>
                    <a:pt x="509" y="291"/>
                  </a:lnTo>
                  <a:lnTo>
                    <a:pt x="509" y="291"/>
                  </a:lnTo>
                  <a:lnTo>
                    <a:pt x="510" y="293"/>
                  </a:lnTo>
                  <a:lnTo>
                    <a:pt x="514" y="293"/>
                  </a:lnTo>
                  <a:lnTo>
                    <a:pt x="518" y="295"/>
                  </a:lnTo>
                  <a:lnTo>
                    <a:pt x="525" y="298"/>
                  </a:lnTo>
                  <a:lnTo>
                    <a:pt x="525" y="286"/>
                  </a:lnTo>
                  <a:lnTo>
                    <a:pt x="532" y="273"/>
                  </a:lnTo>
                  <a:lnTo>
                    <a:pt x="529" y="265"/>
                  </a:lnTo>
                  <a:lnTo>
                    <a:pt x="521" y="258"/>
                  </a:lnTo>
                  <a:lnTo>
                    <a:pt x="518" y="253"/>
                  </a:lnTo>
                  <a:lnTo>
                    <a:pt x="521" y="247"/>
                  </a:lnTo>
                  <a:lnTo>
                    <a:pt x="534" y="245"/>
                  </a:lnTo>
                  <a:lnTo>
                    <a:pt x="547" y="240"/>
                  </a:lnTo>
                  <a:lnTo>
                    <a:pt x="561" y="240"/>
                  </a:lnTo>
                  <a:lnTo>
                    <a:pt x="565" y="235"/>
                  </a:lnTo>
                  <a:lnTo>
                    <a:pt x="560" y="229"/>
                  </a:lnTo>
                  <a:lnTo>
                    <a:pt x="558" y="218"/>
                  </a:lnTo>
                  <a:lnTo>
                    <a:pt x="561" y="207"/>
                  </a:lnTo>
                  <a:lnTo>
                    <a:pt x="567" y="202"/>
                  </a:lnTo>
                  <a:lnTo>
                    <a:pt x="572" y="193"/>
                  </a:lnTo>
                  <a:lnTo>
                    <a:pt x="580" y="187"/>
                  </a:lnTo>
                  <a:lnTo>
                    <a:pt x="589" y="187"/>
                  </a:lnTo>
                  <a:lnTo>
                    <a:pt x="602" y="182"/>
                  </a:lnTo>
                  <a:lnTo>
                    <a:pt x="603" y="174"/>
                  </a:lnTo>
                  <a:lnTo>
                    <a:pt x="605" y="169"/>
                  </a:lnTo>
                  <a:lnTo>
                    <a:pt x="614" y="165"/>
                  </a:lnTo>
                  <a:lnTo>
                    <a:pt x="620" y="158"/>
                  </a:lnTo>
                  <a:lnTo>
                    <a:pt x="627" y="153"/>
                  </a:lnTo>
                  <a:lnTo>
                    <a:pt x="653" y="147"/>
                  </a:lnTo>
                  <a:lnTo>
                    <a:pt x="640" y="143"/>
                  </a:lnTo>
                  <a:lnTo>
                    <a:pt x="634" y="140"/>
                  </a:lnTo>
                  <a:lnTo>
                    <a:pt x="629" y="134"/>
                  </a:lnTo>
                  <a:lnTo>
                    <a:pt x="625" y="127"/>
                  </a:lnTo>
                  <a:lnTo>
                    <a:pt x="618" y="125"/>
                  </a:lnTo>
                  <a:lnTo>
                    <a:pt x="605" y="129"/>
                  </a:lnTo>
                  <a:lnTo>
                    <a:pt x="587" y="138"/>
                  </a:lnTo>
                  <a:lnTo>
                    <a:pt x="576" y="140"/>
                  </a:lnTo>
                  <a:lnTo>
                    <a:pt x="567" y="134"/>
                  </a:lnTo>
                  <a:lnTo>
                    <a:pt x="563" y="129"/>
                  </a:lnTo>
                  <a:lnTo>
                    <a:pt x="560" y="118"/>
                  </a:lnTo>
                  <a:lnTo>
                    <a:pt x="556" y="109"/>
                  </a:lnTo>
                  <a:lnTo>
                    <a:pt x="556" y="109"/>
                  </a:lnTo>
                  <a:lnTo>
                    <a:pt x="551" y="102"/>
                  </a:lnTo>
                  <a:lnTo>
                    <a:pt x="547" y="98"/>
                  </a:lnTo>
                  <a:lnTo>
                    <a:pt x="541" y="96"/>
                  </a:lnTo>
                  <a:lnTo>
                    <a:pt x="525" y="96"/>
                  </a:lnTo>
                  <a:lnTo>
                    <a:pt x="525" y="96"/>
                  </a:lnTo>
                  <a:lnTo>
                    <a:pt x="520" y="98"/>
                  </a:lnTo>
                  <a:lnTo>
                    <a:pt x="510" y="98"/>
                  </a:lnTo>
                  <a:lnTo>
                    <a:pt x="510" y="98"/>
                  </a:lnTo>
                  <a:lnTo>
                    <a:pt x="507" y="96"/>
                  </a:lnTo>
                  <a:lnTo>
                    <a:pt x="503" y="92"/>
                  </a:lnTo>
                  <a:lnTo>
                    <a:pt x="500" y="87"/>
                  </a:lnTo>
                  <a:lnTo>
                    <a:pt x="490" y="69"/>
                  </a:lnTo>
                  <a:lnTo>
                    <a:pt x="478" y="43"/>
                  </a:lnTo>
                  <a:lnTo>
                    <a:pt x="469" y="25"/>
                  </a:lnTo>
                  <a:lnTo>
                    <a:pt x="469" y="16"/>
                  </a:lnTo>
                  <a:lnTo>
                    <a:pt x="467" y="12"/>
                  </a:lnTo>
                  <a:lnTo>
                    <a:pt x="454" y="16"/>
                  </a:lnTo>
                  <a:lnTo>
                    <a:pt x="441" y="21"/>
                  </a:lnTo>
                  <a:lnTo>
                    <a:pt x="425" y="27"/>
                  </a:lnTo>
                  <a:lnTo>
                    <a:pt x="412" y="34"/>
                  </a:lnTo>
                  <a:lnTo>
                    <a:pt x="397" y="32"/>
                  </a:lnTo>
                  <a:lnTo>
                    <a:pt x="397" y="32"/>
                  </a:lnTo>
                  <a:lnTo>
                    <a:pt x="399" y="30"/>
                  </a:lnTo>
                  <a:lnTo>
                    <a:pt x="397" y="27"/>
                  </a:lnTo>
                  <a:lnTo>
                    <a:pt x="397" y="27"/>
                  </a:lnTo>
                  <a:lnTo>
                    <a:pt x="397" y="23"/>
                  </a:lnTo>
                  <a:lnTo>
                    <a:pt x="396" y="23"/>
                  </a:lnTo>
                  <a:lnTo>
                    <a:pt x="394" y="23"/>
                  </a:lnTo>
                  <a:lnTo>
                    <a:pt x="387" y="27"/>
                  </a:lnTo>
                  <a:lnTo>
                    <a:pt x="385" y="23"/>
                  </a:lnTo>
                  <a:lnTo>
                    <a:pt x="374" y="18"/>
                  </a:lnTo>
                  <a:lnTo>
                    <a:pt x="366" y="25"/>
                  </a:lnTo>
                  <a:lnTo>
                    <a:pt x="361" y="29"/>
                  </a:lnTo>
                  <a:lnTo>
                    <a:pt x="354" y="20"/>
                  </a:lnTo>
                  <a:lnTo>
                    <a:pt x="350" y="20"/>
                  </a:lnTo>
                  <a:lnTo>
                    <a:pt x="352" y="10"/>
                  </a:lnTo>
                  <a:lnTo>
                    <a:pt x="352" y="7"/>
                  </a:lnTo>
                  <a:lnTo>
                    <a:pt x="345" y="5"/>
                  </a:lnTo>
                  <a:lnTo>
                    <a:pt x="341" y="0"/>
                  </a:lnTo>
                  <a:lnTo>
                    <a:pt x="334" y="1"/>
                  </a:lnTo>
                  <a:lnTo>
                    <a:pt x="325" y="5"/>
                  </a:lnTo>
                  <a:lnTo>
                    <a:pt x="308" y="14"/>
                  </a:lnTo>
                  <a:lnTo>
                    <a:pt x="303" y="14"/>
                  </a:lnTo>
                  <a:lnTo>
                    <a:pt x="288" y="18"/>
                  </a:lnTo>
                  <a:lnTo>
                    <a:pt x="272" y="18"/>
                  </a:lnTo>
                  <a:lnTo>
                    <a:pt x="261" y="21"/>
                  </a:lnTo>
                  <a:lnTo>
                    <a:pt x="246" y="23"/>
                  </a:lnTo>
                  <a:lnTo>
                    <a:pt x="239" y="20"/>
                  </a:lnTo>
                  <a:lnTo>
                    <a:pt x="230" y="20"/>
                  </a:lnTo>
                  <a:lnTo>
                    <a:pt x="221" y="14"/>
                  </a:lnTo>
                  <a:lnTo>
                    <a:pt x="215" y="20"/>
                  </a:lnTo>
                  <a:lnTo>
                    <a:pt x="215" y="25"/>
                  </a:lnTo>
                  <a:lnTo>
                    <a:pt x="215" y="32"/>
                  </a:lnTo>
                  <a:lnTo>
                    <a:pt x="208" y="40"/>
                  </a:lnTo>
                  <a:lnTo>
                    <a:pt x="208" y="49"/>
                  </a:lnTo>
                  <a:lnTo>
                    <a:pt x="206" y="56"/>
                  </a:lnTo>
                  <a:lnTo>
                    <a:pt x="206" y="63"/>
                  </a:lnTo>
                  <a:lnTo>
                    <a:pt x="212" y="74"/>
                  </a:lnTo>
                  <a:lnTo>
                    <a:pt x="213" y="78"/>
                  </a:lnTo>
                  <a:lnTo>
                    <a:pt x="208" y="89"/>
                  </a:lnTo>
                  <a:lnTo>
                    <a:pt x="213" y="94"/>
                  </a:lnTo>
                  <a:lnTo>
                    <a:pt x="213" y="94"/>
                  </a:lnTo>
                  <a:lnTo>
                    <a:pt x="217" y="96"/>
                  </a:lnTo>
                  <a:lnTo>
                    <a:pt x="219" y="98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3" y="105"/>
                  </a:lnTo>
                  <a:lnTo>
                    <a:pt x="219" y="109"/>
                  </a:lnTo>
                  <a:lnTo>
                    <a:pt x="215" y="111"/>
                  </a:lnTo>
                  <a:lnTo>
                    <a:pt x="210" y="111"/>
                  </a:lnTo>
                  <a:lnTo>
                    <a:pt x="199" y="109"/>
                  </a:lnTo>
                  <a:lnTo>
                    <a:pt x="199" y="109"/>
                  </a:lnTo>
                  <a:lnTo>
                    <a:pt x="197" y="103"/>
                  </a:lnTo>
                  <a:lnTo>
                    <a:pt x="193" y="100"/>
                  </a:lnTo>
                  <a:lnTo>
                    <a:pt x="192" y="96"/>
                  </a:lnTo>
                  <a:lnTo>
                    <a:pt x="192" y="96"/>
                  </a:lnTo>
                  <a:lnTo>
                    <a:pt x="190" y="94"/>
                  </a:lnTo>
                  <a:lnTo>
                    <a:pt x="188" y="96"/>
                  </a:lnTo>
                  <a:lnTo>
                    <a:pt x="184" y="98"/>
                  </a:lnTo>
                  <a:lnTo>
                    <a:pt x="184" y="98"/>
                  </a:lnTo>
                  <a:lnTo>
                    <a:pt x="182" y="98"/>
                  </a:lnTo>
                  <a:lnTo>
                    <a:pt x="181" y="96"/>
                  </a:lnTo>
                  <a:lnTo>
                    <a:pt x="179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68" y="96"/>
                  </a:lnTo>
                  <a:lnTo>
                    <a:pt x="162" y="102"/>
                  </a:lnTo>
                  <a:lnTo>
                    <a:pt x="162" y="102"/>
                  </a:lnTo>
                  <a:lnTo>
                    <a:pt x="161" y="102"/>
                  </a:lnTo>
                  <a:lnTo>
                    <a:pt x="157" y="102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42" y="9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39" y="102"/>
                  </a:lnTo>
                  <a:lnTo>
                    <a:pt x="139" y="103"/>
                  </a:lnTo>
                  <a:lnTo>
                    <a:pt x="139" y="109"/>
                  </a:lnTo>
                  <a:lnTo>
                    <a:pt x="131" y="107"/>
                  </a:lnTo>
                  <a:lnTo>
                    <a:pt x="131" y="107"/>
                  </a:lnTo>
                  <a:lnTo>
                    <a:pt x="133" y="103"/>
                  </a:lnTo>
                  <a:lnTo>
                    <a:pt x="135" y="102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1" y="96"/>
                  </a:lnTo>
                  <a:lnTo>
                    <a:pt x="130" y="96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0" y="94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5" y="85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04" y="81"/>
                  </a:lnTo>
                  <a:lnTo>
                    <a:pt x="100" y="81"/>
                  </a:lnTo>
                  <a:lnTo>
                    <a:pt x="100" y="81"/>
                  </a:lnTo>
                  <a:lnTo>
                    <a:pt x="100" y="78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5" y="71"/>
                  </a:lnTo>
                  <a:lnTo>
                    <a:pt x="91" y="69"/>
                  </a:lnTo>
                  <a:lnTo>
                    <a:pt x="91" y="69"/>
                  </a:lnTo>
                  <a:lnTo>
                    <a:pt x="90" y="69"/>
                  </a:lnTo>
                  <a:lnTo>
                    <a:pt x="90" y="71"/>
                  </a:lnTo>
                  <a:lnTo>
                    <a:pt x="91" y="72"/>
                  </a:lnTo>
                  <a:lnTo>
                    <a:pt x="82" y="72"/>
                  </a:lnTo>
                  <a:lnTo>
                    <a:pt x="82" y="69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71" y="72"/>
                  </a:lnTo>
                  <a:lnTo>
                    <a:pt x="71" y="74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4" y="83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5" y="91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4" y="91"/>
                  </a:lnTo>
                  <a:lnTo>
                    <a:pt x="42" y="94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38" y="96"/>
                  </a:lnTo>
                  <a:lnTo>
                    <a:pt x="37" y="100"/>
                  </a:lnTo>
                  <a:lnTo>
                    <a:pt x="35" y="107"/>
                  </a:lnTo>
                  <a:lnTo>
                    <a:pt x="35" y="107"/>
                  </a:lnTo>
                  <a:lnTo>
                    <a:pt x="37" y="109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31" y="122"/>
                  </a:lnTo>
                  <a:lnTo>
                    <a:pt x="31" y="122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6" y="109"/>
                  </a:lnTo>
                  <a:lnTo>
                    <a:pt x="22" y="109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3" y="125"/>
                  </a:lnTo>
                  <a:lnTo>
                    <a:pt x="9" y="129"/>
                  </a:lnTo>
                  <a:lnTo>
                    <a:pt x="6" y="134"/>
                  </a:lnTo>
                  <a:lnTo>
                    <a:pt x="6" y="134"/>
                  </a:lnTo>
                  <a:lnTo>
                    <a:pt x="9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1" y="142"/>
                  </a:lnTo>
                  <a:lnTo>
                    <a:pt x="11" y="143"/>
                  </a:lnTo>
                  <a:lnTo>
                    <a:pt x="8" y="143"/>
                  </a:lnTo>
                  <a:lnTo>
                    <a:pt x="8" y="143"/>
                  </a:lnTo>
                  <a:lnTo>
                    <a:pt x="2" y="154"/>
                  </a:lnTo>
                  <a:lnTo>
                    <a:pt x="2" y="154"/>
                  </a:lnTo>
                  <a:lnTo>
                    <a:pt x="0" y="158"/>
                  </a:lnTo>
                  <a:lnTo>
                    <a:pt x="2" y="160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9" y="165"/>
                  </a:lnTo>
                  <a:lnTo>
                    <a:pt x="9" y="169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1" y="178"/>
                  </a:lnTo>
                  <a:lnTo>
                    <a:pt x="15" y="176"/>
                  </a:lnTo>
                  <a:lnTo>
                    <a:pt x="18" y="174"/>
                  </a:lnTo>
                  <a:lnTo>
                    <a:pt x="24" y="191"/>
                  </a:lnTo>
                  <a:lnTo>
                    <a:pt x="24" y="191"/>
                  </a:lnTo>
                  <a:lnTo>
                    <a:pt x="26" y="193"/>
                  </a:lnTo>
                  <a:lnTo>
                    <a:pt x="26" y="196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6" y="204"/>
                  </a:lnTo>
                  <a:lnTo>
                    <a:pt x="28" y="207"/>
                  </a:lnTo>
                  <a:lnTo>
                    <a:pt x="28" y="207"/>
                  </a:lnTo>
                  <a:lnTo>
                    <a:pt x="29" y="207"/>
                  </a:lnTo>
                  <a:lnTo>
                    <a:pt x="31" y="209"/>
                  </a:lnTo>
                  <a:lnTo>
                    <a:pt x="33" y="211"/>
                  </a:lnTo>
                  <a:lnTo>
                    <a:pt x="35" y="211"/>
                  </a:lnTo>
                  <a:lnTo>
                    <a:pt x="35" y="211"/>
                  </a:lnTo>
                  <a:lnTo>
                    <a:pt x="38" y="207"/>
                  </a:lnTo>
                  <a:lnTo>
                    <a:pt x="42" y="204"/>
                  </a:lnTo>
                  <a:lnTo>
                    <a:pt x="42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8" y="205"/>
                  </a:lnTo>
                  <a:lnTo>
                    <a:pt x="49" y="205"/>
                  </a:lnTo>
                  <a:lnTo>
                    <a:pt x="49" y="205"/>
                  </a:lnTo>
                  <a:lnTo>
                    <a:pt x="55" y="204"/>
                  </a:lnTo>
                  <a:lnTo>
                    <a:pt x="59" y="198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75" y="193"/>
                  </a:lnTo>
                  <a:lnTo>
                    <a:pt x="75" y="198"/>
                  </a:lnTo>
                  <a:lnTo>
                    <a:pt x="75" y="198"/>
                  </a:lnTo>
                  <a:lnTo>
                    <a:pt x="82" y="200"/>
                  </a:lnTo>
                  <a:lnTo>
                    <a:pt x="88" y="202"/>
                  </a:lnTo>
                  <a:lnTo>
                    <a:pt x="93" y="202"/>
                  </a:lnTo>
                  <a:lnTo>
                    <a:pt x="99" y="205"/>
                  </a:lnTo>
                  <a:lnTo>
                    <a:pt x="99" y="205"/>
                  </a:lnTo>
                  <a:lnTo>
                    <a:pt x="100" y="209"/>
                  </a:lnTo>
                  <a:lnTo>
                    <a:pt x="100" y="211"/>
                  </a:lnTo>
                  <a:lnTo>
                    <a:pt x="102" y="213"/>
                  </a:lnTo>
                  <a:lnTo>
                    <a:pt x="102" y="213"/>
                  </a:lnTo>
                  <a:lnTo>
                    <a:pt x="106" y="213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10" y="216"/>
                  </a:lnTo>
                  <a:lnTo>
                    <a:pt x="110" y="220"/>
                  </a:lnTo>
                  <a:lnTo>
                    <a:pt x="110" y="224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5" y="231"/>
                  </a:lnTo>
                  <a:lnTo>
                    <a:pt x="119" y="235"/>
                  </a:lnTo>
                  <a:lnTo>
                    <a:pt x="120" y="236"/>
                  </a:lnTo>
                  <a:lnTo>
                    <a:pt x="120" y="240"/>
                  </a:lnTo>
                  <a:lnTo>
                    <a:pt x="119" y="242"/>
                  </a:lnTo>
                  <a:lnTo>
                    <a:pt x="117" y="245"/>
                  </a:lnTo>
                  <a:lnTo>
                    <a:pt x="117" y="245"/>
                  </a:lnTo>
                  <a:lnTo>
                    <a:pt x="113" y="245"/>
                  </a:lnTo>
                  <a:lnTo>
                    <a:pt x="110" y="247"/>
                  </a:lnTo>
                  <a:lnTo>
                    <a:pt x="110" y="247"/>
                  </a:lnTo>
                  <a:lnTo>
                    <a:pt x="110" y="249"/>
                  </a:lnTo>
                  <a:lnTo>
                    <a:pt x="108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47"/>
                  </a:lnTo>
                  <a:lnTo>
                    <a:pt x="104" y="245"/>
                  </a:lnTo>
                  <a:lnTo>
                    <a:pt x="102" y="245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97" y="242"/>
                  </a:lnTo>
                  <a:lnTo>
                    <a:pt x="91" y="242"/>
                  </a:lnTo>
                  <a:lnTo>
                    <a:pt x="91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6" y="236"/>
                  </a:lnTo>
                  <a:lnTo>
                    <a:pt x="82" y="238"/>
                  </a:lnTo>
                  <a:lnTo>
                    <a:pt x="79" y="240"/>
                  </a:lnTo>
                  <a:lnTo>
                    <a:pt x="82" y="247"/>
                  </a:lnTo>
                  <a:lnTo>
                    <a:pt x="82" y="247"/>
                  </a:lnTo>
                  <a:lnTo>
                    <a:pt x="73" y="247"/>
                  </a:lnTo>
                  <a:lnTo>
                    <a:pt x="64" y="247"/>
                  </a:lnTo>
                  <a:lnTo>
                    <a:pt x="64" y="247"/>
                  </a:lnTo>
                  <a:lnTo>
                    <a:pt x="66" y="251"/>
                  </a:lnTo>
                  <a:lnTo>
                    <a:pt x="68" y="256"/>
                  </a:lnTo>
                  <a:lnTo>
                    <a:pt x="68" y="256"/>
                  </a:lnTo>
                  <a:lnTo>
                    <a:pt x="71" y="256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5" y="262"/>
                  </a:lnTo>
                  <a:lnTo>
                    <a:pt x="75" y="262"/>
                  </a:lnTo>
                  <a:lnTo>
                    <a:pt x="55" y="260"/>
                  </a:lnTo>
                  <a:lnTo>
                    <a:pt x="55" y="264"/>
                  </a:lnTo>
                  <a:lnTo>
                    <a:pt x="55" y="264"/>
                  </a:lnTo>
                  <a:lnTo>
                    <a:pt x="60" y="267"/>
                  </a:lnTo>
                  <a:lnTo>
                    <a:pt x="64" y="269"/>
                  </a:lnTo>
                  <a:lnTo>
                    <a:pt x="68" y="276"/>
                  </a:lnTo>
                  <a:lnTo>
                    <a:pt x="69" y="282"/>
                  </a:lnTo>
                  <a:lnTo>
                    <a:pt x="69" y="284"/>
                  </a:lnTo>
                  <a:lnTo>
                    <a:pt x="69" y="284"/>
                  </a:lnTo>
                  <a:lnTo>
                    <a:pt x="82" y="293"/>
                  </a:lnTo>
                  <a:lnTo>
                    <a:pt x="82" y="293"/>
                  </a:lnTo>
                  <a:lnTo>
                    <a:pt x="86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9"/>
                  </a:lnTo>
                  <a:lnTo>
                    <a:pt x="90" y="309"/>
                  </a:lnTo>
                  <a:lnTo>
                    <a:pt x="91" y="307"/>
                  </a:lnTo>
                  <a:lnTo>
                    <a:pt x="91" y="307"/>
                  </a:lnTo>
                  <a:lnTo>
                    <a:pt x="95" y="302"/>
                  </a:lnTo>
                  <a:lnTo>
                    <a:pt x="99" y="300"/>
                  </a:lnTo>
                  <a:lnTo>
                    <a:pt x="106" y="298"/>
                  </a:lnTo>
                  <a:lnTo>
                    <a:pt x="106" y="298"/>
                  </a:lnTo>
                  <a:lnTo>
                    <a:pt x="111" y="300"/>
                  </a:lnTo>
                  <a:lnTo>
                    <a:pt x="115" y="300"/>
                  </a:lnTo>
                  <a:lnTo>
                    <a:pt x="122" y="306"/>
                  </a:lnTo>
                  <a:lnTo>
                    <a:pt x="126" y="313"/>
                  </a:lnTo>
                  <a:lnTo>
                    <a:pt x="128" y="317"/>
                  </a:lnTo>
                  <a:lnTo>
                    <a:pt x="128" y="317"/>
                  </a:lnTo>
                  <a:lnTo>
                    <a:pt x="137" y="317"/>
                  </a:lnTo>
                  <a:lnTo>
                    <a:pt x="142" y="317"/>
                  </a:lnTo>
                  <a:lnTo>
                    <a:pt x="146" y="240"/>
                  </a:lnTo>
                  <a:lnTo>
                    <a:pt x="146" y="240"/>
                  </a:lnTo>
                  <a:lnTo>
                    <a:pt x="151" y="236"/>
                  </a:lnTo>
                  <a:lnTo>
                    <a:pt x="162" y="233"/>
                  </a:lnTo>
                  <a:lnTo>
                    <a:pt x="162" y="233"/>
                  </a:lnTo>
                  <a:lnTo>
                    <a:pt x="168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82" y="233"/>
                  </a:lnTo>
                  <a:lnTo>
                    <a:pt x="182" y="233"/>
                  </a:lnTo>
                  <a:close/>
                  <a:moveTo>
                    <a:pt x="97" y="255"/>
                  </a:moveTo>
                  <a:lnTo>
                    <a:pt x="97" y="255"/>
                  </a:lnTo>
                  <a:lnTo>
                    <a:pt x="99" y="255"/>
                  </a:lnTo>
                  <a:lnTo>
                    <a:pt x="99" y="255"/>
                  </a:lnTo>
                  <a:lnTo>
                    <a:pt x="97" y="258"/>
                  </a:lnTo>
                  <a:lnTo>
                    <a:pt x="95" y="264"/>
                  </a:lnTo>
                  <a:lnTo>
                    <a:pt x="95" y="264"/>
                  </a:lnTo>
                  <a:lnTo>
                    <a:pt x="88" y="262"/>
                  </a:lnTo>
                  <a:lnTo>
                    <a:pt x="86" y="260"/>
                  </a:lnTo>
                  <a:lnTo>
                    <a:pt x="86" y="260"/>
                  </a:lnTo>
                  <a:lnTo>
                    <a:pt x="88" y="258"/>
                  </a:lnTo>
                  <a:lnTo>
                    <a:pt x="95" y="260"/>
                  </a:lnTo>
                  <a:lnTo>
                    <a:pt x="95" y="260"/>
                  </a:lnTo>
                  <a:lnTo>
                    <a:pt x="93" y="256"/>
                  </a:lnTo>
                  <a:lnTo>
                    <a:pt x="97" y="255"/>
                  </a:lnTo>
                  <a:lnTo>
                    <a:pt x="97" y="255"/>
                  </a:lnTo>
                  <a:close/>
                  <a:moveTo>
                    <a:pt x="514" y="184"/>
                  </a:moveTo>
                  <a:lnTo>
                    <a:pt x="514" y="184"/>
                  </a:lnTo>
                  <a:lnTo>
                    <a:pt x="518" y="184"/>
                  </a:lnTo>
                  <a:lnTo>
                    <a:pt x="520" y="184"/>
                  </a:lnTo>
                  <a:lnTo>
                    <a:pt x="521" y="187"/>
                  </a:lnTo>
                  <a:lnTo>
                    <a:pt x="520" y="193"/>
                  </a:lnTo>
                  <a:lnTo>
                    <a:pt x="520" y="193"/>
                  </a:lnTo>
                  <a:lnTo>
                    <a:pt x="518" y="194"/>
                  </a:lnTo>
                  <a:lnTo>
                    <a:pt x="518" y="198"/>
                  </a:lnTo>
                  <a:lnTo>
                    <a:pt x="518" y="198"/>
                  </a:lnTo>
                  <a:lnTo>
                    <a:pt x="512" y="198"/>
                  </a:lnTo>
                  <a:lnTo>
                    <a:pt x="507" y="198"/>
                  </a:lnTo>
                  <a:lnTo>
                    <a:pt x="507" y="204"/>
                  </a:lnTo>
                  <a:lnTo>
                    <a:pt x="507" y="204"/>
                  </a:lnTo>
                  <a:lnTo>
                    <a:pt x="494" y="204"/>
                  </a:lnTo>
                  <a:lnTo>
                    <a:pt x="481" y="204"/>
                  </a:lnTo>
                  <a:lnTo>
                    <a:pt x="481" y="204"/>
                  </a:lnTo>
                  <a:lnTo>
                    <a:pt x="472" y="200"/>
                  </a:lnTo>
                  <a:lnTo>
                    <a:pt x="467" y="198"/>
                  </a:lnTo>
                  <a:lnTo>
                    <a:pt x="463" y="198"/>
                  </a:lnTo>
                  <a:lnTo>
                    <a:pt x="463" y="198"/>
                  </a:lnTo>
                  <a:lnTo>
                    <a:pt x="463" y="205"/>
                  </a:lnTo>
                  <a:lnTo>
                    <a:pt x="463" y="205"/>
                  </a:lnTo>
                  <a:lnTo>
                    <a:pt x="454" y="207"/>
                  </a:lnTo>
                  <a:lnTo>
                    <a:pt x="447" y="211"/>
                  </a:lnTo>
                  <a:lnTo>
                    <a:pt x="447" y="211"/>
                  </a:lnTo>
                  <a:lnTo>
                    <a:pt x="445" y="213"/>
                  </a:lnTo>
                  <a:lnTo>
                    <a:pt x="445" y="214"/>
                  </a:lnTo>
                  <a:lnTo>
                    <a:pt x="443" y="218"/>
                  </a:lnTo>
                  <a:lnTo>
                    <a:pt x="443" y="218"/>
                  </a:lnTo>
                  <a:lnTo>
                    <a:pt x="441" y="218"/>
                  </a:lnTo>
                  <a:lnTo>
                    <a:pt x="438" y="220"/>
                  </a:lnTo>
                  <a:lnTo>
                    <a:pt x="434" y="220"/>
                  </a:lnTo>
                  <a:lnTo>
                    <a:pt x="432" y="220"/>
                  </a:lnTo>
                  <a:lnTo>
                    <a:pt x="432" y="225"/>
                  </a:lnTo>
                  <a:lnTo>
                    <a:pt x="432" y="225"/>
                  </a:lnTo>
                  <a:lnTo>
                    <a:pt x="427" y="227"/>
                  </a:lnTo>
                  <a:lnTo>
                    <a:pt x="425" y="231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40"/>
                  </a:lnTo>
                  <a:lnTo>
                    <a:pt x="423" y="242"/>
                  </a:lnTo>
                  <a:lnTo>
                    <a:pt x="427" y="242"/>
                  </a:lnTo>
                  <a:lnTo>
                    <a:pt x="427" y="242"/>
                  </a:lnTo>
                  <a:lnTo>
                    <a:pt x="425" y="244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1" y="245"/>
                  </a:lnTo>
                  <a:lnTo>
                    <a:pt x="418" y="242"/>
                  </a:lnTo>
                  <a:lnTo>
                    <a:pt x="418" y="242"/>
                  </a:lnTo>
                  <a:lnTo>
                    <a:pt x="418" y="236"/>
                  </a:lnTo>
                  <a:lnTo>
                    <a:pt x="418" y="231"/>
                  </a:lnTo>
                  <a:lnTo>
                    <a:pt x="418" y="231"/>
                  </a:lnTo>
                  <a:lnTo>
                    <a:pt x="414" y="231"/>
                  </a:lnTo>
                  <a:lnTo>
                    <a:pt x="410" y="231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11"/>
                  </a:lnTo>
                  <a:lnTo>
                    <a:pt x="421" y="211"/>
                  </a:lnTo>
                  <a:lnTo>
                    <a:pt x="425" y="209"/>
                  </a:lnTo>
                  <a:lnTo>
                    <a:pt x="427" y="209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34" y="204"/>
                  </a:lnTo>
                  <a:lnTo>
                    <a:pt x="438" y="198"/>
                  </a:lnTo>
                  <a:lnTo>
                    <a:pt x="441" y="196"/>
                  </a:lnTo>
                  <a:lnTo>
                    <a:pt x="441" y="196"/>
                  </a:lnTo>
                  <a:lnTo>
                    <a:pt x="448" y="194"/>
                  </a:lnTo>
                  <a:lnTo>
                    <a:pt x="456" y="193"/>
                  </a:lnTo>
                  <a:lnTo>
                    <a:pt x="467" y="194"/>
                  </a:lnTo>
                  <a:lnTo>
                    <a:pt x="478" y="196"/>
                  </a:lnTo>
                  <a:lnTo>
                    <a:pt x="490" y="198"/>
                  </a:lnTo>
                  <a:lnTo>
                    <a:pt x="492" y="193"/>
                  </a:lnTo>
                  <a:lnTo>
                    <a:pt x="492" y="193"/>
                  </a:lnTo>
                  <a:lnTo>
                    <a:pt x="494" y="194"/>
                  </a:lnTo>
                  <a:lnTo>
                    <a:pt x="496" y="194"/>
                  </a:lnTo>
                  <a:lnTo>
                    <a:pt x="500" y="196"/>
                  </a:lnTo>
                  <a:lnTo>
                    <a:pt x="503" y="196"/>
                  </a:lnTo>
                  <a:lnTo>
                    <a:pt x="503" y="196"/>
                  </a:lnTo>
                  <a:lnTo>
                    <a:pt x="505" y="193"/>
                  </a:lnTo>
                  <a:lnTo>
                    <a:pt x="507" y="189"/>
                  </a:lnTo>
                  <a:lnTo>
                    <a:pt x="510" y="185"/>
                  </a:lnTo>
                  <a:lnTo>
                    <a:pt x="514" y="184"/>
                  </a:lnTo>
                  <a:lnTo>
                    <a:pt x="514" y="18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907B5CA9-B307-4DB8-9A8C-21B1A3258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3" y="3062699"/>
              <a:ext cx="111226" cy="124572"/>
            </a:xfrm>
            <a:custGeom>
              <a:avLst/>
              <a:gdLst>
                <a:gd name="T0" fmla="*/ 16 w 75"/>
                <a:gd name="T1" fmla="*/ 26 h 84"/>
                <a:gd name="T2" fmla="*/ 16 w 75"/>
                <a:gd name="T3" fmla="*/ 26 h 84"/>
                <a:gd name="T4" fmla="*/ 18 w 75"/>
                <a:gd name="T5" fmla="*/ 22 h 84"/>
                <a:gd name="T6" fmla="*/ 18 w 75"/>
                <a:gd name="T7" fmla="*/ 20 h 84"/>
                <a:gd name="T8" fmla="*/ 18 w 75"/>
                <a:gd name="T9" fmla="*/ 18 h 84"/>
                <a:gd name="T10" fmla="*/ 18 w 75"/>
                <a:gd name="T11" fmla="*/ 17 h 84"/>
                <a:gd name="T12" fmla="*/ 18 w 75"/>
                <a:gd name="T13" fmla="*/ 17 h 84"/>
                <a:gd name="T14" fmla="*/ 22 w 75"/>
                <a:gd name="T15" fmla="*/ 15 h 84"/>
                <a:gd name="T16" fmla="*/ 26 w 75"/>
                <a:gd name="T17" fmla="*/ 13 h 84"/>
                <a:gd name="T18" fmla="*/ 29 w 75"/>
                <a:gd name="T19" fmla="*/ 15 h 84"/>
                <a:gd name="T20" fmla="*/ 29 w 75"/>
                <a:gd name="T21" fmla="*/ 15 h 84"/>
                <a:gd name="T22" fmla="*/ 31 w 75"/>
                <a:gd name="T23" fmla="*/ 17 h 84"/>
                <a:gd name="T24" fmla="*/ 37 w 75"/>
                <a:gd name="T25" fmla="*/ 17 h 84"/>
                <a:gd name="T26" fmla="*/ 42 w 75"/>
                <a:gd name="T27" fmla="*/ 17 h 84"/>
                <a:gd name="T28" fmla="*/ 66 w 75"/>
                <a:gd name="T29" fmla="*/ 0 h 84"/>
                <a:gd name="T30" fmla="*/ 75 w 75"/>
                <a:gd name="T31" fmla="*/ 27 h 84"/>
                <a:gd name="T32" fmla="*/ 73 w 75"/>
                <a:gd name="T33" fmla="*/ 31 h 84"/>
                <a:gd name="T34" fmla="*/ 42 w 75"/>
                <a:gd name="T35" fmla="*/ 38 h 84"/>
                <a:gd name="T36" fmla="*/ 53 w 75"/>
                <a:gd name="T37" fmla="*/ 55 h 84"/>
                <a:gd name="T38" fmla="*/ 53 w 75"/>
                <a:gd name="T39" fmla="*/ 55 h 84"/>
                <a:gd name="T40" fmla="*/ 47 w 75"/>
                <a:gd name="T41" fmla="*/ 57 h 84"/>
                <a:gd name="T42" fmla="*/ 46 w 75"/>
                <a:gd name="T43" fmla="*/ 60 h 84"/>
                <a:gd name="T44" fmla="*/ 44 w 75"/>
                <a:gd name="T45" fmla="*/ 62 h 84"/>
                <a:gd name="T46" fmla="*/ 44 w 75"/>
                <a:gd name="T47" fmla="*/ 62 h 84"/>
                <a:gd name="T48" fmla="*/ 42 w 75"/>
                <a:gd name="T49" fmla="*/ 66 h 84"/>
                <a:gd name="T50" fmla="*/ 40 w 75"/>
                <a:gd name="T51" fmla="*/ 66 h 84"/>
                <a:gd name="T52" fmla="*/ 37 w 75"/>
                <a:gd name="T53" fmla="*/ 69 h 84"/>
                <a:gd name="T54" fmla="*/ 37 w 75"/>
                <a:gd name="T55" fmla="*/ 69 h 84"/>
                <a:gd name="T56" fmla="*/ 33 w 75"/>
                <a:gd name="T57" fmla="*/ 75 h 84"/>
                <a:gd name="T58" fmla="*/ 31 w 75"/>
                <a:gd name="T59" fmla="*/ 77 h 84"/>
                <a:gd name="T60" fmla="*/ 15 w 75"/>
                <a:gd name="T61" fmla="*/ 84 h 84"/>
                <a:gd name="T62" fmla="*/ 0 w 75"/>
                <a:gd name="T63" fmla="*/ 80 h 84"/>
                <a:gd name="T64" fmla="*/ 0 w 75"/>
                <a:gd name="T65" fmla="*/ 77 h 84"/>
                <a:gd name="T66" fmla="*/ 4 w 75"/>
                <a:gd name="T67" fmla="*/ 73 h 84"/>
                <a:gd name="T68" fmla="*/ 4 w 75"/>
                <a:gd name="T69" fmla="*/ 73 h 84"/>
                <a:gd name="T70" fmla="*/ 9 w 75"/>
                <a:gd name="T71" fmla="*/ 68 h 84"/>
                <a:gd name="T72" fmla="*/ 13 w 75"/>
                <a:gd name="T73" fmla="*/ 62 h 84"/>
                <a:gd name="T74" fmla="*/ 13 w 75"/>
                <a:gd name="T75" fmla="*/ 57 h 84"/>
                <a:gd name="T76" fmla="*/ 13 w 75"/>
                <a:gd name="T77" fmla="*/ 57 h 84"/>
                <a:gd name="T78" fmla="*/ 13 w 75"/>
                <a:gd name="T79" fmla="*/ 51 h 84"/>
                <a:gd name="T80" fmla="*/ 15 w 75"/>
                <a:gd name="T81" fmla="*/ 44 h 84"/>
                <a:gd name="T82" fmla="*/ 16 w 75"/>
                <a:gd name="T83" fmla="*/ 38 h 84"/>
                <a:gd name="T84" fmla="*/ 16 w 75"/>
                <a:gd name="T85" fmla="*/ 38 h 84"/>
                <a:gd name="T86" fmla="*/ 16 w 75"/>
                <a:gd name="T87" fmla="*/ 31 h 84"/>
                <a:gd name="T88" fmla="*/ 16 w 75"/>
                <a:gd name="T89" fmla="*/ 31 h 84"/>
                <a:gd name="T90" fmla="*/ 16 w 75"/>
                <a:gd name="T91" fmla="*/ 26 h 84"/>
                <a:gd name="T92" fmla="*/ 16 w 75"/>
                <a:gd name="T93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84">
                  <a:moveTo>
                    <a:pt x="16" y="26"/>
                  </a:moveTo>
                  <a:lnTo>
                    <a:pt x="16" y="26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7" y="17"/>
                  </a:lnTo>
                  <a:lnTo>
                    <a:pt x="42" y="17"/>
                  </a:lnTo>
                  <a:lnTo>
                    <a:pt x="66" y="0"/>
                  </a:lnTo>
                  <a:lnTo>
                    <a:pt x="75" y="27"/>
                  </a:lnTo>
                  <a:lnTo>
                    <a:pt x="73" y="31"/>
                  </a:lnTo>
                  <a:lnTo>
                    <a:pt x="42" y="38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47" y="57"/>
                  </a:lnTo>
                  <a:lnTo>
                    <a:pt x="46" y="60"/>
                  </a:lnTo>
                  <a:lnTo>
                    <a:pt x="44" y="62"/>
                  </a:lnTo>
                  <a:lnTo>
                    <a:pt x="44" y="62"/>
                  </a:lnTo>
                  <a:lnTo>
                    <a:pt x="42" y="66"/>
                  </a:lnTo>
                  <a:lnTo>
                    <a:pt x="40" y="66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3" y="75"/>
                  </a:lnTo>
                  <a:lnTo>
                    <a:pt x="31" y="77"/>
                  </a:lnTo>
                  <a:lnTo>
                    <a:pt x="15" y="84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9" y="68"/>
                  </a:lnTo>
                  <a:lnTo>
                    <a:pt x="13" y="62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26"/>
                  </a:lnTo>
                  <a:lnTo>
                    <a:pt x="16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1" name="Freeform 254">
              <a:extLst>
                <a:ext uri="{FF2B5EF4-FFF2-40B4-BE49-F238E27FC236}">
                  <a16:creationId xmlns:a16="http://schemas.microsoft.com/office/drawing/2014/main" id="{469C5B2C-7C89-4791-B663-FF7B56CFF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423" y="2651907"/>
              <a:ext cx="430071" cy="621379"/>
            </a:xfrm>
            <a:custGeom>
              <a:avLst/>
              <a:gdLst>
                <a:gd name="T0" fmla="*/ 15 w 290"/>
                <a:gd name="T1" fmla="*/ 414 h 419"/>
                <a:gd name="T2" fmla="*/ 2 w 290"/>
                <a:gd name="T3" fmla="*/ 408 h 419"/>
                <a:gd name="T4" fmla="*/ 59 w 290"/>
                <a:gd name="T5" fmla="*/ 341 h 419"/>
                <a:gd name="T6" fmla="*/ 53 w 290"/>
                <a:gd name="T7" fmla="*/ 263 h 419"/>
                <a:gd name="T8" fmla="*/ 41 w 290"/>
                <a:gd name="T9" fmla="*/ 272 h 419"/>
                <a:gd name="T10" fmla="*/ 46 w 290"/>
                <a:gd name="T11" fmla="*/ 290 h 419"/>
                <a:gd name="T12" fmla="*/ 50 w 290"/>
                <a:gd name="T13" fmla="*/ 295 h 419"/>
                <a:gd name="T14" fmla="*/ 51 w 290"/>
                <a:gd name="T15" fmla="*/ 284 h 419"/>
                <a:gd name="T16" fmla="*/ 53 w 290"/>
                <a:gd name="T17" fmla="*/ 299 h 419"/>
                <a:gd name="T18" fmla="*/ 57 w 290"/>
                <a:gd name="T19" fmla="*/ 319 h 419"/>
                <a:gd name="T20" fmla="*/ 68 w 290"/>
                <a:gd name="T21" fmla="*/ 312 h 419"/>
                <a:gd name="T22" fmla="*/ 75 w 290"/>
                <a:gd name="T23" fmla="*/ 290 h 419"/>
                <a:gd name="T24" fmla="*/ 70 w 290"/>
                <a:gd name="T25" fmla="*/ 275 h 419"/>
                <a:gd name="T26" fmla="*/ 61 w 290"/>
                <a:gd name="T27" fmla="*/ 264 h 419"/>
                <a:gd name="T28" fmla="*/ 101 w 290"/>
                <a:gd name="T29" fmla="*/ 263 h 419"/>
                <a:gd name="T30" fmla="*/ 88 w 290"/>
                <a:gd name="T31" fmla="*/ 263 h 419"/>
                <a:gd name="T32" fmla="*/ 95 w 290"/>
                <a:gd name="T33" fmla="*/ 294 h 419"/>
                <a:gd name="T34" fmla="*/ 104 w 290"/>
                <a:gd name="T35" fmla="*/ 275 h 419"/>
                <a:gd name="T36" fmla="*/ 119 w 290"/>
                <a:gd name="T37" fmla="*/ 264 h 419"/>
                <a:gd name="T38" fmla="*/ 101 w 290"/>
                <a:gd name="T39" fmla="*/ 246 h 419"/>
                <a:gd name="T40" fmla="*/ 210 w 290"/>
                <a:gd name="T41" fmla="*/ 104 h 419"/>
                <a:gd name="T42" fmla="*/ 205 w 290"/>
                <a:gd name="T43" fmla="*/ 130 h 419"/>
                <a:gd name="T44" fmla="*/ 206 w 290"/>
                <a:gd name="T45" fmla="*/ 141 h 419"/>
                <a:gd name="T46" fmla="*/ 201 w 290"/>
                <a:gd name="T47" fmla="*/ 157 h 419"/>
                <a:gd name="T48" fmla="*/ 174 w 290"/>
                <a:gd name="T49" fmla="*/ 193 h 419"/>
                <a:gd name="T50" fmla="*/ 161 w 290"/>
                <a:gd name="T51" fmla="*/ 204 h 419"/>
                <a:gd name="T52" fmla="*/ 159 w 290"/>
                <a:gd name="T53" fmla="*/ 186 h 419"/>
                <a:gd name="T54" fmla="*/ 146 w 290"/>
                <a:gd name="T55" fmla="*/ 199 h 419"/>
                <a:gd name="T56" fmla="*/ 137 w 290"/>
                <a:gd name="T57" fmla="*/ 221 h 419"/>
                <a:gd name="T58" fmla="*/ 133 w 290"/>
                <a:gd name="T59" fmla="*/ 235 h 419"/>
                <a:gd name="T60" fmla="*/ 103 w 290"/>
                <a:gd name="T61" fmla="*/ 232 h 419"/>
                <a:gd name="T62" fmla="*/ 79 w 290"/>
                <a:gd name="T63" fmla="*/ 250 h 419"/>
                <a:gd name="T64" fmla="*/ 61 w 290"/>
                <a:gd name="T65" fmla="*/ 263 h 419"/>
                <a:gd name="T66" fmla="*/ 86 w 290"/>
                <a:gd name="T67" fmla="*/ 255 h 419"/>
                <a:gd name="T68" fmla="*/ 123 w 290"/>
                <a:gd name="T69" fmla="*/ 257 h 419"/>
                <a:gd name="T70" fmla="*/ 126 w 290"/>
                <a:gd name="T71" fmla="*/ 275 h 419"/>
                <a:gd name="T72" fmla="*/ 141 w 290"/>
                <a:gd name="T73" fmla="*/ 264 h 419"/>
                <a:gd name="T74" fmla="*/ 157 w 290"/>
                <a:gd name="T75" fmla="*/ 250 h 419"/>
                <a:gd name="T76" fmla="*/ 159 w 290"/>
                <a:gd name="T77" fmla="*/ 257 h 419"/>
                <a:gd name="T78" fmla="*/ 175 w 290"/>
                <a:gd name="T79" fmla="*/ 255 h 419"/>
                <a:gd name="T80" fmla="*/ 190 w 290"/>
                <a:gd name="T81" fmla="*/ 255 h 419"/>
                <a:gd name="T82" fmla="*/ 201 w 290"/>
                <a:gd name="T83" fmla="*/ 239 h 419"/>
                <a:gd name="T84" fmla="*/ 208 w 290"/>
                <a:gd name="T85" fmla="*/ 230 h 419"/>
                <a:gd name="T86" fmla="*/ 212 w 290"/>
                <a:gd name="T87" fmla="*/ 241 h 419"/>
                <a:gd name="T88" fmla="*/ 214 w 290"/>
                <a:gd name="T89" fmla="*/ 217 h 419"/>
                <a:gd name="T90" fmla="*/ 217 w 290"/>
                <a:gd name="T91" fmla="*/ 177 h 419"/>
                <a:gd name="T92" fmla="*/ 226 w 290"/>
                <a:gd name="T93" fmla="*/ 164 h 419"/>
                <a:gd name="T94" fmla="*/ 232 w 290"/>
                <a:gd name="T95" fmla="*/ 146 h 419"/>
                <a:gd name="T96" fmla="*/ 230 w 290"/>
                <a:gd name="T97" fmla="*/ 0 h 419"/>
                <a:gd name="T98" fmla="*/ 230 w 290"/>
                <a:gd name="T99" fmla="*/ 15 h 419"/>
                <a:gd name="T100" fmla="*/ 223 w 290"/>
                <a:gd name="T101" fmla="*/ 48 h 419"/>
                <a:gd name="T102" fmla="*/ 219 w 290"/>
                <a:gd name="T103" fmla="*/ 59 h 419"/>
                <a:gd name="T104" fmla="*/ 205 w 290"/>
                <a:gd name="T105" fmla="*/ 55 h 419"/>
                <a:gd name="T106" fmla="*/ 205 w 290"/>
                <a:gd name="T107" fmla="*/ 79 h 419"/>
                <a:gd name="T108" fmla="*/ 212 w 290"/>
                <a:gd name="T109" fmla="*/ 88 h 419"/>
                <a:gd name="T110" fmla="*/ 210 w 290"/>
                <a:gd name="T111" fmla="*/ 79 h 419"/>
                <a:gd name="T112" fmla="*/ 237 w 290"/>
                <a:gd name="T113" fmla="*/ 79 h 419"/>
                <a:gd name="T114" fmla="*/ 261 w 290"/>
                <a:gd name="T115" fmla="*/ 64 h 419"/>
                <a:gd name="T116" fmla="*/ 283 w 290"/>
                <a:gd name="T117" fmla="*/ 49 h 419"/>
                <a:gd name="T118" fmla="*/ 277 w 290"/>
                <a:gd name="T119" fmla="*/ 42 h 419"/>
                <a:gd name="T120" fmla="*/ 261 w 290"/>
                <a:gd name="T121" fmla="*/ 35 h 419"/>
                <a:gd name="T122" fmla="*/ 245 w 290"/>
                <a:gd name="T123" fmla="*/ 1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419">
                  <a:moveTo>
                    <a:pt x="11" y="412"/>
                  </a:moveTo>
                  <a:lnTo>
                    <a:pt x="11" y="412"/>
                  </a:lnTo>
                  <a:lnTo>
                    <a:pt x="10" y="416"/>
                  </a:lnTo>
                  <a:lnTo>
                    <a:pt x="10" y="419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14"/>
                  </a:lnTo>
                  <a:lnTo>
                    <a:pt x="15" y="410"/>
                  </a:lnTo>
                  <a:lnTo>
                    <a:pt x="11" y="412"/>
                  </a:lnTo>
                  <a:lnTo>
                    <a:pt x="11" y="412"/>
                  </a:lnTo>
                  <a:close/>
                  <a:moveTo>
                    <a:pt x="0" y="406"/>
                  </a:moveTo>
                  <a:lnTo>
                    <a:pt x="2" y="412"/>
                  </a:lnTo>
                  <a:lnTo>
                    <a:pt x="2" y="412"/>
                  </a:lnTo>
                  <a:lnTo>
                    <a:pt x="2" y="408"/>
                  </a:lnTo>
                  <a:lnTo>
                    <a:pt x="2" y="406"/>
                  </a:lnTo>
                  <a:lnTo>
                    <a:pt x="0" y="406"/>
                  </a:lnTo>
                  <a:lnTo>
                    <a:pt x="0" y="406"/>
                  </a:lnTo>
                  <a:close/>
                  <a:moveTo>
                    <a:pt x="61" y="334"/>
                  </a:moveTo>
                  <a:lnTo>
                    <a:pt x="61" y="334"/>
                  </a:lnTo>
                  <a:lnTo>
                    <a:pt x="59" y="337"/>
                  </a:lnTo>
                  <a:lnTo>
                    <a:pt x="59" y="341"/>
                  </a:lnTo>
                  <a:lnTo>
                    <a:pt x="61" y="341"/>
                  </a:lnTo>
                  <a:lnTo>
                    <a:pt x="61" y="341"/>
                  </a:lnTo>
                  <a:lnTo>
                    <a:pt x="62" y="335"/>
                  </a:lnTo>
                  <a:lnTo>
                    <a:pt x="62" y="334"/>
                  </a:lnTo>
                  <a:lnTo>
                    <a:pt x="61" y="334"/>
                  </a:lnTo>
                  <a:lnTo>
                    <a:pt x="61" y="334"/>
                  </a:lnTo>
                  <a:close/>
                  <a:moveTo>
                    <a:pt x="53" y="263"/>
                  </a:moveTo>
                  <a:lnTo>
                    <a:pt x="48" y="272"/>
                  </a:lnTo>
                  <a:lnTo>
                    <a:pt x="48" y="272"/>
                  </a:lnTo>
                  <a:lnTo>
                    <a:pt x="46" y="272"/>
                  </a:lnTo>
                  <a:lnTo>
                    <a:pt x="44" y="272"/>
                  </a:lnTo>
                  <a:lnTo>
                    <a:pt x="41" y="270"/>
                  </a:lnTo>
                  <a:lnTo>
                    <a:pt x="41" y="270"/>
                  </a:lnTo>
                  <a:lnTo>
                    <a:pt x="41" y="272"/>
                  </a:lnTo>
                  <a:lnTo>
                    <a:pt x="41" y="274"/>
                  </a:lnTo>
                  <a:lnTo>
                    <a:pt x="39" y="275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42" y="283"/>
                  </a:lnTo>
                  <a:lnTo>
                    <a:pt x="46" y="290"/>
                  </a:lnTo>
                  <a:lnTo>
                    <a:pt x="46" y="290"/>
                  </a:lnTo>
                  <a:lnTo>
                    <a:pt x="42" y="286"/>
                  </a:lnTo>
                  <a:lnTo>
                    <a:pt x="42" y="290"/>
                  </a:lnTo>
                  <a:lnTo>
                    <a:pt x="44" y="294"/>
                  </a:lnTo>
                  <a:lnTo>
                    <a:pt x="46" y="297"/>
                  </a:lnTo>
                  <a:lnTo>
                    <a:pt x="46" y="297"/>
                  </a:lnTo>
                  <a:lnTo>
                    <a:pt x="48" y="297"/>
                  </a:lnTo>
                  <a:lnTo>
                    <a:pt x="50" y="295"/>
                  </a:lnTo>
                  <a:lnTo>
                    <a:pt x="51" y="295"/>
                  </a:lnTo>
                  <a:lnTo>
                    <a:pt x="53" y="297"/>
                  </a:lnTo>
                  <a:lnTo>
                    <a:pt x="53" y="297"/>
                  </a:lnTo>
                  <a:lnTo>
                    <a:pt x="53" y="286"/>
                  </a:lnTo>
                  <a:lnTo>
                    <a:pt x="53" y="286"/>
                  </a:lnTo>
                  <a:lnTo>
                    <a:pt x="51" y="286"/>
                  </a:lnTo>
                  <a:lnTo>
                    <a:pt x="51" y="284"/>
                  </a:lnTo>
                  <a:lnTo>
                    <a:pt x="53" y="284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7" y="288"/>
                  </a:lnTo>
                  <a:lnTo>
                    <a:pt x="59" y="292"/>
                  </a:lnTo>
                  <a:lnTo>
                    <a:pt x="59" y="292"/>
                  </a:lnTo>
                  <a:lnTo>
                    <a:pt x="53" y="299"/>
                  </a:lnTo>
                  <a:lnTo>
                    <a:pt x="50" y="304"/>
                  </a:lnTo>
                  <a:lnTo>
                    <a:pt x="48" y="321"/>
                  </a:lnTo>
                  <a:lnTo>
                    <a:pt x="48" y="321"/>
                  </a:lnTo>
                  <a:lnTo>
                    <a:pt x="51" y="319"/>
                  </a:lnTo>
                  <a:lnTo>
                    <a:pt x="53" y="317"/>
                  </a:lnTo>
                  <a:lnTo>
                    <a:pt x="57" y="319"/>
                  </a:lnTo>
                  <a:lnTo>
                    <a:pt x="57" y="319"/>
                  </a:lnTo>
                  <a:lnTo>
                    <a:pt x="53" y="321"/>
                  </a:lnTo>
                  <a:lnTo>
                    <a:pt x="53" y="323"/>
                  </a:lnTo>
                  <a:lnTo>
                    <a:pt x="59" y="326"/>
                  </a:lnTo>
                  <a:lnTo>
                    <a:pt x="59" y="326"/>
                  </a:lnTo>
                  <a:lnTo>
                    <a:pt x="64" y="319"/>
                  </a:lnTo>
                  <a:lnTo>
                    <a:pt x="68" y="312"/>
                  </a:lnTo>
                  <a:lnTo>
                    <a:pt x="68" y="312"/>
                  </a:lnTo>
                  <a:lnTo>
                    <a:pt x="70" y="306"/>
                  </a:lnTo>
                  <a:lnTo>
                    <a:pt x="70" y="301"/>
                  </a:lnTo>
                  <a:lnTo>
                    <a:pt x="70" y="297"/>
                  </a:lnTo>
                  <a:lnTo>
                    <a:pt x="72" y="292"/>
                  </a:lnTo>
                  <a:lnTo>
                    <a:pt x="72" y="292"/>
                  </a:lnTo>
                  <a:lnTo>
                    <a:pt x="75" y="290"/>
                  </a:lnTo>
                  <a:lnTo>
                    <a:pt x="75" y="290"/>
                  </a:lnTo>
                  <a:lnTo>
                    <a:pt x="75" y="286"/>
                  </a:lnTo>
                  <a:lnTo>
                    <a:pt x="75" y="284"/>
                  </a:lnTo>
                  <a:lnTo>
                    <a:pt x="73" y="283"/>
                  </a:lnTo>
                  <a:lnTo>
                    <a:pt x="73" y="279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70" y="275"/>
                  </a:lnTo>
                  <a:lnTo>
                    <a:pt x="72" y="274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64" y="270"/>
                  </a:lnTo>
                  <a:lnTo>
                    <a:pt x="64" y="270"/>
                  </a:lnTo>
                  <a:lnTo>
                    <a:pt x="61" y="266"/>
                  </a:lnTo>
                  <a:lnTo>
                    <a:pt x="61" y="264"/>
                  </a:lnTo>
                  <a:lnTo>
                    <a:pt x="59" y="263"/>
                  </a:lnTo>
                  <a:lnTo>
                    <a:pt x="53" y="263"/>
                  </a:lnTo>
                  <a:lnTo>
                    <a:pt x="53" y="263"/>
                  </a:lnTo>
                  <a:close/>
                  <a:moveTo>
                    <a:pt x="108" y="255"/>
                  </a:moveTo>
                  <a:lnTo>
                    <a:pt x="108" y="255"/>
                  </a:lnTo>
                  <a:lnTo>
                    <a:pt x="101" y="263"/>
                  </a:lnTo>
                  <a:lnTo>
                    <a:pt x="101" y="263"/>
                  </a:lnTo>
                  <a:lnTo>
                    <a:pt x="97" y="263"/>
                  </a:lnTo>
                  <a:lnTo>
                    <a:pt x="97" y="261"/>
                  </a:lnTo>
                  <a:lnTo>
                    <a:pt x="95" y="259"/>
                  </a:lnTo>
                  <a:lnTo>
                    <a:pt x="95" y="259"/>
                  </a:lnTo>
                  <a:lnTo>
                    <a:pt x="92" y="261"/>
                  </a:lnTo>
                  <a:lnTo>
                    <a:pt x="88" y="263"/>
                  </a:lnTo>
                  <a:lnTo>
                    <a:pt x="88" y="263"/>
                  </a:lnTo>
                  <a:lnTo>
                    <a:pt x="86" y="268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8" y="284"/>
                  </a:lnTo>
                  <a:lnTo>
                    <a:pt x="95" y="294"/>
                  </a:lnTo>
                  <a:lnTo>
                    <a:pt x="95" y="294"/>
                  </a:lnTo>
                  <a:lnTo>
                    <a:pt x="97" y="286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1" y="279"/>
                  </a:lnTo>
                  <a:lnTo>
                    <a:pt x="103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6" y="275"/>
                  </a:lnTo>
                  <a:lnTo>
                    <a:pt x="108" y="275"/>
                  </a:lnTo>
                  <a:lnTo>
                    <a:pt x="110" y="279"/>
                  </a:lnTo>
                  <a:lnTo>
                    <a:pt x="110" y="279"/>
                  </a:lnTo>
                  <a:lnTo>
                    <a:pt x="119" y="264"/>
                  </a:lnTo>
                  <a:lnTo>
                    <a:pt x="119" y="264"/>
                  </a:lnTo>
                  <a:lnTo>
                    <a:pt x="108" y="255"/>
                  </a:lnTo>
                  <a:lnTo>
                    <a:pt x="108" y="255"/>
                  </a:lnTo>
                  <a:close/>
                  <a:moveTo>
                    <a:pt x="97" y="241"/>
                  </a:moveTo>
                  <a:lnTo>
                    <a:pt x="97" y="241"/>
                  </a:lnTo>
                  <a:lnTo>
                    <a:pt x="99" y="243"/>
                  </a:lnTo>
                  <a:lnTo>
                    <a:pt x="101" y="244"/>
                  </a:lnTo>
                  <a:lnTo>
                    <a:pt x="101" y="246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5" y="243"/>
                  </a:lnTo>
                  <a:lnTo>
                    <a:pt x="95" y="241"/>
                  </a:lnTo>
                  <a:lnTo>
                    <a:pt x="97" y="241"/>
                  </a:lnTo>
                  <a:lnTo>
                    <a:pt x="97" y="241"/>
                  </a:lnTo>
                  <a:close/>
                  <a:moveTo>
                    <a:pt x="210" y="104"/>
                  </a:moveTo>
                  <a:lnTo>
                    <a:pt x="210" y="104"/>
                  </a:lnTo>
                  <a:lnTo>
                    <a:pt x="210" y="108"/>
                  </a:lnTo>
                  <a:lnTo>
                    <a:pt x="210" y="111"/>
                  </a:lnTo>
                  <a:lnTo>
                    <a:pt x="210" y="111"/>
                  </a:lnTo>
                  <a:lnTo>
                    <a:pt x="203" y="115"/>
                  </a:lnTo>
                  <a:lnTo>
                    <a:pt x="203" y="115"/>
                  </a:lnTo>
                  <a:lnTo>
                    <a:pt x="205" y="130"/>
                  </a:lnTo>
                  <a:lnTo>
                    <a:pt x="205" y="130"/>
                  </a:lnTo>
                  <a:lnTo>
                    <a:pt x="201" y="131"/>
                  </a:lnTo>
                  <a:lnTo>
                    <a:pt x="197" y="135"/>
                  </a:lnTo>
                  <a:lnTo>
                    <a:pt x="197" y="135"/>
                  </a:lnTo>
                  <a:lnTo>
                    <a:pt x="203" y="137"/>
                  </a:lnTo>
                  <a:lnTo>
                    <a:pt x="205" y="139"/>
                  </a:lnTo>
                  <a:lnTo>
                    <a:pt x="206" y="141"/>
                  </a:lnTo>
                  <a:lnTo>
                    <a:pt x="206" y="142"/>
                  </a:lnTo>
                  <a:lnTo>
                    <a:pt x="203" y="146"/>
                  </a:lnTo>
                  <a:lnTo>
                    <a:pt x="201" y="148"/>
                  </a:lnTo>
                  <a:lnTo>
                    <a:pt x="201" y="148"/>
                  </a:lnTo>
                  <a:lnTo>
                    <a:pt x="201" y="151"/>
                  </a:lnTo>
                  <a:lnTo>
                    <a:pt x="201" y="157"/>
                  </a:lnTo>
                  <a:lnTo>
                    <a:pt x="201" y="157"/>
                  </a:lnTo>
                  <a:lnTo>
                    <a:pt x="183" y="181"/>
                  </a:lnTo>
                  <a:lnTo>
                    <a:pt x="179" y="181"/>
                  </a:lnTo>
                  <a:lnTo>
                    <a:pt x="179" y="181"/>
                  </a:lnTo>
                  <a:lnTo>
                    <a:pt x="177" y="184"/>
                  </a:lnTo>
                  <a:lnTo>
                    <a:pt x="177" y="188"/>
                  </a:lnTo>
                  <a:lnTo>
                    <a:pt x="175" y="192"/>
                  </a:lnTo>
                  <a:lnTo>
                    <a:pt x="174" y="193"/>
                  </a:lnTo>
                  <a:lnTo>
                    <a:pt x="174" y="197"/>
                  </a:lnTo>
                  <a:lnTo>
                    <a:pt x="174" y="197"/>
                  </a:lnTo>
                  <a:lnTo>
                    <a:pt x="170" y="197"/>
                  </a:lnTo>
                  <a:lnTo>
                    <a:pt x="168" y="197"/>
                  </a:lnTo>
                  <a:lnTo>
                    <a:pt x="161" y="199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52" y="204"/>
                  </a:lnTo>
                  <a:lnTo>
                    <a:pt x="152" y="204"/>
                  </a:lnTo>
                  <a:lnTo>
                    <a:pt x="152" y="199"/>
                  </a:lnTo>
                  <a:lnTo>
                    <a:pt x="152" y="193"/>
                  </a:lnTo>
                  <a:lnTo>
                    <a:pt x="152" y="193"/>
                  </a:lnTo>
                  <a:lnTo>
                    <a:pt x="155" y="190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2" y="190"/>
                  </a:lnTo>
                  <a:lnTo>
                    <a:pt x="148" y="192"/>
                  </a:lnTo>
                  <a:lnTo>
                    <a:pt x="146" y="193"/>
                  </a:lnTo>
                  <a:lnTo>
                    <a:pt x="146" y="193"/>
                  </a:lnTo>
                  <a:lnTo>
                    <a:pt x="146" y="197"/>
                  </a:lnTo>
                  <a:lnTo>
                    <a:pt x="146" y="199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10"/>
                  </a:lnTo>
                  <a:lnTo>
                    <a:pt x="141" y="212"/>
                  </a:lnTo>
                  <a:lnTo>
                    <a:pt x="137" y="219"/>
                  </a:lnTo>
                  <a:lnTo>
                    <a:pt x="137" y="219"/>
                  </a:lnTo>
                  <a:lnTo>
                    <a:pt x="137" y="221"/>
                  </a:lnTo>
                  <a:lnTo>
                    <a:pt x="137" y="222"/>
                  </a:lnTo>
                  <a:lnTo>
                    <a:pt x="139" y="224"/>
                  </a:lnTo>
                  <a:lnTo>
                    <a:pt x="139" y="228"/>
                  </a:lnTo>
                  <a:lnTo>
                    <a:pt x="139" y="228"/>
                  </a:lnTo>
                  <a:lnTo>
                    <a:pt x="137" y="230"/>
                  </a:lnTo>
                  <a:lnTo>
                    <a:pt x="135" y="232"/>
                  </a:lnTo>
                  <a:lnTo>
                    <a:pt x="133" y="235"/>
                  </a:lnTo>
                  <a:lnTo>
                    <a:pt x="133" y="235"/>
                  </a:lnTo>
                  <a:lnTo>
                    <a:pt x="126" y="232"/>
                  </a:lnTo>
                  <a:lnTo>
                    <a:pt x="119" y="230"/>
                  </a:lnTo>
                  <a:lnTo>
                    <a:pt x="112" y="232"/>
                  </a:lnTo>
                  <a:lnTo>
                    <a:pt x="103" y="235"/>
                  </a:lnTo>
                  <a:lnTo>
                    <a:pt x="103" y="235"/>
                  </a:lnTo>
                  <a:lnTo>
                    <a:pt x="103" y="232"/>
                  </a:lnTo>
                  <a:lnTo>
                    <a:pt x="103" y="230"/>
                  </a:lnTo>
                  <a:lnTo>
                    <a:pt x="101" y="230"/>
                  </a:lnTo>
                  <a:lnTo>
                    <a:pt x="101" y="230"/>
                  </a:lnTo>
                  <a:lnTo>
                    <a:pt x="95" y="232"/>
                  </a:lnTo>
                  <a:lnTo>
                    <a:pt x="92" y="235"/>
                  </a:lnTo>
                  <a:lnTo>
                    <a:pt x="86" y="243"/>
                  </a:lnTo>
                  <a:lnTo>
                    <a:pt x="79" y="250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68" y="255"/>
                  </a:lnTo>
                  <a:lnTo>
                    <a:pt x="64" y="255"/>
                  </a:lnTo>
                  <a:lnTo>
                    <a:pt x="61" y="252"/>
                  </a:lnTo>
                  <a:lnTo>
                    <a:pt x="61" y="252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84" y="257"/>
                  </a:lnTo>
                  <a:lnTo>
                    <a:pt x="84" y="255"/>
                  </a:lnTo>
                  <a:lnTo>
                    <a:pt x="86" y="255"/>
                  </a:lnTo>
                  <a:lnTo>
                    <a:pt x="86" y="255"/>
                  </a:lnTo>
                  <a:lnTo>
                    <a:pt x="97" y="253"/>
                  </a:lnTo>
                  <a:lnTo>
                    <a:pt x="112" y="252"/>
                  </a:lnTo>
                  <a:lnTo>
                    <a:pt x="11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4" y="255"/>
                  </a:lnTo>
                  <a:lnTo>
                    <a:pt x="123" y="257"/>
                  </a:lnTo>
                  <a:lnTo>
                    <a:pt x="123" y="257"/>
                  </a:lnTo>
                  <a:lnTo>
                    <a:pt x="123" y="263"/>
                  </a:lnTo>
                  <a:lnTo>
                    <a:pt x="123" y="266"/>
                  </a:lnTo>
                  <a:lnTo>
                    <a:pt x="123" y="266"/>
                  </a:lnTo>
                  <a:lnTo>
                    <a:pt x="126" y="270"/>
                  </a:lnTo>
                  <a:lnTo>
                    <a:pt x="126" y="275"/>
                  </a:lnTo>
                  <a:lnTo>
                    <a:pt x="126" y="275"/>
                  </a:lnTo>
                  <a:lnTo>
                    <a:pt x="132" y="274"/>
                  </a:lnTo>
                  <a:lnTo>
                    <a:pt x="137" y="275"/>
                  </a:lnTo>
                  <a:lnTo>
                    <a:pt x="137" y="275"/>
                  </a:lnTo>
                  <a:lnTo>
                    <a:pt x="139" y="274"/>
                  </a:lnTo>
                  <a:lnTo>
                    <a:pt x="139" y="270"/>
                  </a:lnTo>
                  <a:lnTo>
                    <a:pt x="141" y="264"/>
                  </a:lnTo>
                  <a:lnTo>
                    <a:pt x="141" y="264"/>
                  </a:lnTo>
                  <a:lnTo>
                    <a:pt x="146" y="263"/>
                  </a:lnTo>
                  <a:lnTo>
                    <a:pt x="152" y="259"/>
                  </a:lnTo>
                  <a:lnTo>
                    <a:pt x="152" y="259"/>
                  </a:lnTo>
                  <a:lnTo>
                    <a:pt x="150" y="255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57" y="250"/>
                  </a:lnTo>
                  <a:lnTo>
                    <a:pt x="157" y="250"/>
                  </a:lnTo>
                  <a:lnTo>
                    <a:pt x="161" y="252"/>
                  </a:lnTo>
                  <a:lnTo>
                    <a:pt x="161" y="252"/>
                  </a:lnTo>
                  <a:lnTo>
                    <a:pt x="159" y="252"/>
                  </a:lnTo>
                  <a:lnTo>
                    <a:pt x="159" y="253"/>
                  </a:lnTo>
                  <a:lnTo>
                    <a:pt x="159" y="257"/>
                  </a:lnTo>
                  <a:lnTo>
                    <a:pt x="159" y="257"/>
                  </a:lnTo>
                  <a:lnTo>
                    <a:pt x="161" y="257"/>
                  </a:lnTo>
                  <a:lnTo>
                    <a:pt x="163" y="255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70" y="253"/>
                  </a:lnTo>
                  <a:lnTo>
                    <a:pt x="175" y="255"/>
                  </a:lnTo>
                  <a:lnTo>
                    <a:pt x="175" y="255"/>
                  </a:lnTo>
                  <a:lnTo>
                    <a:pt x="179" y="250"/>
                  </a:lnTo>
                  <a:lnTo>
                    <a:pt x="183" y="244"/>
                  </a:lnTo>
                  <a:lnTo>
                    <a:pt x="183" y="244"/>
                  </a:lnTo>
                  <a:lnTo>
                    <a:pt x="186" y="250"/>
                  </a:lnTo>
                  <a:lnTo>
                    <a:pt x="186" y="253"/>
                  </a:lnTo>
                  <a:lnTo>
                    <a:pt x="186" y="255"/>
                  </a:lnTo>
                  <a:lnTo>
                    <a:pt x="190" y="255"/>
                  </a:lnTo>
                  <a:lnTo>
                    <a:pt x="190" y="255"/>
                  </a:lnTo>
                  <a:lnTo>
                    <a:pt x="192" y="248"/>
                  </a:lnTo>
                  <a:lnTo>
                    <a:pt x="194" y="243"/>
                  </a:lnTo>
                  <a:lnTo>
                    <a:pt x="194" y="243"/>
                  </a:lnTo>
                  <a:lnTo>
                    <a:pt x="201" y="243"/>
                  </a:lnTo>
                  <a:lnTo>
                    <a:pt x="201" y="243"/>
                  </a:lnTo>
                  <a:lnTo>
                    <a:pt x="201" y="239"/>
                  </a:lnTo>
                  <a:lnTo>
                    <a:pt x="201" y="235"/>
                  </a:lnTo>
                  <a:lnTo>
                    <a:pt x="201" y="232"/>
                  </a:lnTo>
                  <a:lnTo>
                    <a:pt x="203" y="228"/>
                  </a:lnTo>
                  <a:lnTo>
                    <a:pt x="203" y="228"/>
                  </a:lnTo>
                  <a:lnTo>
                    <a:pt x="205" y="228"/>
                  </a:lnTo>
                  <a:lnTo>
                    <a:pt x="206" y="228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03" y="239"/>
                  </a:lnTo>
                  <a:lnTo>
                    <a:pt x="203" y="244"/>
                  </a:lnTo>
                  <a:lnTo>
                    <a:pt x="203" y="246"/>
                  </a:lnTo>
                  <a:lnTo>
                    <a:pt x="205" y="248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5" y="235"/>
                  </a:lnTo>
                  <a:lnTo>
                    <a:pt x="215" y="230"/>
                  </a:lnTo>
                  <a:lnTo>
                    <a:pt x="215" y="226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4" y="221"/>
                  </a:lnTo>
                  <a:lnTo>
                    <a:pt x="214" y="217"/>
                  </a:lnTo>
                  <a:lnTo>
                    <a:pt x="212" y="212"/>
                  </a:lnTo>
                  <a:lnTo>
                    <a:pt x="212" y="206"/>
                  </a:lnTo>
                  <a:lnTo>
                    <a:pt x="217" y="199"/>
                  </a:lnTo>
                  <a:lnTo>
                    <a:pt x="217" y="199"/>
                  </a:lnTo>
                  <a:lnTo>
                    <a:pt x="217" y="192"/>
                  </a:lnTo>
                  <a:lnTo>
                    <a:pt x="217" y="184"/>
                  </a:lnTo>
                  <a:lnTo>
                    <a:pt x="217" y="177"/>
                  </a:lnTo>
                  <a:lnTo>
                    <a:pt x="217" y="170"/>
                  </a:lnTo>
                  <a:lnTo>
                    <a:pt x="217" y="170"/>
                  </a:lnTo>
                  <a:lnTo>
                    <a:pt x="219" y="166"/>
                  </a:lnTo>
                  <a:lnTo>
                    <a:pt x="221" y="166"/>
                  </a:lnTo>
                  <a:lnTo>
                    <a:pt x="225" y="166"/>
                  </a:lnTo>
                  <a:lnTo>
                    <a:pt x="226" y="164"/>
                  </a:lnTo>
                  <a:lnTo>
                    <a:pt x="226" y="164"/>
                  </a:lnTo>
                  <a:lnTo>
                    <a:pt x="228" y="162"/>
                  </a:lnTo>
                  <a:lnTo>
                    <a:pt x="226" y="161"/>
                  </a:lnTo>
                  <a:lnTo>
                    <a:pt x="225" y="159"/>
                  </a:lnTo>
                  <a:lnTo>
                    <a:pt x="225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46"/>
                  </a:lnTo>
                  <a:lnTo>
                    <a:pt x="234" y="137"/>
                  </a:lnTo>
                  <a:lnTo>
                    <a:pt x="232" y="128"/>
                  </a:lnTo>
                  <a:lnTo>
                    <a:pt x="226" y="119"/>
                  </a:lnTo>
                  <a:lnTo>
                    <a:pt x="226" y="119"/>
                  </a:lnTo>
                  <a:lnTo>
                    <a:pt x="225" y="108"/>
                  </a:lnTo>
                  <a:lnTo>
                    <a:pt x="210" y="104"/>
                  </a:lnTo>
                  <a:close/>
                  <a:moveTo>
                    <a:pt x="230" y="0"/>
                  </a:moveTo>
                  <a:lnTo>
                    <a:pt x="230" y="0"/>
                  </a:lnTo>
                  <a:lnTo>
                    <a:pt x="226" y="4"/>
                  </a:lnTo>
                  <a:lnTo>
                    <a:pt x="225" y="9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30" y="15"/>
                  </a:lnTo>
                  <a:lnTo>
                    <a:pt x="230" y="15"/>
                  </a:lnTo>
                  <a:lnTo>
                    <a:pt x="230" y="22"/>
                  </a:lnTo>
                  <a:lnTo>
                    <a:pt x="230" y="28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23" y="44"/>
                  </a:lnTo>
                  <a:lnTo>
                    <a:pt x="223" y="44"/>
                  </a:lnTo>
                  <a:lnTo>
                    <a:pt x="223" y="48"/>
                  </a:lnTo>
                  <a:lnTo>
                    <a:pt x="223" y="49"/>
                  </a:lnTo>
                  <a:lnTo>
                    <a:pt x="225" y="51"/>
                  </a:lnTo>
                  <a:lnTo>
                    <a:pt x="225" y="55"/>
                  </a:lnTo>
                  <a:lnTo>
                    <a:pt x="225" y="55"/>
                  </a:lnTo>
                  <a:lnTo>
                    <a:pt x="223" y="55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9" y="59"/>
                  </a:lnTo>
                  <a:lnTo>
                    <a:pt x="217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03" y="64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5" y="79"/>
                  </a:lnTo>
                  <a:lnTo>
                    <a:pt x="205" y="79"/>
                  </a:lnTo>
                  <a:lnTo>
                    <a:pt x="206" y="82"/>
                  </a:lnTo>
                  <a:lnTo>
                    <a:pt x="205" y="84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6"/>
                  </a:lnTo>
                  <a:lnTo>
                    <a:pt x="223" y="84"/>
                  </a:lnTo>
                  <a:lnTo>
                    <a:pt x="219" y="82"/>
                  </a:lnTo>
                  <a:lnTo>
                    <a:pt x="210" y="79"/>
                  </a:lnTo>
                  <a:lnTo>
                    <a:pt x="210" y="79"/>
                  </a:lnTo>
                  <a:lnTo>
                    <a:pt x="210" y="75"/>
                  </a:lnTo>
                  <a:lnTo>
                    <a:pt x="210" y="71"/>
                  </a:lnTo>
                  <a:lnTo>
                    <a:pt x="210" y="71"/>
                  </a:lnTo>
                  <a:lnTo>
                    <a:pt x="221" y="69"/>
                  </a:lnTo>
                  <a:lnTo>
                    <a:pt x="226" y="68"/>
                  </a:lnTo>
                  <a:lnTo>
                    <a:pt x="232" y="69"/>
                  </a:lnTo>
                  <a:lnTo>
                    <a:pt x="237" y="79"/>
                  </a:lnTo>
                  <a:lnTo>
                    <a:pt x="237" y="79"/>
                  </a:lnTo>
                  <a:lnTo>
                    <a:pt x="245" y="79"/>
                  </a:lnTo>
                  <a:lnTo>
                    <a:pt x="254" y="79"/>
                  </a:lnTo>
                  <a:lnTo>
                    <a:pt x="254" y="79"/>
                  </a:lnTo>
                  <a:lnTo>
                    <a:pt x="257" y="69"/>
                  </a:lnTo>
                  <a:lnTo>
                    <a:pt x="257" y="68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8" y="60"/>
                  </a:lnTo>
                  <a:lnTo>
                    <a:pt x="274" y="60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3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4"/>
                  </a:lnTo>
                  <a:lnTo>
                    <a:pt x="287" y="40"/>
                  </a:lnTo>
                  <a:lnTo>
                    <a:pt x="287" y="40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77" y="42"/>
                  </a:lnTo>
                  <a:lnTo>
                    <a:pt x="274" y="42"/>
                  </a:lnTo>
                  <a:lnTo>
                    <a:pt x="274" y="42"/>
                  </a:lnTo>
                  <a:lnTo>
                    <a:pt x="272" y="40"/>
                  </a:lnTo>
                  <a:lnTo>
                    <a:pt x="272" y="38"/>
                  </a:lnTo>
                  <a:lnTo>
                    <a:pt x="272" y="35"/>
                  </a:lnTo>
                  <a:lnTo>
                    <a:pt x="272" y="35"/>
                  </a:lnTo>
                  <a:lnTo>
                    <a:pt x="261" y="35"/>
                  </a:lnTo>
                  <a:lnTo>
                    <a:pt x="256" y="35"/>
                  </a:lnTo>
                  <a:lnTo>
                    <a:pt x="252" y="33"/>
                  </a:lnTo>
                  <a:lnTo>
                    <a:pt x="252" y="33"/>
                  </a:lnTo>
                  <a:lnTo>
                    <a:pt x="248" y="29"/>
                  </a:lnTo>
                  <a:lnTo>
                    <a:pt x="248" y="24"/>
                  </a:lnTo>
                  <a:lnTo>
                    <a:pt x="245" y="15"/>
                  </a:lnTo>
                  <a:lnTo>
                    <a:pt x="245" y="15"/>
                  </a:lnTo>
                  <a:lnTo>
                    <a:pt x="237" y="8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690919F0-9F55-4A6A-AF5D-2DEABB1B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3506118"/>
              <a:ext cx="54872" cy="23728"/>
            </a:xfrm>
            <a:custGeom>
              <a:avLst/>
              <a:gdLst>
                <a:gd name="T0" fmla="*/ 6 w 37"/>
                <a:gd name="T1" fmla="*/ 0 h 16"/>
                <a:gd name="T2" fmla="*/ 6 w 37"/>
                <a:gd name="T3" fmla="*/ 0 h 16"/>
                <a:gd name="T4" fmla="*/ 0 w 37"/>
                <a:gd name="T5" fmla="*/ 7 h 16"/>
                <a:gd name="T6" fmla="*/ 0 w 37"/>
                <a:gd name="T7" fmla="*/ 7 h 16"/>
                <a:gd name="T8" fmla="*/ 9 w 37"/>
                <a:gd name="T9" fmla="*/ 11 h 16"/>
                <a:gd name="T10" fmla="*/ 18 w 37"/>
                <a:gd name="T11" fmla="*/ 14 h 16"/>
                <a:gd name="T12" fmla="*/ 18 w 37"/>
                <a:gd name="T13" fmla="*/ 14 h 16"/>
                <a:gd name="T14" fmla="*/ 18 w 37"/>
                <a:gd name="T15" fmla="*/ 16 h 16"/>
                <a:gd name="T16" fmla="*/ 18 w 37"/>
                <a:gd name="T17" fmla="*/ 16 h 16"/>
                <a:gd name="T18" fmla="*/ 22 w 37"/>
                <a:gd name="T19" fmla="*/ 16 h 16"/>
                <a:gd name="T20" fmla="*/ 27 w 37"/>
                <a:gd name="T21" fmla="*/ 16 h 16"/>
                <a:gd name="T22" fmla="*/ 35 w 37"/>
                <a:gd name="T23" fmla="*/ 13 h 16"/>
                <a:gd name="T24" fmla="*/ 37 w 37"/>
                <a:gd name="T25" fmla="*/ 9 h 16"/>
                <a:gd name="T26" fmla="*/ 37 w 37"/>
                <a:gd name="T27" fmla="*/ 7 h 16"/>
                <a:gd name="T28" fmla="*/ 35 w 37"/>
                <a:gd name="T29" fmla="*/ 7 h 16"/>
                <a:gd name="T30" fmla="*/ 29 w 37"/>
                <a:gd name="T31" fmla="*/ 7 h 16"/>
                <a:gd name="T32" fmla="*/ 29 w 37"/>
                <a:gd name="T33" fmla="*/ 2 h 16"/>
                <a:gd name="T34" fmla="*/ 29 w 37"/>
                <a:gd name="T35" fmla="*/ 2 h 16"/>
                <a:gd name="T36" fmla="*/ 24 w 37"/>
                <a:gd name="T37" fmla="*/ 0 h 16"/>
                <a:gd name="T38" fmla="*/ 18 w 37"/>
                <a:gd name="T39" fmla="*/ 0 h 16"/>
                <a:gd name="T40" fmla="*/ 6 w 37"/>
                <a:gd name="T41" fmla="*/ 0 h 16"/>
                <a:gd name="T42" fmla="*/ 6 w 37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9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22" y="16"/>
                  </a:lnTo>
                  <a:lnTo>
                    <a:pt x="27" y="16"/>
                  </a:lnTo>
                  <a:lnTo>
                    <a:pt x="35" y="13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29" y="7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309EFA5B-A84E-43B6-B13C-A70B5297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581" y="3735983"/>
              <a:ext cx="151266" cy="197240"/>
            </a:xfrm>
            <a:custGeom>
              <a:avLst/>
              <a:gdLst>
                <a:gd name="T0" fmla="*/ 22 w 102"/>
                <a:gd name="T1" fmla="*/ 133 h 133"/>
                <a:gd name="T2" fmla="*/ 22 w 102"/>
                <a:gd name="T3" fmla="*/ 133 h 133"/>
                <a:gd name="T4" fmla="*/ 35 w 102"/>
                <a:gd name="T5" fmla="*/ 124 h 133"/>
                <a:gd name="T6" fmla="*/ 44 w 102"/>
                <a:gd name="T7" fmla="*/ 116 h 133"/>
                <a:gd name="T8" fmla="*/ 55 w 102"/>
                <a:gd name="T9" fmla="*/ 115 h 133"/>
                <a:gd name="T10" fmla="*/ 73 w 102"/>
                <a:gd name="T11" fmla="*/ 120 h 133"/>
                <a:gd name="T12" fmla="*/ 82 w 102"/>
                <a:gd name="T13" fmla="*/ 124 h 133"/>
                <a:gd name="T14" fmla="*/ 86 w 102"/>
                <a:gd name="T15" fmla="*/ 111 h 133"/>
                <a:gd name="T16" fmla="*/ 86 w 102"/>
                <a:gd name="T17" fmla="*/ 105 h 133"/>
                <a:gd name="T18" fmla="*/ 84 w 102"/>
                <a:gd name="T19" fmla="*/ 91 h 133"/>
                <a:gd name="T20" fmla="*/ 87 w 102"/>
                <a:gd name="T21" fmla="*/ 80 h 133"/>
                <a:gd name="T22" fmla="*/ 93 w 102"/>
                <a:gd name="T23" fmla="*/ 67 h 133"/>
                <a:gd name="T24" fmla="*/ 97 w 102"/>
                <a:gd name="T25" fmla="*/ 54 h 133"/>
                <a:gd name="T26" fmla="*/ 100 w 102"/>
                <a:gd name="T27" fmla="*/ 49 h 133"/>
                <a:gd name="T28" fmla="*/ 102 w 102"/>
                <a:gd name="T29" fmla="*/ 45 h 133"/>
                <a:gd name="T30" fmla="*/ 102 w 102"/>
                <a:gd name="T31" fmla="*/ 33 h 133"/>
                <a:gd name="T32" fmla="*/ 100 w 102"/>
                <a:gd name="T33" fmla="*/ 25 h 133"/>
                <a:gd name="T34" fmla="*/ 98 w 102"/>
                <a:gd name="T35" fmla="*/ 22 h 133"/>
                <a:gd name="T36" fmla="*/ 98 w 102"/>
                <a:gd name="T37" fmla="*/ 14 h 133"/>
                <a:gd name="T38" fmla="*/ 98 w 102"/>
                <a:gd name="T39" fmla="*/ 11 h 133"/>
                <a:gd name="T40" fmla="*/ 86 w 102"/>
                <a:gd name="T41" fmla="*/ 13 h 133"/>
                <a:gd name="T42" fmla="*/ 86 w 102"/>
                <a:gd name="T43" fmla="*/ 11 h 133"/>
                <a:gd name="T44" fmla="*/ 84 w 102"/>
                <a:gd name="T45" fmla="*/ 3 h 133"/>
                <a:gd name="T46" fmla="*/ 73 w 102"/>
                <a:gd name="T47" fmla="*/ 7 h 133"/>
                <a:gd name="T48" fmla="*/ 64 w 102"/>
                <a:gd name="T49" fmla="*/ 2 h 133"/>
                <a:gd name="T50" fmla="*/ 49 w 102"/>
                <a:gd name="T51" fmla="*/ 5 h 133"/>
                <a:gd name="T52" fmla="*/ 47 w 102"/>
                <a:gd name="T53" fmla="*/ 9 h 133"/>
                <a:gd name="T54" fmla="*/ 44 w 102"/>
                <a:gd name="T55" fmla="*/ 13 h 133"/>
                <a:gd name="T56" fmla="*/ 42 w 102"/>
                <a:gd name="T57" fmla="*/ 13 h 133"/>
                <a:gd name="T58" fmla="*/ 38 w 102"/>
                <a:gd name="T59" fmla="*/ 7 h 133"/>
                <a:gd name="T60" fmla="*/ 31 w 102"/>
                <a:gd name="T61" fmla="*/ 20 h 133"/>
                <a:gd name="T62" fmla="*/ 31 w 102"/>
                <a:gd name="T63" fmla="*/ 18 h 133"/>
                <a:gd name="T64" fmla="*/ 27 w 102"/>
                <a:gd name="T65" fmla="*/ 16 h 133"/>
                <a:gd name="T66" fmla="*/ 22 w 102"/>
                <a:gd name="T67" fmla="*/ 22 h 133"/>
                <a:gd name="T68" fmla="*/ 20 w 102"/>
                <a:gd name="T69" fmla="*/ 23 h 133"/>
                <a:gd name="T70" fmla="*/ 15 w 102"/>
                <a:gd name="T71" fmla="*/ 29 h 133"/>
                <a:gd name="T72" fmla="*/ 16 w 102"/>
                <a:gd name="T73" fmla="*/ 33 h 133"/>
                <a:gd name="T74" fmla="*/ 20 w 102"/>
                <a:gd name="T75" fmla="*/ 38 h 133"/>
                <a:gd name="T76" fmla="*/ 20 w 102"/>
                <a:gd name="T77" fmla="*/ 42 h 133"/>
                <a:gd name="T78" fmla="*/ 13 w 102"/>
                <a:gd name="T79" fmla="*/ 45 h 133"/>
                <a:gd name="T80" fmla="*/ 9 w 102"/>
                <a:gd name="T81" fmla="*/ 49 h 133"/>
                <a:gd name="T82" fmla="*/ 11 w 102"/>
                <a:gd name="T83" fmla="*/ 53 h 133"/>
                <a:gd name="T84" fmla="*/ 5 w 102"/>
                <a:gd name="T85" fmla="*/ 56 h 133"/>
                <a:gd name="T86" fmla="*/ 9 w 102"/>
                <a:gd name="T87" fmla="*/ 65 h 133"/>
                <a:gd name="T88" fmla="*/ 7 w 102"/>
                <a:gd name="T89" fmla="*/ 69 h 133"/>
                <a:gd name="T90" fmla="*/ 0 w 102"/>
                <a:gd name="T91" fmla="*/ 80 h 133"/>
                <a:gd name="T92" fmla="*/ 11 w 102"/>
                <a:gd name="T93" fmla="*/ 85 h 133"/>
                <a:gd name="T94" fmla="*/ 11 w 102"/>
                <a:gd name="T95" fmla="*/ 85 h 133"/>
                <a:gd name="T96" fmla="*/ 16 w 102"/>
                <a:gd name="T97" fmla="*/ 95 h 133"/>
                <a:gd name="T98" fmla="*/ 18 w 102"/>
                <a:gd name="T99" fmla="*/ 100 h 133"/>
                <a:gd name="T100" fmla="*/ 22 w 102"/>
                <a:gd name="T101" fmla="*/ 104 h 133"/>
                <a:gd name="T102" fmla="*/ 24 w 102"/>
                <a:gd name="T103" fmla="*/ 104 h 133"/>
                <a:gd name="T104" fmla="*/ 24 w 102"/>
                <a:gd name="T105" fmla="*/ 107 h 133"/>
                <a:gd name="T106" fmla="*/ 22 w 102"/>
                <a:gd name="T107" fmla="*/ 113 h 133"/>
                <a:gd name="T108" fmla="*/ 18 w 102"/>
                <a:gd name="T109" fmla="*/ 116 h 133"/>
                <a:gd name="T110" fmla="*/ 18 w 102"/>
                <a:gd name="T111" fmla="*/ 118 h 133"/>
                <a:gd name="T112" fmla="*/ 18 w 102"/>
                <a:gd name="T113" fmla="*/ 125 h 133"/>
                <a:gd name="T114" fmla="*/ 20 w 102"/>
                <a:gd name="T115" fmla="*/ 131 h 133"/>
                <a:gd name="T116" fmla="*/ 22 w 102"/>
                <a:gd name="T11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33">
                  <a:moveTo>
                    <a:pt x="22" y="133"/>
                  </a:moveTo>
                  <a:lnTo>
                    <a:pt x="22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7" y="129"/>
                  </a:lnTo>
                  <a:lnTo>
                    <a:pt x="35" y="124"/>
                  </a:lnTo>
                  <a:lnTo>
                    <a:pt x="40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55" y="115"/>
                  </a:lnTo>
                  <a:lnTo>
                    <a:pt x="64" y="116"/>
                  </a:lnTo>
                  <a:lnTo>
                    <a:pt x="73" y="120"/>
                  </a:lnTo>
                  <a:lnTo>
                    <a:pt x="80" y="122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6" y="111"/>
                  </a:lnTo>
                  <a:lnTo>
                    <a:pt x="86" y="111"/>
                  </a:lnTo>
                  <a:lnTo>
                    <a:pt x="86" y="105"/>
                  </a:lnTo>
                  <a:lnTo>
                    <a:pt x="86" y="102"/>
                  </a:lnTo>
                  <a:lnTo>
                    <a:pt x="84" y="91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74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7" y="54"/>
                  </a:lnTo>
                  <a:lnTo>
                    <a:pt x="97" y="54"/>
                  </a:lnTo>
                  <a:lnTo>
                    <a:pt x="100" y="49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33"/>
                  </a:lnTo>
                  <a:lnTo>
                    <a:pt x="102" y="33"/>
                  </a:lnTo>
                  <a:lnTo>
                    <a:pt x="102" y="29"/>
                  </a:lnTo>
                  <a:lnTo>
                    <a:pt x="100" y="25"/>
                  </a:lnTo>
                  <a:lnTo>
                    <a:pt x="98" y="23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14"/>
                  </a:lnTo>
                  <a:lnTo>
                    <a:pt x="98" y="11"/>
                  </a:lnTo>
                  <a:lnTo>
                    <a:pt x="98" y="11"/>
                  </a:lnTo>
                  <a:lnTo>
                    <a:pt x="93" y="13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4" y="7"/>
                  </a:lnTo>
                  <a:lnTo>
                    <a:pt x="84" y="3"/>
                  </a:lnTo>
                  <a:lnTo>
                    <a:pt x="78" y="3"/>
                  </a:lnTo>
                  <a:lnTo>
                    <a:pt x="73" y="7"/>
                  </a:lnTo>
                  <a:lnTo>
                    <a:pt x="66" y="7"/>
                  </a:lnTo>
                  <a:lnTo>
                    <a:pt x="64" y="2"/>
                  </a:lnTo>
                  <a:lnTo>
                    <a:pt x="5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47" y="9"/>
                  </a:lnTo>
                  <a:lnTo>
                    <a:pt x="47" y="11"/>
                  </a:lnTo>
                  <a:lnTo>
                    <a:pt x="44" y="13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0" y="11"/>
                  </a:lnTo>
                  <a:lnTo>
                    <a:pt x="38" y="7"/>
                  </a:lnTo>
                  <a:lnTo>
                    <a:pt x="33" y="1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6" y="25"/>
                  </a:lnTo>
                  <a:lnTo>
                    <a:pt x="15" y="29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1" y="47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2" y="76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3" y="8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7"/>
                  </a:lnTo>
                  <a:lnTo>
                    <a:pt x="24" y="107"/>
                  </a:lnTo>
                  <a:lnTo>
                    <a:pt x="22" y="113"/>
                  </a:lnTo>
                  <a:lnTo>
                    <a:pt x="22" y="115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8" y="118"/>
                  </a:lnTo>
                  <a:lnTo>
                    <a:pt x="18" y="120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20" y="131"/>
                  </a:lnTo>
                  <a:lnTo>
                    <a:pt x="22" y="133"/>
                  </a:lnTo>
                  <a:lnTo>
                    <a:pt x="22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21B86B95-8533-40A4-9312-7C423B38F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367" y="2605934"/>
              <a:ext cx="269907" cy="344057"/>
            </a:xfrm>
            <a:custGeom>
              <a:avLst/>
              <a:gdLst>
                <a:gd name="T0" fmla="*/ 22 w 182"/>
                <a:gd name="T1" fmla="*/ 75 h 232"/>
                <a:gd name="T2" fmla="*/ 25 w 182"/>
                <a:gd name="T3" fmla="*/ 66 h 232"/>
                <a:gd name="T4" fmla="*/ 33 w 182"/>
                <a:gd name="T5" fmla="*/ 60 h 232"/>
                <a:gd name="T6" fmla="*/ 53 w 182"/>
                <a:gd name="T7" fmla="*/ 73 h 232"/>
                <a:gd name="T8" fmla="*/ 71 w 182"/>
                <a:gd name="T9" fmla="*/ 110 h 232"/>
                <a:gd name="T10" fmla="*/ 91 w 182"/>
                <a:gd name="T11" fmla="*/ 126 h 232"/>
                <a:gd name="T12" fmla="*/ 116 w 182"/>
                <a:gd name="T13" fmla="*/ 141 h 232"/>
                <a:gd name="T14" fmla="*/ 126 w 182"/>
                <a:gd name="T15" fmla="*/ 150 h 232"/>
                <a:gd name="T16" fmla="*/ 129 w 182"/>
                <a:gd name="T17" fmla="*/ 155 h 232"/>
                <a:gd name="T18" fmla="*/ 136 w 182"/>
                <a:gd name="T19" fmla="*/ 162 h 232"/>
                <a:gd name="T20" fmla="*/ 146 w 182"/>
                <a:gd name="T21" fmla="*/ 172 h 232"/>
                <a:gd name="T22" fmla="*/ 144 w 182"/>
                <a:gd name="T23" fmla="*/ 190 h 232"/>
                <a:gd name="T24" fmla="*/ 140 w 182"/>
                <a:gd name="T25" fmla="*/ 204 h 232"/>
                <a:gd name="T26" fmla="*/ 93 w 182"/>
                <a:gd name="T27" fmla="*/ 204 h 232"/>
                <a:gd name="T28" fmla="*/ 104 w 182"/>
                <a:gd name="T29" fmla="*/ 219 h 232"/>
                <a:gd name="T30" fmla="*/ 133 w 182"/>
                <a:gd name="T31" fmla="*/ 217 h 232"/>
                <a:gd name="T32" fmla="*/ 133 w 182"/>
                <a:gd name="T33" fmla="*/ 208 h 232"/>
                <a:gd name="T34" fmla="*/ 147 w 182"/>
                <a:gd name="T35" fmla="*/ 210 h 232"/>
                <a:gd name="T36" fmla="*/ 164 w 182"/>
                <a:gd name="T37" fmla="*/ 179 h 232"/>
                <a:gd name="T38" fmla="*/ 155 w 182"/>
                <a:gd name="T39" fmla="*/ 168 h 232"/>
                <a:gd name="T40" fmla="*/ 155 w 182"/>
                <a:gd name="T41" fmla="*/ 161 h 232"/>
                <a:gd name="T42" fmla="*/ 164 w 182"/>
                <a:gd name="T43" fmla="*/ 153 h 232"/>
                <a:gd name="T44" fmla="*/ 178 w 182"/>
                <a:gd name="T45" fmla="*/ 164 h 232"/>
                <a:gd name="T46" fmla="*/ 175 w 182"/>
                <a:gd name="T47" fmla="*/ 146 h 232"/>
                <a:gd name="T48" fmla="*/ 162 w 182"/>
                <a:gd name="T49" fmla="*/ 137 h 232"/>
                <a:gd name="T50" fmla="*/ 153 w 182"/>
                <a:gd name="T51" fmla="*/ 133 h 232"/>
                <a:gd name="T52" fmla="*/ 149 w 182"/>
                <a:gd name="T53" fmla="*/ 124 h 232"/>
                <a:gd name="T54" fmla="*/ 129 w 182"/>
                <a:gd name="T55" fmla="*/ 115 h 232"/>
                <a:gd name="T56" fmla="*/ 115 w 182"/>
                <a:gd name="T57" fmla="*/ 100 h 232"/>
                <a:gd name="T58" fmla="*/ 111 w 182"/>
                <a:gd name="T59" fmla="*/ 88 h 232"/>
                <a:gd name="T60" fmla="*/ 85 w 182"/>
                <a:gd name="T61" fmla="*/ 68 h 232"/>
                <a:gd name="T62" fmla="*/ 87 w 182"/>
                <a:gd name="T63" fmla="*/ 53 h 232"/>
                <a:gd name="T64" fmla="*/ 89 w 182"/>
                <a:gd name="T65" fmla="*/ 44 h 232"/>
                <a:gd name="T66" fmla="*/ 98 w 182"/>
                <a:gd name="T67" fmla="*/ 37 h 232"/>
                <a:gd name="T68" fmla="*/ 107 w 182"/>
                <a:gd name="T69" fmla="*/ 33 h 232"/>
                <a:gd name="T70" fmla="*/ 107 w 182"/>
                <a:gd name="T71" fmla="*/ 22 h 232"/>
                <a:gd name="T72" fmla="*/ 104 w 182"/>
                <a:gd name="T73" fmla="*/ 17 h 232"/>
                <a:gd name="T74" fmla="*/ 105 w 182"/>
                <a:gd name="T75" fmla="*/ 6 h 232"/>
                <a:gd name="T76" fmla="*/ 91 w 182"/>
                <a:gd name="T77" fmla="*/ 8 h 232"/>
                <a:gd name="T78" fmla="*/ 85 w 182"/>
                <a:gd name="T79" fmla="*/ 6 h 232"/>
                <a:gd name="T80" fmla="*/ 76 w 182"/>
                <a:gd name="T81" fmla="*/ 4 h 232"/>
                <a:gd name="T82" fmla="*/ 69 w 182"/>
                <a:gd name="T83" fmla="*/ 2 h 232"/>
                <a:gd name="T84" fmla="*/ 60 w 182"/>
                <a:gd name="T85" fmla="*/ 0 h 232"/>
                <a:gd name="T86" fmla="*/ 58 w 182"/>
                <a:gd name="T87" fmla="*/ 6 h 232"/>
                <a:gd name="T88" fmla="*/ 60 w 182"/>
                <a:gd name="T89" fmla="*/ 11 h 232"/>
                <a:gd name="T90" fmla="*/ 54 w 182"/>
                <a:gd name="T91" fmla="*/ 11 h 232"/>
                <a:gd name="T92" fmla="*/ 47 w 182"/>
                <a:gd name="T93" fmla="*/ 17 h 232"/>
                <a:gd name="T94" fmla="*/ 42 w 182"/>
                <a:gd name="T95" fmla="*/ 22 h 232"/>
                <a:gd name="T96" fmla="*/ 40 w 182"/>
                <a:gd name="T97" fmla="*/ 28 h 232"/>
                <a:gd name="T98" fmla="*/ 33 w 182"/>
                <a:gd name="T99" fmla="*/ 26 h 232"/>
                <a:gd name="T100" fmla="*/ 25 w 182"/>
                <a:gd name="T101" fmla="*/ 18 h 232"/>
                <a:gd name="T102" fmla="*/ 22 w 182"/>
                <a:gd name="T103" fmla="*/ 28 h 232"/>
                <a:gd name="T104" fmla="*/ 9 w 182"/>
                <a:gd name="T105" fmla="*/ 39 h 232"/>
                <a:gd name="T106" fmla="*/ 3 w 182"/>
                <a:gd name="T107" fmla="*/ 44 h 232"/>
                <a:gd name="T108" fmla="*/ 2 w 182"/>
                <a:gd name="T109" fmla="*/ 51 h 232"/>
                <a:gd name="T110" fmla="*/ 3 w 182"/>
                <a:gd name="T111" fmla="*/ 55 h 232"/>
                <a:gd name="T112" fmla="*/ 3 w 182"/>
                <a:gd name="T113" fmla="*/ 66 h 232"/>
                <a:gd name="T114" fmla="*/ 11 w 182"/>
                <a:gd name="T115" fmla="*/ 68 h 232"/>
                <a:gd name="T116" fmla="*/ 7 w 182"/>
                <a:gd name="T117" fmla="*/ 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2" h="232">
                  <a:moveTo>
                    <a:pt x="11" y="77"/>
                  </a:moveTo>
                  <a:lnTo>
                    <a:pt x="11" y="77"/>
                  </a:lnTo>
                  <a:lnTo>
                    <a:pt x="16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5" y="69"/>
                  </a:lnTo>
                  <a:lnTo>
                    <a:pt x="25" y="66"/>
                  </a:lnTo>
                  <a:lnTo>
                    <a:pt x="29" y="64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3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5" y="66"/>
                  </a:lnTo>
                  <a:lnTo>
                    <a:pt x="53" y="73"/>
                  </a:lnTo>
                  <a:lnTo>
                    <a:pt x="56" y="80"/>
                  </a:lnTo>
                  <a:lnTo>
                    <a:pt x="60" y="88"/>
                  </a:lnTo>
                  <a:lnTo>
                    <a:pt x="67" y="102"/>
                  </a:lnTo>
                  <a:lnTo>
                    <a:pt x="71" y="110"/>
                  </a:lnTo>
                  <a:lnTo>
                    <a:pt x="78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91" y="126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13" y="141"/>
                  </a:lnTo>
                  <a:lnTo>
                    <a:pt x="116" y="141"/>
                  </a:lnTo>
                  <a:lnTo>
                    <a:pt x="122" y="144"/>
                  </a:lnTo>
                  <a:lnTo>
                    <a:pt x="122" y="150"/>
                  </a:lnTo>
                  <a:lnTo>
                    <a:pt x="122" y="150"/>
                  </a:lnTo>
                  <a:lnTo>
                    <a:pt x="126" y="150"/>
                  </a:lnTo>
                  <a:lnTo>
                    <a:pt x="127" y="150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5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3" y="161"/>
                  </a:lnTo>
                  <a:lnTo>
                    <a:pt x="136" y="162"/>
                  </a:lnTo>
                  <a:lnTo>
                    <a:pt x="140" y="164"/>
                  </a:lnTo>
                  <a:lnTo>
                    <a:pt x="144" y="166"/>
                  </a:lnTo>
                  <a:lnTo>
                    <a:pt x="144" y="166"/>
                  </a:lnTo>
                  <a:lnTo>
                    <a:pt x="146" y="172"/>
                  </a:lnTo>
                  <a:lnTo>
                    <a:pt x="146" y="181"/>
                  </a:lnTo>
                  <a:lnTo>
                    <a:pt x="146" y="190"/>
                  </a:lnTo>
                  <a:lnTo>
                    <a:pt x="146" y="19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2" y="199"/>
                  </a:lnTo>
                  <a:lnTo>
                    <a:pt x="140" y="204"/>
                  </a:lnTo>
                  <a:lnTo>
                    <a:pt x="140" y="204"/>
                  </a:lnTo>
                  <a:lnTo>
                    <a:pt x="129" y="206"/>
                  </a:lnTo>
                  <a:lnTo>
                    <a:pt x="115" y="206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3" y="208"/>
                  </a:lnTo>
                  <a:lnTo>
                    <a:pt x="95" y="212"/>
                  </a:lnTo>
                  <a:lnTo>
                    <a:pt x="95" y="212"/>
                  </a:lnTo>
                  <a:lnTo>
                    <a:pt x="104" y="219"/>
                  </a:lnTo>
                  <a:lnTo>
                    <a:pt x="113" y="223"/>
                  </a:lnTo>
                  <a:lnTo>
                    <a:pt x="131" y="232"/>
                  </a:lnTo>
                  <a:lnTo>
                    <a:pt x="131" y="232"/>
                  </a:lnTo>
                  <a:lnTo>
                    <a:pt x="133" y="217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3" y="212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6" y="208"/>
                  </a:lnTo>
                  <a:lnTo>
                    <a:pt x="140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58" y="193"/>
                  </a:lnTo>
                  <a:lnTo>
                    <a:pt x="162" y="184"/>
                  </a:lnTo>
                  <a:lnTo>
                    <a:pt x="164" y="179"/>
                  </a:lnTo>
                  <a:lnTo>
                    <a:pt x="162" y="175"/>
                  </a:lnTo>
                  <a:lnTo>
                    <a:pt x="162" y="175"/>
                  </a:lnTo>
                  <a:lnTo>
                    <a:pt x="158" y="172"/>
                  </a:lnTo>
                  <a:lnTo>
                    <a:pt x="155" y="168"/>
                  </a:lnTo>
                  <a:lnTo>
                    <a:pt x="155" y="168"/>
                  </a:lnTo>
                  <a:lnTo>
                    <a:pt x="155" y="164"/>
                  </a:lnTo>
                  <a:lnTo>
                    <a:pt x="155" y="161"/>
                  </a:lnTo>
                  <a:lnTo>
                    <a:pt x="155" y="161"/>
                  </a:lnTo>
                  <a:lnTo>
                    <a:pt x="157" y="157"/>
                  </a:lnTo>
                  <a:lnTo>
                    <a:pt x="158" y="153"/>
                  </a:lnTo>
                  <a:lnTo>
                    <a:pt x="162" y="153"/>
                  </a:lnTo>
                  <a:lnTo>
                    <a:pt x="164" y="153"/>
                  </a:lnTo>
                  <a:lnTo>
                    <a:pt x="171" y="155"/>
                  </a:lnTo>
                  <a:lnTo>
                    <a:pt x="178" y="159"/>
                  </a:lnTo>
                  <a:lnTo>
                    <a:pt x="178" y="164"/>
                  </a:lnTo>
                  <a:lnTo>
                    <a:pt x="178" y="164"/>
                  </a:lnTo>
                  <a:lnTo>
                    <a:pt x="180" y="164"/>
                  </a:lnTo>
                  <a:lnTo>
                    <a:pt x="182" y="162"/>
                  </a:lnTo>
                  <a:lnTo>
                    <a:pt x="180" y="157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69" y="141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0" y="137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3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9" y="128"/>
                  </a:lnTo>
                  <a:lnTo>
                    <a:pt x="149" y="124"/>
                  </a:lnTo>
                  <a:lnTo>
                    <a:pt x="147" y="119"/>
                  </a:lnTo>
                  <a:lnTo>
                    <a:pt x="147" y="119"/>
                  </a:lnTo>
                  <a:lnTo>
                    <a:pt x="136" y="119"/>
                  </a:lnTo>
                  <a:lnTo>
                    <a:pt x="129" y="115"/>
                  </a:lnTo>
                  <a:lnTo>
                    <a:pt x="122" y="111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5" y="100"/>
                  </a:lnTo>
                  <a:lnTo>
                    <a:pt x="115" y="97"/>
                  </a:lnTo>
                  <a:lnTo>
                    <a:pt x="113" y="93"/>
                  </a:lnTo>
                  <a:lnTo>
                    <a:pt x="111" y="88"/>
                  </a:lnTo>
                  <a:lnTo>
                    <a:pt x="111" y="88"/>
                  </a:lnTo>
                  <a:lnTo>
                    <a:pt x="107" y="82"/>
                  </a:lnTo>
                  <a:lnTo>
                    <a:pt x="100" y="77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5" y="64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7" y="53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39"/>
                  </a:lnTo>
                  <a:lnTo>
                    <a:pt x="87" y="39"/>
                  </a:lnTo>
                  <a:lnTo>
                    <a:pt x="98" y="3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05" y="31"/>
                  </a:lnTo>
                  <a:lnTo>
                    <a:pt x="107" y="28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18"/>
                  </a:lnTo>
                  <a:lnTo>
                    <a:pt x="107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2" y="17"/>
                  </a:lnTo>
                  <a:lnTo>
                    <a:pt x="102" y="15"/>
                  </a:lnTo>
                  <a:lnTo>
                    <a:pt x="102" y="11"/>
                  </a:lnTo>
                  <a:lnTo>
                    <a:pt x="105" y="6"/>
                  </a:lnTo>
                  <a:lnTo>
                    <a:pt x="105" y="6"/>
                  </a:lnTo>
                  <a:lnTo>
                    <a:pt x="95" y="6"/>
                  </a:lnTo>
                  <a:lnTo>
                    <a:pt x="95" y="6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4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9" y="0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65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8" y="13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8"/>
                  </a:lnTo>
                  <a:lnTo>
                    <a:pt x="44" y="18"/>
                  </a:lnTo>
                  <a:lnTo>
                    <a:pt x="42" y="18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9" y="24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18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8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7" y="40"/>
                  </a:lnTo>
                  <a:lnTo>
                    <a:pt x="5" y="42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9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1" y="7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3382D104-86CF-428A-918D-5A042A0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2806140"/>
              <a:ext cx="41524" cy="69702"/>
            </a:xfrm>
            <a:custGeom>
              <a:avLst/>
              <a:gdLst>
                <a:gd name="T0" fmla="*/ 13 w 28"/>
                <a:gd name="T1" fmla="*/ 0 h 47"/>
                <a:gd name="T2" fmla="*/ 13 w 28"/>
                <a:gd name="T3" fmla="*/ 0 h 47"/>
                <a:gd name="T4" fmla="*/ 0 w 28"/>
                <a:gd name="T5" fmla="*/ 7 h 47"/>
                <a:gd name="T6" fmla="*/ 0 w 28"/>
                <a:gd name="T7" fmla="*/ 7 h 47"/>
                <a:gd name="T8" fmla="*/ 2 w 28"/>
                <a:gd name="T9" fmla="*/ 26 h 47"/>
                <a:gd name="T10" fmla="*/ 4 w 28"/>
                <a:gd name="T11" fmla="*/ 35 h 47"/>
                <a:gd name="T12" fmla="*/ 6 w 28"/>
                <a:gd name="T13" fmla="*/ 44 h 47"/>
                <a:gd name="T14" fmla="*/ 6 w 28"/>
                <a:gd name="T15" fmla="*/ 44 h 47"/>
                <a:gd name="T16" fmla="*/ 8 w 28"/>
                <a:gd name="T17" fmla="*/ 46 h 47"/>
                <a:gd name="T18" fmla="*/ 11 w 28"/>
                <a:gd name="T19" fmla="*/ 47 h 47"/>
                <a:gd name="T20" fmla="*/ 11 w 28"/>
                <a:gd name="T21" fmla="*/ 47 h 47"/>
                <a:gd name="T22" fmla="*/ 15 w 28"/>
                <a:gd name="T23" fmla="*/ 47 h 47"/>
                <a:gd name="T24" fmla="*/ 17 w 28"/>
                <a:gd name="T25" fmla="*/ 47 h 47"/>
                <a:gd name="T26" fmla="*/ 15 w 28"/>
                <a:gd name="T27" fmla="*/ 46 h 47"/>
                <a:gd name="T28" fmla="*/ 22 w 28"/>
                <a:gd name="T29" fmla="*/ 44 h 47"/>
                <a:gd name="T30" fmla="*/ 22 w 28"/>
                <a:gd name="T31" fmla="*/ 44 h 47"/>
                <a:gd name="T32" fmla="*/ 26 w 28"/>
                <a:gd name="T33" fmla="*/ 24 h 47"/>
                <a:gd name="T34" fmla="*/ 26 w 28"/>
                <a:gd name="T35" fmla="*/ 24 h 47"/>
                <a:gd name="T36" fmla="*/ 28 w 28"/>
                <a:gd name="T37" fmla="*/ 11 h 47"/>
                <a:gd name="T38" fmla="*/ 28 w 28"/>
                <a:gd name="T39" fmla="*/ 11 h 47"/>
                <a:gd name="T40" fmla="*/ 20 w 28"/>
                <a:gd name="T41" fmla="*/ 0 h 47"/>
                <a:gd name="T42" fmla="*/ 20 w 28"/>
                <a:gd name="T43" fmla="*/ 0 h 47"/>
                <a:gd name="T44" fmla="*/ 13 w 28"/>
                <a:gd name="T45" fmla="*/ 0 h 47"/>
                <a:gd name="T46" fmla="*/ 13 w 28"/>
                <a:gd name="T4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7">
                  <a:moveTo>
                    <a:pt x="13" y="0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6"/>
                  </a:lnTo>
                  <a:lnTo>
                    <a:pt x="4" y="3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2F49015C-8B80-4E62-82F4-EF535D3CC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372" y="3068631"/>
              <a:ext cx="34110" cy="109742"/>
            </a:xfrm>
            <a:custGeom>
              <a:avLst/>
              <a:gdLst>
                <a:gd name="T0" fmla="*/ 5 w 23"/>
                <a:gd name="T1" fmla="*/ 22 h 74"/>
                <a:gd name="T2" fmla="*/ 3 w 23"/>
                <a:gd name="T3" fmla="*/ 33 h 74"/>
                <a:gd name="T4" fmla="*/ 5 w 23"/>
                <a:gd name="T5" fmla="*/ 22 h 74"/>
                <a:gd name="T6" fmla="*/ 23 w 23"/>
                <a:gd name="T7" fmla="*/ 13 h 74"/>
                <a:gd name="T8" fmla="*/ 22 w 23"/>
                <a:gd name="T9" fmla="*/ 14 h 74"/>
                <a:gd name="T10" fmla="*/ 23 w 23"/>
                <a:gd name="T11" fmla="*/ 23 h 74"/>
                <a:gd name="T12" fmla="*/ 23 w 23"/>
                <a:gd name="T13" fmla="*/ 22 h 74"/>
                <a:gd name="T14" fmla="*/ 23 w 23"/>
                <a:gd name="T15" fmla="*/ 27 h 74"/>
                <a:gd name="T16" fmla="*/ 23 w 23"/>
                <a:gd name="T17" fmla="*/ 34 h 74"/>
                <a:gd name="T18" fmla="*/ 22 w 23"/>
                <a:gd name="T19" fmla="*/ 36 h 74"/>
                <a:gd name="T20" fmla="*/ 18 w 23"/>
                <a:gd name="T21" fmla="*/ 38 h 74"/>
                <a:gd name="T22" fmla="*/ 14 w 23"/>
                <a:gd name="T23" fmla="*/ 36 h 74"/>
                <a:gd name="T24" fmla="*/ 16 w 23"/>
                <a:gd name="T25" fmla="*/ 31 h 74"/>
                <a:gd name="T26" fmla="*/ 18 w 23"/>
                <a:gd name="T27" fmla="*/ 23 h 74"/>
                <a:gd name="T28" fmla="*/ 16 w 23"/>
                <a:gd name="T29" fmla="*/ 14 h 74"/>
                <a:gd name="T30" fmla="*/ 18 w 23"/>
                <a:gd name="T31" fmla="*/ 14 h 74"/>
                <a:gd name="T32" fmla="*/ 23 w 23"/>
                <a:gd name="T33" fmla="*/ 11 h 74"/>
                <a:gd name="T34" fmla="*/ 23 w 23"/>
                <a:gd name="T35" fmla="*/ 11 h 74"/>
                <a:gd name="T36" fmla="*/ 23 w 23"/>
                <a:gd name="T37" fmla="*/ 0 h 74"/>
                <a:gd name="T38" fmla="*/ 16 w 23"/>
                <a:gd name="T39" fmla="*/ 2 h 74"/>
                <a:gd name="T40" fmla="*/ 16 w 23"/>
                <a:gd name="T41" fmla="*/ 3 h 74"/>
                <a:gd name="T42" fmla="*/ 7 w 23"/>
                <a:gd name="T43" fmla="*/ 11 h 74"/>
                <a:gd name="T44" fmla="*/ 7 w 23"/>
                <a:gd name="T45" fmla="*/ 20 h 74"/>
                <a:gd name="T46" fmla="*/ 5 w 23"/>
                <a:gd name="T47" fmla="*/ 22 h 74"/>
                <a:gd name="T48" fmla="*/ 3 w 23"/>
                <a:gd name="T49" fmla="*/ 33 h 74"/>
                <a:gd name="T50" fmla="*/ 5 w 23"/>
                <a:gd name="T51" fmla="*/ 42 h 74"/>
                <a:gd name="T52" fmla="*/ 7 w 23"/>
                <a:gd name="T53" fmla="*/ 74 h 74"/>
                <a:gd name="T54" fmla="*/ 14 w 23"/>
                <a:gd name="T55" fmla="*/ 65 h 74"/>
                <a:gd name="T56" fmla="*/ 20 w 23"/>
                <a:gd name="T57" fmla="*/ 53 h 74"/>
                <a:gd name="T58" fmla="*/ 20 w 23"/>
                <a:gd name="T59" fmla="*/ 44 h 74"/>
                <a:gd name="T60" fmla="*/ 22 w 23"/>
                <a:gd name="T61" fmla="*/ 36 h 74"/>
                <a:gd name="T62" fmla="*/ 16 w 23"/>
                <a:gd name="T63" fmla="*/ 38 h 74"/>
                <a:gd name="T64" fmla="*/ 14 w 23"/>
                <a:gd name="T65" fmla="*/ 36 h 74"/>
                <a:gd name="T66" fmla="*/ 18 w 23"/>
                <a:gd name="T67" fmla="*/ 23 h 74"/>
                <a:gd name="T68" fmla="*/ 16 w 23"/>
                <a:gd name="T69" fmla="*/ 18 h 74"/>
                <a:gd name="T70" fmla="*/ 18 w 23"/>
                <a:gd name="T71" fmla="*/ 13 h 74"/>
                <a:gd name="T72" fmla="*/ 22 w 23"/>
                <a:gd name="T73" fmla="*/ 13 h 74"/>
                <a:gd name="T74" fmla="*/ 23 w 23"/>
                <a:gd name="T75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74">
                  <a:moveTo>
                    <a:pt x="5" y="22"/>
                  </a:moveTo>
                  <a:lnTo>
                    <a:pt x="5" y="22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9" y="27"/>
                  </a:lnTo>
                  <a:lnTo>
                    <a:pt x="5" y="22"/>
                  </a:lnTo>
                  <a:close/>
                  <a:moveTo>
                    <a:pt x="23" y="11"/>
                  </a:moveTo>
                  <a:lnTo>
                    <a:pt x="23" y="13"/>
                  </a:lnTo>
                  <a:lnTo>
                    <a:pt x="23" y="13"/>
                  </a:lnTo>
                  <a:lnTo>
                    <a:pt x="22" y="14"/>
                  </a:lnTo>
                  <a:lnTo>
                    <a:pt x="22" y="18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  <a:moveTo>
                    <a:pt x="23" y="11"/>
                  </a:moveTo>
                  <a:lnTo>
                    <a:pt x="23" y="1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9" y="2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7" y="69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4" y="65"/>
                  </a:lnTo>
                  <a:lnTo>
                    <a:pt x="18" y="58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4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446FEA16-6E65-458A-9D82-309C29014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2887" y="2300435"/>
              <a:ext cx="91946" cy="146818"/>
            </a:xfrm>
            <a:custGeom>
              <a:avLst/>
              <a:gdLst>
                <a:gd name="T0" fmla="*/ 53 w 62"/>
                <a:gd name="T1" fmla="*/ 2 h 99"/>
                <a:gd name="T2" fmla="*/ 42 w 62"/>
                <a:gd name="T3" fmla="*/ 8 h 99"/>
                <a:gd name="T4" fmla="*/ 43 w 62"/>
                <a:gd name="T5" fmla="*/ 6 h 99"/>
                <a:gd name="T6" fmla="*/ 33 w 62"/>
                <a:gd name="T7" fmla="*/ 6 h 99"/>
                <a:gd name="T8" fmla="*/ 29 w 62"/>
                <a:gd name="T9" fmla="*/ 15 h 99"/>
                <a:gd name="T10" fmla="*/ 27 w 62"/>
                <a:gd name="T11" fmla="*/ 20 h 99"/>
                <a:gd name="T12" fmla="*/ 25 w 62"/>
                <a:gd name="T13" fmla="*/ 26 h 99"/>
                <a:gd name="T14" fmla="*/ 13 w 62"/>
                <a:gd name="T15" fmla="*/ 30 h 99"/>
                <a:gd name="T16" fmla="*/ 9 w 62"/>
                <a:gd name="T17" fmla="*/ 24 h 99"/>
                <a:gd name="T18" fmla="*/ 9 w 62"/>
                <a:gd name="T19" fmla="*/ 35 h 99"/>
                <a:gd name="T20" fmla="*/ 13 w 62"/>
                <a:gd name="T21" fmla="*/ 39 h 99"/>
                <a:gd name="T22" fmla="*/ 9 w 62"/>
                <a:gd name="T23" fmla="*/ 42 h 99"/>
                <a:gd name="T24" fmla="*/ 3 w 62"/>
                <a:gd name="T25" fmla="*/ 44 h 99"/>
                <a:gd name="T26" fmla="*/ 2 w 62"/>
                <a:gd name="T27" fmla="*/ 46 h 99"/>
                <a:gd name="T28" fmla="*/ 5 w 62"/>
                <a:gd name="T29" fmla="*/ 53 h 99"/>
                <a:gd name="T30" fmla="*/ 11 w 62"/>
                <a:gd name="T31" fmla="*/ 68 h 99"/>
                <a:gd name="T32" fmla="*/ 2 w 62"/>
                <a:gd name="T33" fmla="*/ 84 h 99"/>
                <a:gd name="T34" fmla="*/ 2 w 62"/>
                <a:gd name="T35" fmla="*/ 88 h 99"/>
                <a:gd name="T36" fmla="*/ 9 w 62"/>
                <a:gd name="T37" fmla="*/ 93 h 99"/>
                <a:gd name="T38" fmla="*/ 11 w 62"/>
                <a:gd name="T39" fmla="*/ 99 h 99"/>
                <a:gd name="T40" fmla="*/ 13 w 62"/>
                <a:gd name="T41" fmla="*/ 95 h 99"/>
                <a:gd name="T42" fmla="*/ 18 w 62"/>
                <a:gd name="T43" fmla="*/ 93 h 99"/>
                <a:gd name="T44" fmla="*/ 22 w 62"/>
                <a:gd name="T45" fmla="*/ 99 h 99"/>
                <a:gd name="T46" fmla="*/ 25 w 62"/>
                <a:gd name="T47" fmla="*/ 95 h 99"/>
                <a:gd name="T48" fmla="*/ 38 w 62"/>
                <a:gd name="T49" fmla="*/ 88 h 99"/>
                <a:gd name="T50" fmla="*/ 42 w 62"/>
                <a:gd name="T51" fmla="*/ 81 h 99"/>
                <a:gd name="T52" fmla="*/ 49 w 62"/>
                <a:gd name="T53" fmla="*/ 77 h 99"/>
                <a:gd name="T54" fmla="*/ 53 w 62"/>
                <a:gd name="T55" fmla="*/ 79 h 99"/>
                <a:gd name="T56" fmla="*/ 58 w 62"/>
                <a:gd name="T57" fmla="*/ 79 h 99"/>
                <a:gd name="T58" fmla="*/ 54 w 62"/>
                <a:gd name="T59" fmla="*/ 75 h 99"/>
                <a:gd name="T60" fmla="*/ 58 w 62"/>
                <a:gd name="T61" fmla="*/ 71 h 99"/>
                <a:gd name="T62" fmla="*/ 56 w 62"/>
                <a:gd name="T63" fmla="*/ 57 h 99"/>
                <a:gd name="T64" fmla="*/ 58 w 62"/>
                <a:gd name="T65" fmla="*/ 37 h 99"/>
                <a:gd name="T66" fmla="*/ 51 w 62"/>
                <a:gd name="T67" fmla="*/ 31 h 99"/>
                <a:gd name="T68" fmla="*/ 45 w 62"/>
                <a:gd name="T69" fmla="*/ 33 h 99"/>
                <a:gd name="T70" fmla="*/ 43 w 62"/>
                <a:gd name="T71" fmla="*/ 31 h 99"/>
                <a:gd name="T72" fmla="*/ 40 w 62"/>
                <a:gd name="T73" fmla="*/ 28 h 99"/>
                <a:gd name="T74" fmla="*/ 38 w 62"/>
                <a:gd name="T75" fmla="*/ 26 h 99"/>
                <a:gd name="T76" fmla="*/ 38 w 62"/>
                <a:gd name="T77" fmla="*/ 20 h 99"/>
                <a:gd name="T78" fmla="*/ 43 w 62"/>
                <a:gd name="T79" fmla="*/ 17 h 99"/>
                <a:gd name="T80" fmla="*/ 47 w 62"/>
                <a:gd name="T81" fmla="*/ 10 h 99"/>
                <a:gd name="T82" fmla="*/ 20 w 62"/>
                <a:gd name="T83" fmla="*/ 50 h 99"/>
                <a:gd name="T84" fmla="*/ 20 w 62"/>
                <a:gd name="T85" fmla="*/ 51 h 99"/>
                <a:gd name="T86" fmla="*/ 18 w 62"/>
                <a:gd name="T87" fmla="*/ 50 h 99"/>
                <a:gd name="T88" fmla="*/ 20 w 62"/>
                <a:gd name="T89" fmla="*/ 50 h 99"/>
                <a:gd name="T90" fmla="*/ 20 w 62"/>
                <a:gd name="T91" fmla="*/ 71 h 99"/>
                <a:gd name="T92" fmla="*/ 18 w 62"/>
                <a:gd name="T93" fmla="*/ 6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99">
                  <a:moveTo>
                    <a:pt x="53" y="8"/>
                  </a:moveTo>
                  <a:lnTo>
                    <a:pt x="53" y="8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5" y="26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3" y="33"/>
                  </a:lnTo>
                  <a:lnTo>
                    <a:pt x="13" y="37"/>
                  </a:lnTo>
                  <a:lnTo>
                    <a:pt x="13" y="39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9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3" y="50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1" y="68"/>
                  </a:lnTo>
                  <a:lnTo>
                    <a:pt x="5" y="84"/>
                  </a:lnTo>
                  <a:lnTo>
                    <a:pt x="5" y="84"/>
                  </a:lnTo>
                  <a:lnTo>
                    <a:pt x="2" y="8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3" y="93"/>
                  </a:lnTo>
                  <a:lnTo>
                    <a:pt x="5" y="91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9"/>
                  </a:lnTo>
                  <a:lnTo>
                    <a:pt x="11" y="99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8" y="93"/>
                  </a:lnTo>
                  <a:lnTo>
                    <a:pt x="18" y="93"/>
                  </a:lnTo>
                  <a:lnTo>
                    <a:pt x="20" y="97"/>
                  </a:lnTo>
                  <a:lnTo>
                    <a:pt x="22" y="99"/>
                  </a:lnTo>
                  <a:lnTo>
                    <a:pt x="25" y="99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8" y="88"/>
                  </a:lnTo>
                  <a:lnTo>
                    <a:pt x="42" y="88"/>
                  </a:lnTo>
                  <a:lnTo>
                    <a:pt x="42" y="88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9" y="81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3" y="79"/>
                  </a:lnTo>
                  <a:lnTo>
                    <a:pt x="54" y="79"/>
                  </a:lnTo>
                  <a:lnTo>
                    <a:pt x="58" y="79"/>
                  </a:lnTo>
                  <a:lnTo>
                    <a:pt x="58" y="79"/>
                  </a:lnTo>
                  <a:lnTo>
                    <a:pt x="58" y="77"/>
                  </a:lnTo>
                  <a:lnTo>
                    <a:pt x="56" y="75"/>
                  </a:lnTo>
                  <a:lnTo>
                    <a:pt x="54" y="75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71"/>
                  </a:lnTo>
                  <a:lnTo>
                    <a:pt x="60" y="68"/>
                  </a:lnTo>
                  <a:lnTo>
                    <a:pt x="58" y="62"/>
                  </a:lnTo>
                  <a:lnTo>
                    <a:pt x="56" y="57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58" y="37"/>
                  </a:lnTo>
                  <a:lnTo>
                    <a:pt x="62" y="33"/>
                  </a:lnTo>
                  <a:lnTo>
                    <a:pt x="54" y="35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3" y="31"/>
                  </a:lnTo>
                  <a:lnTo>
                    <a:pt x="43" y="3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40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3"/>
                  </a:lnTo>
                  <a:lnTo>
                    <a:pt x="47" y="10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20" y="50"/>
                  </a:moveTo>
                  <a:lnTo>
                    <a:pt x="20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0" y="50"/>
                  </a:lnTo>
                  <a:close/>
                  <a:moveTo>
                    <a:pt x="20" y="66"/>
                  </a:moveTo>
                  <a:lnTo>
                    <a:pt x="20" y="71"/>
                  </a:lnTo>
                  <a:lnTo>
                    <a:pt x="20" y="71"/>
                  </a:lnTo>
                  <a:lnTo>
                    <a:pt x="16" y="71"/>
                  </a:lnTo>
                  <a:lnTo>
                    <a:pt x="16" y="70"/>
                  </a:lnTo>
                  <a:lnTo>
                    <a:pt x="18" y="68"/>
                  </a:lnTo>
                  <a:lnTo>
                    <a:pt x="20" y="66"/>
                  </a:lnTo>
                  <a:lnTo>
                    <a:pt x="20" y="6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B58078EA-43E6-427C-977A-86B96FC7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631" y="2927746"/>
              <a:ext cx="231349" cy="250628"/>
            </a:xfrm>
            <a:custGeom>
              <a:avLst/>
              <a:gdLst>
                <a:gd name="T0" fmla="*/ 153 w 156"/>
                <a:gd name="T1" fmla="*/ 135 h 169"/>
                <a:gd name="T2" fmla="*/ 147 w 156"/>
                <a:gd name="T3" fmla="*/ 128 h 169"/>
                <a:gd name="T4" fmla="*/ 145 w 156"/>
                <a:gd name="T5" fmla="*/ 117 h 169"/>
                <a:gd name="T6" fmla="*/ 136 w 156"/>
                <a:gd name="T7" fmla="*/ 102 h 169"/>
                <a:gd name="T8" fmla="*/ 135 w 156"/>
                <a:gd name="T9" fmla="*/ 100 h 169"/>
                <a:gd name="T10" fmla="*/ 127 w 156"/>
                <a:gd name="T11" fmla="*/ 100 h 169"/>
                <a:gd name="T12" fmla="*/ 129 w 156"/>
                <a:gd name="T13" fmla="*/ 95 h 169"/>
                <a:gd name="T14" fmla="*/ 116 w 156"/>
                <a:gd name="T15" fmla="*/ 84 h 169"/>
                <a:gd name="T16" fmla="*/ 111 w 156"/>
                <a:gd name="T17" fmla="*/ 77 h 169"/>
                <a:gd name="T18" fmla="*/ 107 w 156"/>
                <a:gd name="T19" fmla="*/ 69 h 169"/>
                <a:gd name="T20" fmla="*/ 104 w 156"/>
                <a:gd name="T21" fmla="*/ 62 h 169"/>
                <a:gd name="T22" fmla="*/ 105 w 156"/>
                <a:gd name="T23" fmla="*/ 60 h 169"/>
                <a:gd name="T24" fmla="*/ 105 w 156"/>
                <a:gd name="T25" fmla="*/ 53 h 169"/>
                <a:gd name="T26" fmla="*/ 111 w 156"/>
                <a:gd name="T27" fmla="*/ 53 h 169"/>
                <a:gd name="T28" fmla="*/ 113 w 156"/>
                <a:gd name="T29" fmla="*/ 47 h 169"/>
                <a:gd name="T30" fmla="*/ 111 w 156"/>
                <a:gd name="T31" fmla="*/ 40 h 169"/>
                <a:gd name="T32" fmla="*/ 118 w 156"/>
                <a:gd name="T33" fmla="*/ 40 h 169"/>
                <a:gd name="T34" fmla="*/ 118 w 156"/>
                <a:gd name="T35" fmla="*/ 36 h 169"/>
                <a:gd name="T36" fmla="*/ 114 w 156"/>
                <a:gd name="T37" fmla="*/ 36 h 169"/>
                <a:gd name="T38" fmla="*/ 105 w 156"/>
                <a:gd name="T39" fmla="*/ 33 h 169"/>
                <a:gd name="T40" fmla="*/ 102 w 156"/>
                <a:gd name="T41" fmla="*/ 33 h 169"/>
                <a:gd name="T42" fmla="*/ 98 w 156"/>
                <a:gd name="T43" fmla="*/ 29 h 169"/>
                <a:gd name="T44" fmla="*/ 94 w 156"/>
                <a:gd name="T45" fmla="*/ 27 h 169"/>
                <a:gd name="T46" fmla="*/ 93 w 156"/>
                <a:gd name="T47" fmla="*/ 24 h 169"/>
                <a:gd name="T48" fmla="*/ 93 w 156"/>
                <a:gd name="T49" fmla="*/ 20 h 169"/>
                <a:gd name="T50" fmla="*/ 91 w 156"/>
                <a:gd name="T51" fmla="*/ 18 h 169"/>
                <a:gd name="T52" fmla="*/ 91 w 156"/>
                <a:gd name="T53" fmla="*/ 13 h 169"/>
                <a:gd name="T54" fmla="*/ 87 w 156"/>
                <a:gd name="T55" fmla="*/ 4 h 169"/>
                <a:gd name="T56" fmla="*/ 74 w 156"/>
                <a:gd name="T57" fmla="*/ 2 h 169"/>
                <a:gd name="T58" fmla="*/ 67 w 156"/>
                <a:gd name="T59" fmla="*/ 4 h 169"/>
                <a:gd name="T60" fmla="*/ 62 w 156"/>
                <a:gd name="T61" fmla="*/ 4 h 169"/>
                <a:gd name="T62" fmla="*/ 56 w 156"/>
                <a:gd name="T63" fmla="*/ 2 h 169"/>
                <a:gd name="T64" fmla="*/ 53 w 156"/>
                <a:gd name="T65" fmla="*/ 7 h 169"/>
                <a:gd name="T66" fmla="*/ 49 w 156"/>
                <a:gd name="T67" fmla="*/ 15 h 169"/>
                <a:gd name="T68" fmla="*/ 42 w 156"/>
                <a:gd name="T69" fmla="*/ 24 h 169"/>
                <a:gd name="T70" fmla="*/ 43 w 156"/>
                <a:gd name="T71" fmla="*/ 33 h 169"/>
                <a:gd name="T72" fmla="*/ 40 w 156"/>
                <a:gd name="T73" fmla="*/ 36 h 169"/>
                <a:gd name="T74" fmla="*/ 40 w 156"/>
                <a:gd name="T75" fmla="*/ 42 h 169"/>
                <a:gd name="T76" fmla="*/ 40 w 156"/>
                <a:gd name="T77" fmla="*/ 51 h 169"/>
                <a:gd name="T78" fmla="*/ 32 w 156"/>
                <a:gd name="T79" fmla="*/ 66 h 169"/>
                <a:gd name="T80" fmla="*/ 53 w 156"/>
                <a:gd name="T81" fmla="*/ 144 h 169"/>
                <a:gd name="T82" fmla="*/ 67 w 156"/>
                <a:gd name="T83" fmla="*/ 159 h 169"/>
                <a:gd name="T84" fmla="*/ 107 w 156"/>
                <a:gd name="T85" fmla="*/ 169 h 169"/>
                <a:gd name="T86" fmla="*/ 136 w 156"/>
                <a:gd name="T87" fmla="*/ 142 h 169"/>
                <a:gd name="T88" fmla="*/ 122 w 156"/>
                <a:gd name="T89" fmla="*/ 157 h 169"/>
                <a:gd name="T90" fmla="*/ 131 w 156"/>
                <a:gd name="T91" fmla="*/ 148 h 169"/>
                <a:gd name="T92" fmla="*/ 140 w 156"/>
                <a:gd name="T93" fmla="*/ 146 h 169"/>
                <a:gd name="T94" fmla="*/ 155 w 156"/>
                <a:gd name="T95" fmla="*/ 151 h 169"/>
                <a:gd name="T96" fmla="*/ 155 w 156"/>
                <a:gd name="T97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" h="169">
                  <a:moveTo>
                    <a:pt x="156" y="148"/>
                  </a:moveTo>
                  <a:lnTo>
                    <a:pt x="153" y="142"/>
                  </a:lnTo>
                  <a:lnTo>
                    <a:pt x="153" y="135"/>
                  </a:lnTo>
                  <a:lnTo>
                    <a:pt x="147" y="135"/>
                  </a:lnTo>
                  <a:lnTo>
                    <a:pt x="147" y="135"/>
                  </a:lnTo>
                  <a:lnTo>
                    <a:pt x="147" y="128"/>
                  </a:lnTo>
                  <a:lnTo>
                    <a:pt x="147" y="122"/>
                  </a:lnTo>
                  <a:lnTo>
                    <a:pt x="147" y="122"/>
                  </a:lnTo>
                  <a:lnTo>
                    <a:pt x="145" y="117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7" y="100"/>
                  </a:lnTo>
                  <a:lnTo>
                    <a:pt x="127" y="98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9" y="95"/>
                  </a:lnTo>
                  <a:lnTo>
                    <a:pt x="124" y="88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82"/>
                  </a:lnTo>
                  <a:lnTo>
                    <a:pt x="111" y="77"/>
                  </a:lnTo>
                  <a:lnTo>
                    <a:pt x="111" y="73"/>
                  </a:lnTo>
                  <a:lnTo>
                    <a:pt x="107" y="69"/>
                  </a:lnTo>
                  <a:lnTo>
                    <a:pt x="107" y="69"/>
                  </a:lnTo>
                  <a:lnTo>
                    <a:pt x="107" y="67"/>
                  </a:lnTo>
                  <a:lnTo>
                    <a:pt x="105" y="66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04" y="60"/>
                  </a:lnTo>
                  <a:lnTo>
                    <a:pt x="105" y="60"/>
                  </a:lnTo>
                  <a:lnTo>
                    <a:pt x="107" y="58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7" y="53"/>
                  </a:lnTo>
                  <a:lnTo>
                    <a:pt x="111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47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0"/>
                  </a:lnTo>
                  <a:lnTo>
                    <a:pt x="113" y="40"/>
                  </a:lnTo>
                  <a:lnTo>
                    <a:pt x="116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20" y="38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6" y="35"/>
                  </a:lnTo>
                  <a:lnTo>
                    <a:pt x="114" y="36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5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100" y="31"/>
                  </a:lnTo>
                  <a:lnTo>
                    <a:pt x="98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6" y="29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1" y="16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89" y="7"/>
                  </a:lnTo>
                  <a:lnTo>
                    <a:pt x="87" y="4"/>
                  </a:lnTo>
                  <a:lnTo>
                    <a:pt x="83" y="2"/>
                  </a:lnTo>
                  <a:lnTo>
                    <a:pt x="76" y="6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7"/>
                  </a:lnTo>
                  <a:lnTo>
                    <a:pt x="51" y="11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3" y="18"/>
                  </a:lnTo>
                  <a:lnTo>
                    <a:pt x="42" y="2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43" y="33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2" y="66"/>
                  </a:lnTo>
                  <a:lnTo>
                    <a:pt x="0" y="91"/>
                  </a:lnTo>
                  <a:lnTo>
                    <a:pt x="9" y="118"/>
                  </a:lnTo>
                  <a:lnTo>
                    <a:pt x="53" y="144"/>
                  </a:lnTo>
                  <a:lnTo>
                    <a:pt x="54" y="149"/>
                  </a:lnTo>
                  <a:lnTo>
                    <a:pt x="65" y="149"/>
                  </a:lnTo>
                  <a:lnTo>
                    <a:pt x="67" y="159"/>
                  </a:lnTo>
                  <a:lnTo>
                    <a:pt x="80" y="166"/>
                  </a:lnTo>
                  <a:lnTo>
                    <a:pt x="107" y="169"/>
                  </a:lnTo>
                  <a:lnTo>
                    <a:pt x="107" y="169"/>
                  </a:lnTo>
                  <a:lnTo>
                    <a:pt x="118" y="162"/>
                  </a:lnTo>
                  <a:lnTo>
                    <a:pt x="127" y="153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35" y="142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25" y="153"/>
                  </a:lnTo>
                  <a:lnTo>
                    <a:pt x="131" y="148"/>
                  </a:lnTo>
                  <a:lnTo>
                    <a:pt x="135" y="146"/>
                  </a:lnTo>
                  <a:lnTo>
                    <a:pt x="135" y="146"/>
                  </a:lnTo>
                  <a:lnTo>
                    <a:pt x="140" y="146"/>
                  </a:lnTo>
                  <a:lnTo>
                    <a:pt x="144" y="146"/>
                  </a:lnTo>
                  <a:lnTo>
                    <a:pt x="144" y="146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5" y="149"/>
                  </a:lnTo>
                  <a:lnTo>
                    <a:pt x="155" y="148"/>
                  </a:lnTo>
                  <a:lnTo>
                    <a:pt x="156" y="148"/>
                  </a:lnTo>
                  <a:lnTo>
                    <a:pt x="156" y="14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3E65B87D-6132-43A4-8554-CD71E33D5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2091" y="3881317"/>
              <a:ext cx="1070730" cy="496807"/>
            </a:xfrm>
            <a:custGeom>
              <a:avLst/>
              <a:gdLst>
                <a:gd name="T0" fmla="*/ 687 w 722"/>
                <a:gd name="T1" fmla="*/ 162 h 335"/>
                <a:gd name="T2" fmla="*/ 640 w 722"/>
                <a:gd name="T3" fmla="*/ 186 h 335"/>
                <a:gd name="T4" fmla="*/ 603 w 722"/>
                <a:gd name="T5" fmla="*/ 137 h 335"/>
                <a:gd name="T6" fmla="*/ 585 w 722"/>
                <a:gd name="T7" fmla="*/ 157 h 335"/>
                <a:gd name="T8" fmla="*/ 585 w 722"/>
                <a:gd name="T9" fmla="*/ 179 h 335"/>
                <a:gd name="T10" fmla="*/ 625 w 722"/>
                <a:gd name="T11" fmla="*/ 197 h 335"/>
                <a:gd name="T12" fmla="*/ 667 w 722"/>
                <a:gd name="T13" fmla="*/ 221 h 335"/>
                <a:gd name="T14" fmla="*/ 693 w 722"/>
                <a:gd name="T15" fmla="*/ 283 h 335"/>
                <a:gd name="T16" fmla="*/ 17 w 722"/>
                <a:gd name="T17" fmla="*/ 64 h 335"/>
                <a:gd name="T18" fmla="*/ 110 w 722"/>
                <a:gd name="T19" fmla="*/ 78 h 335"/>
                <a:gd name="T20" fmla="*/ 531 w 722"/>
                <a:gd name="T21" fmla="*/ 111 h 335"/>
                <a:gd name="T22" fmla="*/ 521 w 722"/>
                <a:gd name="T23" fmla="*/ 102 h 335"/>
                <a:gd name="T24" fmla="*/ 48 w 722"/>
                <a:gd name="T25" fmla="*/ 99 h 335"/>
                <a:gd name="T26" fmla="*/ 418 w 722"/>
                <a:gd name="T27" fmla="*/ 97 h 335"/>
                <a:gd name="T28" fmla="*/ 388 w 722"/>
                <a:gd name="T29" fmla="*/ 133 h 335"/>
                <a:gd name="T30" fmla="*/ 399 w 722"/>
                <a:gd name="T31" fmla="*/ 222 h 335"/>
                <a:gd name="T32" fmla="*/ 423 w 722"/>
                <a:gd name="T33" fmla="*/ 215 h 335"/>
                <a:gd name="T34" fmla="*/ 436 w 722"/>
                <a:gd name="T35" fmla="*/ 186 h 335"/>
                <a:gd name="T36" fmla="*/ 432 w 722"/>
                <a:gd name="T37" fmla="*/ 151 h 335"/>
                <a:gd name="T38" fmla="*/ 418 w 722"/>
                <a:gd name="T39" fmla="*/ 137 h 335"/>
                <a:gd name="T40" fmla="*/ 474 w 722"/>
                <a:gd name="T41" fmla="*/ 97 h 335"/>
                <a:gd name="T42" fmla="*/ 512 w 722"/>
                <a:gd name="T43" fmla="*/ 137 h 335"/>
                <a:gd name="T44" fmla="*/ 64 w 722"/>
                <a:gd name="T45" fmla="*/ 140 h 335"/>
                <a:gd name="T46" fmla="*/ 172 w 722"/>
                <a:gd name="T47" fmla="*/ 162 h 335"/>
                <a:gd name="T48" fmla="*/ 461 w 722"/>
                <a:gd name="T49" fmla="*/ 157 h 335"/>
                <a:gd name="T50" fmla="*/ 82 w 722"/>
                <a:gd name="T51" fmla="*/ 170 h 335"/>
                <a:gd name="T52" fmla="*/ 521 w 722"/>
                <a:gd name="T53" fmla="*/ 186 h 335"/>
                <a:gd name="T54" fmla="*/ 510 w 722"/>
                <a:gd name="T55" fmla="*/ 188 h 335"/>
                <a:gd name="T56" fmla="*/ 436 w 722"/>
                <a:gd name="T57" fmla="*/ 221 h 335"/>
                <a:gd name="T58" fmla="*/ 182 w 722"/>
                <a:gd name="T59" fmla="*/ 252 h 335"/>
                <a:gd name="T60" fmla="*/ 235 w 722"/>
                <a:gd name="T61" fmla="*/ 264 h 335"/>
                <a:gd name="T62" fmla="*/ 310 w 722"/>
                <a:gd name="T63" fmla="*/ 272 h 335"/>
                <a:gd name="T64" fmla="*/ 255 w 722"/>
                <a:gd name="T65" fmla="*/ 237 h 335"/>
                <a:gd name="T66" fmla="*/ 181 w 722"/>
                <a:gd name="T67" fmla="*/ 232 h 335"/>
                <a:gd name="T68" fmla="*/ 622 w 722"/>
                <a:gd name="T69" fmla="*/ 250 h 335"/>
                <a:gd name="T70" fmla="*/ 571 w 722"/>
                <a:gd name="T71" fmla="*/ 273 h 335"/>
                <a:gd name="T72" fmla="*/ 314 w 722"/>
                <a:gd name="T73" fmla="*/ 275 h 335"/>
                <a:gd name="T74" fmla="*/ 321 w 722"/>
                <a:gd name="T75" fmla="*/ 279 h 335"/>
                <a:gd name="T76" fmla="*/ 346 w 722"/>
                <a:gd name="T77" fmla="*/ 290 h 335"/>
                <a:gd name="T78" fmla="*/ 357 w 722"/>
                <a:gd name="T79" fmla="*/ 290 h 335"/>
                <a:gd name="T80" fmla="*/ 403 w 722"/>
                <a:gd name="T81" fmla="*/ 283 h 335"/>
                <a:gd name="T82" fmla="*/ 430 w 722"/>
                <a:gd name="T83" fmla="*/ 286 h 335"/>
                <a:gd name="T84" fmla="*/ 465 w 722"/>
                <a:gd name="T85" fmla="*/ 301 h 335"/>
                <a:gd name="T86" fmla="*/ 436 w 722"/>
                <a:gd name="T87" fmla="*/ 334 h 335"/>
                <a:gd name="T88" fmla="*/ 510 w 722"/>
                <a:gd name="T89" fmla="*/ 288 h 335"/>
                <a:gd name="T90" fmla="*/ 117 w 722"/>
                <a:gd name="T91" fmla="*/ 95 h 335"/>
                <a:gd name="T92" fmla="*/ 226 w 722"/>
                <a:gd name="T93" fmla="*/ 142 h 335"/>
                <a:gd name="T94" fmla="*/ 306 w 722"/>
                <a:gd name="T95" fmla="*/ 179 h 335"/>
                <a:gd name="T96" fmla="*/ 343 w 722"/>
                <a:gd name="T97" fmla="*/ 162 h 335"/>
                <a:gd name="T98" fmla="*/ 370 w 722"/>
                <a:gd name="T99" fmla="*/ 104 h 335"/>
                <a:gd name="T100" fmla="*/ 354 w 722"/>
                <a:gd name="T101" fmla="*/ 53 h 335"/>
                <a:gd name="T102" fmla="*/ 310 w 722"/>
                <a:gd name="T103" fmla="*/ 78 h 335"/>
                <a:gd name="T104" fmla="*/ 2 w 722"/>
                <a:gd name="T105" fmla="*/ 6 h 335"/>
                <a:gd name="T106" fmla="*/ 62 w 722"/>
                <a:gd name="T107" fmla="*/ 80 h 335"/>
                <a:gd name="T108" fmla="*/ 113 w 722"/>
                <a:gd name="T109" fmla="*/ 182 h 335"/>
                <a:gd name="T110" fmla="*/ 157 w 722"/>
                <a:gd name="T111" fmla="*/ 221 h 335"/>
                <a:gd name="T112" fmla="*/ 155 w 722"/>
                <a:gd name="T113" fmla="*/ 164 h 335"/>
                <a:gd name="T114" fmla="*/ 131 w 722"/>
                <a:gd name="T115" fmla="*/ 104 h 335"/>
                <a:gd name="T116" fmla="*/ 99 w 722"/>
                <a:gd name="T117" fmla="*/ 71 h 335"/>
                <a:gd name="T118" fmla="*/ 73 w 722"/>
                <a:gd name="T119" fmla="*/ 48 h 335"/>
                <a:gd name="T120" fmla="*/ 13 w 722"/>
                <a:gd name="T121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2" h="335">
                  <a:moveTo>
                    <a:pt x="722" y="304"/>
                  </a:moveTo>
                  <a:lnTo>
                    <a:pt x="722" y="261"/>
                  </a:lnTo>
                  <a:lnTo>
                    <a:pt x="718" y="253"/>
                  </a:lnTo>
                  <a:lnTo>
                    <a:pt x="722" y="248"/>
                  </a:lnTo>
                  <a:lnTo>
                    <a:pt x="720" y="175"/>
                  </a:lnTo>
                  <a:lnTo>
                    <a:pt x="720" y="175"/>
                  </a:lnTo>
                  <a:lnTo>
                    <a:pt x="718" y="175"/>
                  </a:lnTo>
                  <a:lnTo>
                    <a:pt x="718" y="173"/>
                  </a:lnTo>
                  <a:lnTo>
                    <a:pt x="718" y="173"/>
                  </a:lnTo>
                  <a:lnTo>
                    <a:pt x="718" y="171"/>
                  </a:lnTo>
                  <a:lnTo>
                    <a:pt x="718" y="171"/>
                  </a:lnTo>
                  <a:lnTo>
                    <a:pt x="713" y="171"/>
                  </a:lnTo>
                  <a:lnTo>
                    <a:pt x="709" y="171"/>
                  </a:lnTo>
                  <a:lnTo>
                    <a:pt x="705" y="171"/>
                  </a:lnTo>
                  <a:lnTo>
                    <a:pt x="700" y="171"/>
                  </a:lnTo>
                  <a:lnTo>
                    <a:pt x="700" y="171"/>
                  </a:lnTo>
                  <a:lnTo>
                    <a:pt x="693" y="168"/>
                  </a:lnTo>
                  <a:lnTo>
                    <a:pt x="687" y="162"/>
                  </a:lnTo>
                  <a:lnTo>
                    <a:pt x="678" y="157"/>
                  </a:lnTo>
                  <a:lnTo>
                    <a:pt x="674" y="157"/>
                  </a:lnTo>
                  <a:lnTo>
                    <a:pt x="669" y="157"/>
                  </a:lnTo>
                  <a:lnTo>
                    <a:pt x="669" y="157"/>
                  </a:lnTo>
                  <a:lnTo>
                    <a:pt x="667" y="159"/>
                  </a:lnTo>
                  <a:lnTo>
                    <a:pt x="665" y="162"/>
                  </a:lnTo>
                  <a:lnTo>
                    <a:pt x="664" y="166"/>
                  </a:lnTo>
                  <a:lnTo>
                    <a:pt x="664" y="166"/>
                  </a:lnTo>
                  <a:lnTo>
                    <a:pt x="660" y="168"/>
                  </a:lnTo>
                  <a:lnTo>
                    <a:pt x="658" y="170"/>
                  </a:lnTo>
                  <a:lnTo>
                    <a:pt x="654" y="170"/>
                  </a:lnTo>
                  <a:lnTo>
                    <a:pt x="651" y="171"/>
                  </a:lnTo>
                  <a:lnTo>
                    <a:pt x="651" y="171"/>
                  </a:lnTo>
                  <a:lnTo>
                    <a:pt x="649" y="179"/>
                  </a:lnTo>
                  <a:lnTo>
                    <a:pt x="647" y="184"/>
                  </a:lnTo>
                  <a:lnTo>
                    <a:pt x="647" y="184"/>
                  </a:lnTo>
                  <a:lnTo>
                    <a:pt x="643" y="186"/>
                  </a:lnTo>
                  <a:lnTo>
                    <a:pt x="640" y="186"/>
                  </a:lnTo>
                  <a:lnTo>
                    <a:pt x="636" y="186"/>
                  </a:lnTo>
                  <a:lnTo>
                    <a:pt x="633" y="186"/>
                  </a:lnTo>
                  <a:lnTo>
                    <a:pt x="633" y="186"/>
                  </a:lnTo>
                  <a:lnTo>
                    <a:pt x="629" y="181"/>
                  </a:lnTo>
                  <a:lnTo>
                    <a:pt x="627" y="171"/>
                  </a:lnTo>
                  <a:lnTo>
                    <a:pt x="627" y="171"/>
                  </a:lnTo>
                  <a:lnTo>
                    <a:pt x="623" y="173"/>
                  </a:lnTo>
                  <a:lnTo>
                    <a:pt x="622" y="175"/>
                  </a:lnTo>
                  <a:lnTo>
                    <a:pt x="620" y="175"/>
                  </a:lnTo>
                  <a:lnTo>
                    <a:pt x="620" y="175"/>
                  </a:lnTo>
                  <a:lnTo>
                    <a:pt x="618" y="166"/>
                  </a:lnTo>
                  <a:lnTo>
                    <a:pt x="618" y="157"/>
                  </a:lnTo>
                  <a:lnTo>
                    <a:pt x="620" y="140"/>
                  </a:lnTo>
                  <a:lnTo>
                    <a:pt x="620" y="140"/>
                  </a:lnTo>
                  <a:lnTo>
                    <a:pt x="614" y="139"/>
                  </a:lnTo>
                  <a:lnTo>
                    <a:pt x="611" y="135"/>
                  </a:lnTo>
                  <a:lnTo>
                    <a:pt x="611" y="135"/>
                  </a:lnTo>
                  <a:lnTo>
                    <a:pt x="603" y="137"/>
                  </a:lnTo>
                  <a:lnTo>
                    <a:pt x="603" y="137"/>
                  </a:lnTo>
                  <a:lnTo>
                    <a:pt x="596" y="135"/>
                  </a:lnTo>
                  <a:lnTo>
                    <a:pt x="592" y="133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7"/>
                  </a:lnTo>
                  <a:lnTo>
                    <a:pt x="583" y="140"/>
                  </a:lnTo>
                  <a:lnTo>
                    <a:pt x="583" y="140"/>
                  </a:lnTo>
                  <a:lnTo>
                    <a:pt x="578" y="140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71" y="150"/>
                  </a:lnTo>
                  <a:lnTo>
                    <a:pt x="571" y="155"/>
                  </a:lnTo>
                  <a:lnTo>
                    <a:pt x="571" y="155"/>
                  </a:lnTo>
                  <a:lnTo>
                    <a:pt x="578" y="153"/>
                  </a:lnTo>
                  <a:lnTo>
                    <a:pt x="583" y="155"/>
                  </a:lnTo>
                  <a:lnTo>
                    <a:pt x="583" y="155"/>
                  </a:lnTo>
                  <a:lnTo>
                    <a:pt x="585" y="157"/>
                  </a:lnTo>
                  <a:lnTo>
                    <a:pt x="585" y="159"/>
                  </a:lnTo>
                  <a:lnTo>
                    <a:pt x="585" y="164"/>
                  </a:lnTo>
                  <a:lnTo>
                    <a:pt x="585" y="164"/>
                  </a:lnTo>
                  <a:lnTo>
                    <a:pt x="600" y="164"/>
                  </a:lnTo>
                  <a:lnTo>
                    <a:pt x="611" y="164"/>
                  </a:lnTo>
                  <a:lnTo>
                    <a:pt x="611" y="164"/>
                  </a:lnTo>
                  <a:lnTo>
                    <a:pt x="613" y="166"/>
                  </a:lnTo>
                  <a:lnTo>
                    <a:pt x="613" y="168"/>
                  </a:lnTo>
                  <a:lnTo>
                    <a:pt x="611" y="171"/>
                  </a:lnTo>
                  <a:lnTo>
                    <a:pt x="611" y="171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96" y="175"/>
                  </a:lnTo>
                  <a:lnTo>
                    <a:pt x="602" y="177"/>
                  </a:lnTo>
                  <a:lnTo>
                    <a:pt x="602" y="179"/>
                  </a:lnTo>
                  <a:lnTo>
                    <a:pt x="596" y="179"/>
                  </a:lnTo>
                  <a:lnTo>
                    <a:pt x="587" y="179"/>
                  </a:lnTo>
                  <a:lnTo>
                    <a:pt x="585" y="179"/>
                  </a:lnTo>
                  <a:lnTo>
                    <a:pt x="591" y="177"/>
                  </a:lnTo>
                  <a:lnTo>
                    <a:pt x="591" y="177"/>
                  </a:lnTo>
                  <a:lnTo>
                    <a:pt x="596" y="186"/>
                  </a:lnTo>
                  <a:lnTo>
                    <a:pt x="603" y="197"/>
                  </a:lnTo>
                  <a:lnTo>
                    <a:pt x="603" y="197"/>
                  </a:lnTo>
                  <a:lnTo>
                    <a:pt x="605" y="191"/>
                  </a:lnTo>
                  <a:lnTo>
                    <a:pt x="605" y="190"/>
                  </a:lnTo>
                  <a:lnTo>
                    <a:pt x="607" y="190"/>
                  </a:lnTo>
                  <a:lnTo>
                    <a:pt x="607" y="190"/>
                  </a:lnTo>
                  <a:lnTo>
                    <a:pt x="607" y="188"/>
                  </a:lnTo>
                  <a:lnTo>
                    <a:pt x="611" y="188"/>
                  </a:lnTo>
                  <a:lnTo>
                    <a:pt x="613" y="190"/>
                  </a:lnTo>
                  <a:lnTo>
                    <a:pt x="614" y="190"/>
                  </a:lnTo>
                  <a:lnTo>
                    <a:pt x="613" y="191"/>
                  </a:lnTo>
                  <a:lnTo>
                    <a:pt x="613" y="191"/>
                  </a:lnTo>
                  <a:lnTo>
                    <a:pt x="618" y="193"/>
                  </a:lnTo>
                  <a:lnTo>
                    <a:pt x="625" y="197"/>
                  </a:lnTo>
                  <a:lnTo>
                    <a:pt x="625" y="197"/>
                  </a:lnTo>
                  <a:lnTo>
                    <a:pt x="625" y="199"/>
                  </a:lnTo>
                  <a:lnTo>
                    <a:pt x="625" y="201"/>
                  </a:lnTo>
                  <a:lnTo>
                    <a:pt x="625" y="204"/>
                  </a:lnTo>
                  <a:lnTo>
                    <a:pt x="627" y="206"/>
                  </a:lnTo>
                  <a:lnTo>
                    <a:pt x="627" y="206"/>
                  </a:lnTo>
                  <a:lnTo>
                    <a:pt x="634" y="208"/>
                  </a:lnTo>
                  <a:lnTo>
                    <a:pt x="643" y="210"/>
                  </a:lnTo>
                  <a:lnTo>
                    <a:pt x="651" y="210"/>
                  </a:lnTo>
                  <a:lnTo>
                    <a:pt x="660" y="213"/>
                  </a:lnTo>
                  <a:lnTo>
                    <a:pt x="660" y="213"/>
                  </a:lnTo>
                  <a:lnTo>
                    <a:pt x="660" y="219"/>
                  </a:lnTo>
                  <a:lnTo>
                    <a:pt x="662" y="222"/>
                  </a:lnTo>
                  <a:lnTo>
                    <a:pt x="662" y="222"/>
                  </a:lnTo>
                  <a:lnTo>
                    <a:pt x="664" y="224"/>
                  </a:lnTo>
                  <a:lnTo>
                    <a:pt x="664" y="222"/>
                  </a:lnTo>
                  <a:lnTo>
                    <a:pt x="665" y="221"/>
                  </a:lnTo>
                  <a:lnTo>
                    <a:pt x="667" y="221"/>
                  </a:lnTo>
                  <a:lnTo>
                    <a:pt x="667" y="221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5" y="252"/>
                  </a:lnTo>
                  <a:lnTo>
                    <a:pt x="689" y="264"/>
                  </a:lnTo>
                  <a:lnTo>
                    <a:pt x="691" y="277"/>
                  </a:lnTo>
                  <a:lnTo>
                    <a:pt x="691" y="277"/>
                  </a:lnTo>
                  <a:lnTo>
                    <a:pt x="685" y="277"/>
                  </a:lnTo>
                  <a:lnTo>
                    <a:pt x="682" y="277"/>
                  </a:lnTo>
                  <a:lnTo>
                    <a:pt x="682" y="277"/>
                  </a:lnTo>
                  <a:lnTo>
                    <a:pt x="678" y="279"/>
                  </a:lnTo>
                  <a:lnTo>
                    <a:pt x="676" y="283"/>
                  </a:lnTo>
                  <a:lnTo>
                    <a:pt x="671" y="290"/>
                  </a:lnTo>
                  <a:lnTo>
                    <a:pt x="671" y="290"/>
                  </a:lnTo>
                  <a:lnTo>
                    <a:pt x="680" y="288"/>
                  </a:lnTo>
                  <a:lnTo>
                    <a:pt x="689" y="286"/>
                  </a:lnTo>
                  <a:lnTo>
                    <a:pt x="689" y="283"/>
                  </a:lnTo>
                  <a:lnTo>
                    <a:pt x="689" y="283"/>
                  </a:lnTo>
                  <a:lnTo>
                    <a:pt x="693" y="283"/>
                  </a:lnTo>
                  <a:lnTo>
                    <a:pt x="700" y="283"/>
                  </a:lnTo>
                  <a:lnTo>
                    <a:pt x="711" y="284"/>
                  </a:lnTo>
                  <a:lnTo>
                    <a:pt x="711" y="284"/>
                  </a:lnTo>
                  <a:lnTo>
                    <a:pt x="720" y="304"/>
                  </a:lnTo>
                  <a:lnTo>
                    <a:pt x="722" y="304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203" y="38"/>
                  </a:lnTo>
                  <a:lnTo>
                    <a:pt x="204" y="42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8" y="40"/>
                  </a:lnTo>
                  <a:lnTo>
                    <a:pt x="208" y="37"/>
                  </a:lnTo>
                  <a:lnTo>
                    <a:pt x="204" y="37"/>
                  </a:lnTo>
                  <a:lnTo>
                    <a:pt x="204" y="37"/>
                  </a:lnTo>
                  <a:close/>
                  <a:moveTo>
                    <a:pt x="13" y="58"/>
                  </a:moveTo>
                  <a:lnTo>
                    <a:pt x="17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3" y="58"/>
                  </a:lnTo>
                  <a:lnTo>
                    <a:pt x="13" y="58"/>
                  </a:lnTo>
                  <a:close/>
                  <a:moveTo>
                    <a:pt x="527" y="71"/>
                  </a:moveTo>
                  <a:lnTo>
                    <a:pt x="527" y="71"/>
                  </a:lnTo>
                  <a:lnTo>
                    <a:pt x="529" y="78"/>
                  </a:lnTo>
                  <a:lnTo>
                    <a:pt x="529" y="82"/>
                  </a:lnTo>
                  <a:lnTo>
                    <a:pt x="529" y="84"/>
                  </a:lnTo>
                  <a:lnTo>
                    <a:pt x="529" y="84"/>
                  </a:lnTo>
                  <a:lnTo>
                    <a:pt x="532" y="84"/>
                  </a:lnTo>
                  <a:lnTo>
                    <a:pt x="534" y="84"/>
                  </a:lnTo>
                  <a:lnTo>
                    <a:pt x="534" y="78"/>
                  </a:lnTo>
                  <a:lnTo>
                    <a:pt x="532" y="71"/>
                  </a:lnTo>
                  <a:lnTo>
                    <a:pt x="527" y="71"/>
                  </a:lnTo>
                  <a:close/>
                  <a:moveTo>
                    <a:pt x="106" y="73"/>
                  </a:moveTo>
                  <a:lnTo>
                    <a:pt x="110" y="78"/>
                  </a:lnTo>
                  <a:lnTo>
                    <a:pt x="110" y="78"/>
                  </a:lnTo>
                  <a:lnTo>
                    <a:pt x="110" y="75"/>
                  </a:lnTo>
                  <a:lnTo>
                    <a:pt x="108" y="75"/>
                  </a:lnTo>
                  <a:lnTo>
                    <a:pt x="106" y="73"/>
                  </a:lnTo>
                  <a:lnTo>
                    <a:pt x="106" y="73"/>
                  </a:lnTo>
                  <a:close/>
                  <a:moveTo>
                    <a:pt x="518" y="78"/>
                  </a:moveTo>
                  <a:lnTo>
                    <a:pt x="518" y="78"/>
                  </a:lnTo>
                  <a:lnTo>
                    <a:pt x="512" y="89"/>
                  </a:lnTo>
                  <a:lnTo>
                    <a:pt x="510" y="95"/>
                  </a:lnTo>
                  <a:lnTo>
                    <a:pt x="510" y="100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8" y="115"/>
                  </a:lnTo>
                  <a:lnTo>
                    <a:pt x="518" y="115"/>
                  </a:lnTo>
                  <a:lnTo>
                    <a:pt x="525" y="115"/>
                  </a:lnTo>
                  <a:lnTo>
                    <a:pt x="525" y="115"/>
                  </a:lnTo>
                  <a:lnTo>
                    <a:pt x="529" y="115"/>
                  </a:lnTo>
                  <a:lnTo>
                    <a:pt x="531" y="115"/>
                  </a:lnTo>
                  <a:lnTo>
                    <a:pt x="531" y="111"/>
                  </a:lnTo>
                  <a:lnTo>
                    <a:pt x="532" y="111"/>
                  </a:lnTo>
                  <a:lnTo>
                    <a:pt x="532" y="111"/>
                  </a:lnTo>
                  <a:lnTo>
                    <a:pt x="527" y="111"/>
                  </a:lnTo>
                  <a:lnTo>
                    <a:pt x="525" y="111"/>
                  </a:lnTo>
                  <a:lnTo>
                    <a:pt x="525" y="109"/>
                  </a:lnTo>
                  <a:lnTo>
                    <a:pt x="529" y="106"/>
                  </a:lnTo>
                  <a:lnTo>
                    <a:pt x="534" y="104"/>
                  </a:lnTo>
                  <a:lnTo>
                    <a:pt x="534" y="104"/>
                  </a:lnTo>
                  <a:lnTo>
                    <a:pt x="536" y="102"/>
                  </a:lnTo>
                  <a:lnTo>
                    <a:pt x="536" y="100"/>
                  </a:lnTo>
                  <a:lnTo>
                    <a:pt x="532" y="99"/>
                  </a:lnTo>
                  <a:lnTo>
                    <a:pt x="527" y="97"/>
                  </a:lnTo>
                  <a:lnTo>
                    <a:pt x="527" y="97"/>
                  </a:lnTo>
                  <a:lnTo>
                    <a:pt x="525" y="99"/>
                  </a:lnTo>
                  <a:lnTo>
                    <a:pt x="525" y="104"/>
                  </a:lnTo>
                  <a:lnTo>
                    <a:pt x="520" y="104"/>
                  </a:lnTo>
                  <a:lnTo>
                    <a:pt x="520" y="104"/>
                  </a:lnTo>
                  <a:lnTo>
                    <a:pt x="521" y="102"/>
                  </a:lnTo>
                  <a:lnTo>
                    <a:pt x="523" y="99"/>
                  </a:lnTo>
                  <a:lnTo>
                    <a:pt x="523" y="93"/>
                  </a:lnTo>
                  <a:lnTo>
                    <a:pt x="521" y="84"/>
                  </a:lnTo>
                  <a:lnTo>
                    <a:pt x="521" y="78"/>
                  </a:lnTo>
                  <a:lnTo>
                    <a:pt x="518" y="78"/>
                  </a:lnTo>
                  <a:close/>
                  <a:moveTo>
                    <a:pt x="117" y="84"/>
                  </a:moveTo>
                  <a:lnTo>
                    <a:pt x="119" y="89"/>
                  </a:lnTo>
                  <a:lnTo>
                    <a:pt x="119" y="89"/>
                  </a:lnTo>
                  <a:lnTo>
                    <a:pt x="121" y="88"/>
                  </a:lnTo>
                  <a:lnTo>
                    <a:pt x="121" y="88"/>
                  </a:lnTo>
                  <a:lnTo>
                    <a:pt x="117" y="84"/>
                  </a:lnTo>
                  <a:lnTo>
                    <a:pt x="117" y="84"/>
                  </a:lnTo>
                  <a:close/>
                  <a:moveTo>
                    <a:pt x="33" y="86"/>
                  </a:moveTo>
                  <a:lnTo>
                    <a:pt x="33" y="86"/>
                  </a:lnTo>
                  <a:lnTo>
                    <a:pt x="39" y="93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9"/>
                  </a:lnTo>
                  <a:lnTo>
                    <a:pt x="46" y="95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3" y="86"/>
                  </a:lnTo>
                  <a:close/>
                  <a:moveTo>
                    <a:pt x="470" y="89"/>
                  </a:moveTo>
                  <a:lnTo>
                    <a:pt x="470" y="89"/>
                  </a:lnTo>
                  <a:lnTo>
                    <a:pt x="465" y="95"/>
                  </a:lnTo>
                  <a:lnTo>
                    <a:pt x="461" y="100"/>
                  </a:lnTo>
                  <a:lnTo>
                    <a:pt x="456" y="104"/>
                  </a:lnTo>
                  <a:lnTo>
                    <a:pt x="456" y="104"/>
                  </a:lnTo>
                  <a:lnTo>
                    <a:pt x="447" y="104"/>
                  </a:lnTo>
                  <a:lnTo>
                    <a:pt x="436" y="104"/>
                  </a:lnTo>
                  <a:lnTo>
                    <a:pt x="418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2" y="97"/>
                  </a:lnTo>
                  <a:lnTo>
                    <a:pt x="408" y="99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399" y="102"/>
                  </a:lnTo>
                  <a:lnTo>
                    <a:pt x="399" y="102"/>
                  </a:lnTo>
                  <a:lnTo>
                    <a:pt x="399" y="100"/>
                  </a:lnTo>
                  <a:lnTo>
                    <a:pt x="397" y="100"/>
                  </a:lnTo>
                  <a:lnTo>
                    <a:pt x="397" y="106"/>
                  </a:lnTo>
                  <a:lnTo>
                    <a:pt x="397" y="106"/>
                  </a:lnTo>
                  <a:lnTo>
                    <a:pt x="390" y="111"/>
                  </a:lnTo>
                  <a:lnTo>
                    <a:pt x="390" y="111"/>
                  </a:lnTo>
                  <a:lnTo>
                    <a:pt x="388" y="117"/>
                  </a:lnTo>
                  <a:lnTo>
                    <a:pt x="390" y="122"/>
                  </a:lnTo>
                  <a:lnTo>
                    <a:pt x="392" y="126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88" y="133"/>
                  </a:lnTo>
                  <a:lnTo>
                    <a:pt x="385" y="137"/>
                  </a:lnTo>
                  <a:lnTo>
                    <a:pt x="385" y="137"/>
                  </a:lnTo>
                  <a:lnTo>
                    <a:pt x="385" y="146"/>
                  </a:lnTo>
                  <a:lnTo>
                    <a:pt x="385" y="155"/>
                  </a:lnTo>
                  <a:lnTo>
                    <a:pt x="385" y="155"/>
                  </a:lnTo>
                  <a:lnTo>
                    <a:pt x="381" y="164"/>
                  </a:lnTo>
                  <a:lnTo>
                    <a:pt x="377" y="175"/>
                  </a:lnTo>
                  <a:lnTo>
                    <a:pt x="377" y="175"/>
                  </a:lnTo>
                  <a:lnTo>
                    <a:pt x="377" y="182"/>
                  </a:lnTo>
                  <a:lnTo>
                    <a:pt x="377" y="184"/>
                  </a:lnTo>
                  <a:lnTo>
                    <a:pt x="381" y="184"/>
                  </a:lnTo>
                  <a:lnTo>
                    <a:pt x="388" y="186"/>
                  </a:lnTo>
                  <a:lnTo>
                    <a:pt x="388" y="186"/>
                  </a:lnTo>
                  <a:lnTo>
                    <a:pt x="385" y="206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92" y="224"/>
                  </a:lnTo>
                  <a:lnTo>
                    <a:pt x="399" y="222"/>
                  </a:lnTo>
                  <a:lnTo>
                    <a:pt x="403" y="221"/>
                  </a:lnTo>
                  <a:lnTo>
                    <a:pt x="405" y="219"/>
                  </a:lnTo>
                  <a:lnTo>
                    <a:pt x="405" y="208"/>
                  </a:lnTo>
                  <a:lnTo>
                    <a:pt x="399" y="201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7"/>
                  </a:lnTo>
                  <a:lnTo>
                    <a:pt x="403" y="199"/>
                  </a:lnTo>
                  <a:lnTo>
                    <a:pt x="403" y="199"/>
                  </a:lnTo>
                  <a:lnTo>
                    <a:pt x="405" y="186"/>
                  </a:lnTo>
                  <a:lnTo>
                    <a:pt x="408" y="181"/>
                  </a:lnTo>
                  <a:lnTo>
                    <a:pt x="410" y="179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9" y="202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3" y="215"/>
                  </a:lnTo>
                  <a:lnTo>
                    <a:pt x="427" y="215"/>
                  </a:lnTo>
                  <a:lnTo>
                    <a:pt x="432" y="215"/>
                  </a:lnTo>
                  <a:lnTo>
                    <a:pt x="432" y="215"/>
                  </a:lnTo>
                  <a:lnTo>
                    <a:pt x="432" y="206"/>
                  </a:lnTo>
                  <a:lnTo>
                    <a:pt x="432" y="206"/>
                  </a:lnTo>
                  <a:lnTo>
                    <a:pt x="439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1"/>
                  </a:lnTo>
                  <a:lnTo>
                    <a:pt x="447" y="201"/>
                  </a:lnTo>
                  <a:lnTo>
                    <a:pt x="439" y="197"/>
                  </a:lnTo>
                  <a:lnTo>
                    <a:pt x="436" y="193"/>
                  </a:lnTo>
                  <a:lnTo>
                    <a:pt x="434" y="191"/>
                  </a:lnTo>
                  <a:lnTo>
                    <a:pt x="434" y="191"/>
                  </a:lnTo>
                  <a:lnTo>
                    <a:pt x="434" y="188"/>
                  </a:lnTo>
                  <a:lnTo>
                    <a:pt x="436" y="186"/>
                  </a:lnTo>
                  <a:lnTo>
                    <a:pt x="438" y="184"/>
                  </a:lnTo>
                  <a:lnTo>
                    <a:pt x="436" y="182"/>
                  </a:lnTo>
                  <a:lnTo>
                    <a:pt x="436" y="182"/>
                  </a:lnTo>
                  <a:lnTo>
                    <a:pt x="432" y="179"/>
                  </a:lnTo>
                  <a:lnTo>
                    <a:pt x="427" y="177"/>
                  </a:lnTo>
                  <a:lnTo>
                    <a:pt x="427" y="177"/>
                  </a:lnTo>
                  <a:lnTo>
                    <a:pt x="425" y="173"/>
                  </a:lnTo>
                  <a:lnTo>
                    <a:pt x="425" y="170"/>
                  </a:lnTo>
                  <a:lnTo>
                    <a:pt x="425" y="168"/>
                  </a:lnTo>
                  <a:lnTo>
                    <a:pt x="425" y="164"/>
                  </a:lnTo>
                  <a:lnTo>
                    <a:pt x="414" y="162"/>
                  </a:lnTo>
                  <a:lnTo>
                    <a:pt x="414" y="157"/>
                  </a:lnTo>
                  <a:lnTo>
                    <a:pt x="414" y="157"/>
                  </a:lnTo>
                  <a:lnTo>
                    <a:pt x="421" y="157"/>
                  </a:lnTo>
                  <a:lnTo>
                    <a:pt x="427" y="157"/>
                  </a:lnTo>
                  <a:lnTo>
                    <a:pt x="427" y="157"/>
                  </a:lnTo>
                  <a:lnTo>
                    <a:pt x="430" y="155"/>
                  </a:lnTo>
                  <a:lnTo>
                    <a:pt x="432" y="151"/>
                  </a:lnTo>
                  <a:lnTo>
                    <a:pt x="436" y="150"/>
                  </a:lnTo>
                  <a:lnTo>
                    <a:pt x="439" y="148"/>
                  </a:lnTo>
                  <a:lnTo>
                    <a:pt x="439" y="155"/>
                  </a:lnTo>
                  <a:lnTo>
                    <a:pt x="439" y="155"/>
                  </a:lnTo>
                  <a:lnTo>
                    <a:pt x="443" y="153"/>
                  </a:lnTo>
                  <a:lnTo>
                    <a:pt x="447" y="151"/>
                  </a:lnTo>
                  <a:lnTo>
                    <a:pt x="450" y="151"/>
                  </a:lnTo>
                  <a:lnTo>
                    <a:pt x="450" y="151"/>
                  </a:lnTo>
                  <a:lnTo>
                    <a:pt x="443" y="148"/>
                  </a:lnTo>
                  <a:lnTo>
                    <a:pt x="441" y="146"/>
                  </a:lnTo>
                  <a:lnTo>
                    <a:pt x="443" y="142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34" y="135"/>
                  </a:lnTo>
                  <a:lnTo>
                    <a:pt x="427" y="133"/>
                  </a:lnTo>
                  <a:lnTo>
                    <a:pt x="419" y="135"/>
                  </a:lnTo>
                  <a:lnTo>
                    <a:pt x="419" y="135"/>
                  </a:lnTo>
                  <a:lnTo>
                    <a:pt x="418" y="137"/>
                  </a:lnTo>
                  <a:lnTo>
                    <a:pt x="416" y="139"/>
                  </a:lnTo>
                  <a:lnTo>
                    <a:pt x="414" y="140"/>
                  </a:lnTo>
                  <a:lnTo>
                    <a:pt x="410" y="140"/>
                  </a:lnTo>
                  <a:lnTo>
                    <a:pt x="410" y="135"/>
                  </a:lnTo>
                  <a:lnTo>
                    <a:pt x="410" y="135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405" y="113"/>
                  </a:lnTo>
                  <a:lnTo>
                    <a:pt x="405" y="113"/>
                  </a:lnTo>
                  <a:lnTo>
                    <a:pt x="421" y="115"/>
                  </a:lnTo>
                  <a:lnTo>
                    <a:pt x="438" y="115"/>
                  </a:lnTo>
                  <a:lnTo>
                    <a:pt x="454" y="117"/>
                  </a:lnTo>
                  <a:lnTo>
                    <a:pt x="459" y="115"/>
                  </a:lnTo>
                  <a:lnTo>
                    <a:pt x="465" y="113"/>
                  </a:lnTo>
                  <a:lnTo>
                    <a:pt x="465" y="111"/>
                  </a:lnTo>
                  <a:lnTo>
                    <a:pt x="465" y="111"/>
                  </a:lnTo>
                  <a:lnTo>
                    <a:pt x="470" y="106"/>
                  </a:lnTo>
                  <a:lnTo>
                    <a:pt x="474" y="97"/>
                  </a:lnTo>
                  <a:lnTo>
                    <a:pt x="476" y="93"/>
                  </a:lnTo>
                  <a:lnTo>
                    <a:pt x="476" y="89"/>
                  </a:lnTo>
                  <a:lnTo>
                    <a:pt x="476" y="88"/>
                  </a:lnTo>
                  <a:lnTo>
                    <a:pt x="470" y="89"/>
                  </a:lnTo>
                  <a:lnTo>
                    <a:pt x="470" y="89"/>
                  </a:lnTo>
                  <a:close/>
                  <a:moveTo>
                    <a:pt x="558" y="122"/>
                  </a:moveTo>
                  <a:lnTo>
                    <a:pt x="558" y="122"/>
                  </a:lnTo>
                  <a:lnTo>
                    <a:pt x="556" y="126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71" y="128"/>
                  </a:lnTo>
                  <a:lnTo>
                    <a:pt x="572" y="128"/>
                  </a:lnTo>
                  <a:lnTo>
                    <a:pt x="567" y="126"/>
                  </a:lnTo>
                  <a:lnTo>
                    <a:pt x="567" y="126"/>
                  </a:lnTo>
                  <a:lnTo>
                    <a:pt x="558" y="122"/>
                  </a:lnTo>
                  <a:lnTo>
                    <a:pt x="558" y="122"/>
                  </a:lnTo>
                  <a:close/>
                  <a:moveTo>
                    <a:pt x="512" y="133"/>
                  </a:moveTo>
                  <a:lnTo>
                    <a:pt x="512" y="137"/>
                  </a:lnTo>
                  <a:lnTo>
                    <a:pt x="512" y="137"/>
                  </a:lnTo>
                  <a:lnTo>
                    <a:pt x="516" y="137"/>
                  </a:lnTo>
                  <a:lnTo>
                    <a:pt x="516" y="137"/>
                  </a:lnTo>
                  <a:lnTo>
                    <a:pt x="514" y="133"/>
                  </a:lnTo>
                  <a:lnTo>
                    <a:pt x="512" y="133"/>
                  </a:lnTo>
                  <a:lnTo>
                    <a:pt x="512" y="133"/>
                  </a:lnTo>
                  <a:close/>
                  <a:moveTo>
                    <a:pt x="60" y="140"/>
                  </a:moveTo>
                  <a:lnTo>
                    <a:pt x="60" y="140"/>
                  </a:lnTo>
                  <a:lnTo>
                    <a:pt x="62" y="146"/>
                  </a:lnTo>
                  <a:lnTo>
                    <a:pt x="62" y="155"/>
                  </a:lnTo>
                  <a:lnTo>
                    <a:pt x="62" y="155"/>
                  </a:lnTo>
                  <a:lnTo>
                    <a:pt x="70" y="153"/>
                  </a:lnTo>
                  <a:lnTo>
                    <a:pt x="71" y="150"/>
                  </a:lnTo>
                  <a:lnTo>
                    <a:pt x="71" y="150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66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0" y="140"/>
                  </a:lnTo>
                  <a:close/>
                  <a:moveTo>
                    <a:pt x="561" y="144"/>
                  </a:moveTo>
                  <a:lnTo>
                    <a:pt x="563" y="150"/>
                  </a:lnTo>
                  <a:lnTo>
                    <a:pt x="563" y="150"/>
                  </a:lnTo>
                  <a:lnTo>
                    <a:pt x="567" y="150"/>
                  </a:lnTo>
                  <a:lnTo>
                    <a:pt x="569" y="148"/>
                  </a:lnTo>
                  <a:lnTo>
                    <a:pt x="567" y="146"/>
                  </a:lnTo>
                  <a:lnTo>
                    <a:pt x="561" y="144"/>
                  </a:lnTo>
                  <a:lnTo>
                    <a:pt x="561" y="144"/>
                  </a:lnTo>
                  <a:close/>
                  <a:moveTo>
                    <a:pt x="164" y="151"/>
                  </a:moveTo>
                  <a:lnTo>
                    <a:pt x="164" y="151"/>
                  </a:lnTo>
                  <a:lnTo>
                    <a:pt x="166" y="157"/>
                  </a:lnTo>
                  <a:lnTo>
                    <a:pt x="166" y="160"/>
                  </a:lnTo>
                  <a:lnTo>
                    <a:pt x="164" y="162"/>
                  </a:lnTo>
                  <a:lnTo>
                    <a:pt x="164" y="162"/>
                  </a:lnTo>
                  <a:lnTo>
                    <a:pt x="172" y="162"/>
                  </a:lnTo>
                  <a:lnTo>
                    <a:pt x="172" y="162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179" y="177"/>
                  </a:lnTo>
                  <a:lnTo>
                    <a:pt x="179" y="177"/>
                  </a:lnTo>
                  <a:lnTo>
                    <a:pt x="182" y="177"/>
                  </a:lnTo>
                  <a:lnTo>
                    <a:pt x="184" y="175"/>
                  </a:lnTo>
                  <a:lnTo>
                    <a:pt x="184" y="168"/>
                  </a:lnTo>
                  <a:lnTo>
                    <a:pt x="181" y="160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5" y="153"/>
                  </a:lnTo>
                  <a:lnTo>
                    <a:pt x="172" y="153"/>
                  </a:lnTo>
                  <a:lnTo>
                    <a:pt x="168" y="153"/>
                  </a:lnTo>
                  <a:lnTo>
                    <a:pt x="164" y="151"/>
                  </a:lnTo>
                  <a:lnTo>
                    <a:pt x="164" y="151"/>
                  </a:lnTo>
                  <a:close/>
                  <a:moveTo>
                    <a:pt x="463" y="151"/>
                  </a:moveTo>
                  <a:lnTo>
                    <a:pt x="463" y="151"/>
                  </a:lnTo>
                  <a:lnTo>
                    <a:pt x="461" y="157"/>
                  </a:lnTo>
                  <a:lnTo>
                    <a:pt x="461" y="157"/>
                  </a:lnTo>
                  <a:lnTo>
                    <a:pt x="474" y="155"/>
                  </a:lnTo>
                  <a:lnTo>
                    <a:pt x="463" y="151"/>
                  </a:lnTo>
                  <a:lnTo>
                    <a:pt x="463" y="151"/>
                  </a:lnTo>
                  <a:close/>
                  <a:moveTo>
                    <a:pt x="554" y="151"/>
                  </a:moveTo>
                  <a:lnTo>
                    <a:pt x="554" y="151"/>
                  </a:lnTo>
                  <a:lnTo>
                    <a:pt x="554" y="155"/>
                  </a:lnTo>
                  <a:lnTo>
                    <a:pt x="554" y="159"/>
                  </a:lnTo>
                  <a:lnTo>
                    <a:pt x="556" y="159"/>
                  </a:lnTo>
                  <a:lnTo>
                    <a:pt x="556" y="159"/>
                  </a:lnTo>
                  <a:lnTo>
                    <a:pt x="560" y="159"/>
                  </a:lnTo>
                  <a:lnTo>
                    <a:pt x="558" y="157"/>
                  </a:lnTo>
                  <a:lnTo>
                    <a:pt x="554" y="151"/>
                  </a:lnTo>
                  <a:lnTo>
                    <a:pt x="554" y="151"/>
                  </a:lnTo>
                  <a:close/>
                  <a:moveTo>
                    <a:pt x="79" y="170"/>
                  </a:moveTo>
                  <a:lnTo>
                    <a:pt x="82" y="175"/>
                  </a:lnTo>
                  <a:lnTo>
                    <a:pt x="82" y="175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79" y="170"/>
                  </a:lnTo>
                  <a:lnTo>
                    <a:pt x="79" y="170"/>
                  </a:lnTo>
                  <a:close/>
                  <a:moveTo>
                    <a:pt x="199" y="170"/>
                  </a:moveTo>
                  <a:lnTo>
                    <a:pt x="199" y="170"/>
                  </a:lnTo>
                  <a:lnTo>
                    <a:pt x="199" y="182"/>
                  </a:lnTo>
                  <a:lnTo>
                    <a:pt x="199" y="182"/>
                  </a:lnTo>
                  <a:lnTo>
                    <a:pt x="206" y="182"/>
                  </a:lnTo>
                  <a:lnTo>
                    <a:pt x="206" y="182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04" y="171"/>
                  </a:lnTo>
                  <a:lnTo>
                    <a:pt x="199" y="170"/>
                  </a:lnTo>
                  <a:lnTo>
                    <a:pt x="199" y="170"/>
                  </a:lnTo>
                  <a:close/>
                  <a:moveTo>
                    <a:pt x="527" y="179"/>
                  </a:moveTo>
                  <a:lnTo>
                    <a:pt x="527" y="179"/>
                  </a:lnTo>
                  <a:lnTo>
                    <a:pt x="521" y="186"/>
                  </a:lnTo>
                  <a:lnTo>
                    <a:pt x="521" y="186"/>
                  </a:lnTo>
                  <a:lnTo>
                    <a:pt x="536" y="186"/>
                  </a:lnTo>
                  <a:lnTo>
                    <a:pt x="549" y="186"/>
                  </a:lnTo>
                  <a:lnTo>
                    <a:pt x="556" y="191"/>
                  </a:lnTo>
                  <a:lnTo>
                    <a:pt x="556" y="191"/>
                  </a:lnTo>
                  <a:lnTo>
                    <a:pt x="561" y="190"/>
                  </a:lnTo>
                  <a:lnTo>
                    <a:pt x="563" y="190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3" y="186"/>
                  </a:lnTo>
                  <a:lnTo>
                    <a:pt x="547" y="181"/>
                  </a:lnTo>
                  <a:lnTo>
                    <a:pt x="527" y="179"/>
                  </a:lnTo>
                  <a:lnTo>
                    <a:pt x="527" y="179"/>
                  </a:lnTo>
                  <a:close/>
                  <a:moveTo>
                    <a:pt x="489" y="182"/>
                  </a:moveTo>
                  <a:lnTo>
                    <a:pt x="498" y="193"/>
                  </a:lnTo>
                  <a:lnTo>
                    <a:pt x="498" y="193"/>
                  </a:lnTo>
                  <a:lnTo>
                    <a:pt x="501" y="193"/>
                  </a:lnTo>
                  <a:lnTo>
                    <a:pt x="507" y="190"/>
                  </a:lnTo>
                  <a:lnTo>
                    <a:pt x="510" y="188"/>
                  </a:lnTo>
                  <a:lnTo>
                    <a:pt x="510" y="186"/>
                  </a:lnTo>
                  <a:lnTo>
                    <a:pt x="510" y="186"/>
                  </a:lnTo>
                  <a:lnTo>
                    <a:pt x="510" y="182"/>
                  </a:lnTo>
                  <a:lnTo>
                    <a:pt x="510" y="182"/>
                  </a:lnTo>
                  <a:lnTo>
                    <a:pt x="489" y="182"/>
                  </a:lnTo>
                  <a:lnTo>
                    <a:pt x="489" y="182"/>
                  </a:lnTo>
                  <a:close/>
                  <a:moveTo>
                    <a:pt x="447" y="206"/>
                  </a:moveTo>
                  <a:lnTo>
                    <a:pt x="447" y="206"/>
                  </a:lnTo>
                  <a:lnTo>
                    <a:pt x="445" y="208"/>
                  </a:lnTo>
                  <a:lnTo>
                    <a:pt x="445" y="210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1" y="213"/>
                  </a:lnTo>
                  <a:lnTo>
                    <a:pt x="439" y="211"/>
                  </a:lnTo>
                  <a:lnTo>
                    <a:pt x="439" y="211"/>
                  </a:lnTo>
                  <a:lnTo>
                    <a:pt x="438" y="215"/>
                  </a:lnTo>
                  <a:lnTo>
                    <a:pt x="436" y="221"/>
                  </a:lnTo>
                  <a:lnTo>
                    <a:pt x="436" y="221"/>
                  </a:lnTo>
                  <a:lnTo>
                    <a:pt x="441" y="224"/>
                  </a:lnTo>
                  <a:lnTo>
                    <a:pt x="443" y="228"/>
                  </a:lnTo>
                  <a:lnTo>
                    <a:pt x="449" y="228"/>
                  </a:lnTo>
                  <a:lnTo>
                    <a:pt x="449" y="228"/>
                  </a:lnTo>
                  <a:lnTo>
                    <a:pt x="450" y="226"/>
                  </a:lnTo>
                  <a:lnTo>
                    <a:pt x="450" y="224"/>
                  </a:lnTo>
                  <a:lnTo>
                    <a:pt x="450" y="217"/>
                  </a:lnTo>
                  <a:lnTo>
                    <a:pt x="449" y="211"/>
                  </a:lnTo>
                  <a:lnTo>
                    <a:pt x="449" y="208"/>
                  </a:lnTo>
                  <a:lnTo>
                    <a:pt x="450" y="206"/>
                  </a:lnTo>
                  <a:lnTo>
                    <a:pt x="447" y="206"/>
                  </a:lnTo>
                  <a:close/>
                  <a:moveTo>
                    <a:pt x="175" y="228"/>
                  </a:moveTo>
                  <a:lnTo>
                    <a:pt x="175" y="228"/>
                  </a:lnTo>
                  <a:lnTo>
                    <a:pt x="170" y="239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73" y="252"/>
                  </a:lnTo>
                  <a:lnTo>
                    <a:pt x="182" y="252"/>
                  </a:lnTo>
                  <a:lnTo>
                    <a:pt x="182" y="252"/>
                  </a:lnTo>
                  <a:lnTo>
                    <a:pt x="181" y="255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86" y="261"/>
                  </a:lnTo>
                  <a:lnTo>
                    <a:pt x="192" y="259"/>
                  </a:lnTo>
                  <a:lnTo>
                    <a:pt x="195" y="259"/>
                  </a:lnTo>
                  <a:lnTo>
                    <a:pt x="203" y="259"/>
                  </a:lnTo>
                  <a:lnTo>
                    <a:pt x="203" y="264"/>
                  </a:lnTo>
                  <a:lnTo>
                    <a:pt x="203" y="264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5" y="268"/>
                  </a:lnTo>
                  <a:lnTo>
                    <a:pt x="221" y="266"/>
                  </a:lnTo>
                  <a:lnTo>
                    <a:pt x="228" y="264"/>
                  </a:lnTo>
                  <a:lnTo>
                    <a:pt x="235" y="264"/>
                  </a:lnTo>
                  <a:lnTo>
                    <a:pt x="235" y="264"/>
                  </a:lnTo>
                  <a:lnTo>
                    <a:pt x="246" y="270"/>
                  </a:lnTo>
                  <a:lnTo>
                    <a:pt x="257" y="275"/>
                  </a:lnTo>
                  <a:lnTo>
                    <a:pt x="257" y="275"/>
                  </a:lnTo>
                  <a:lnTo>
                    <a:pt x="266" y="275"/>
                  </a:lnTo>
                  <a:lnTo>
                    <a:pt x="277" y="275"/>
                  </a:lnTo>
                  <a:lnTo>
                    <a:pt x="285" y="273"/>
                  </a:lnTo>
                  <a:lnTo>
                    <a:pt x="292" y="275"/>
                  </a:lnTo>
                  <a:lnTo>
                    <a:pt x="292" y="275"/>
                  </a:lnTo>
                  <a:lnTo>
                    <a:pt x="295" y="275"/>
                  </a:lnTo>
                  <a:lnTo>
                    <a:pt x="297" y="279"/>
                  </a:lnTo>
                  <a:lnTo>
                    <a:pt x="303" y="284"/>
                  </a:lnTo>
                  <a:lnTo>
                    <a:pt x="303" y="284"/>
                  </a:lnTo>
                  <a:lnTo>
                    <a:pt x="310" y="286"/>
                  </a:lnTo>
                  <a:lnTo>
                    <a:pt x="317" y="286"/>
                  </a:lnTo>
                  <a:lnTo>
                    <a:pt x="317" y="286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0" y="272"/>
                  </a:lnTo>
                  <a:lnTo>
                    <a:pt x="312" y="264"/>
                  </a:lnTo>
                  <a:lnTo>
                    <a:pt x="312" y="264"/>
                  </a:lnTo>
                  <a:lnTo>
                    <a:pt x="308" y="262"/>
                  </a:lnTo>
                  <a:lnTo>
                    <a:pt x="305" y="259"/>
                  </a:lnTo>
                  <a:lnTo>
                    <a:pt x="305" y="259"/>
                  </a:lnTo>
                  <a:lnTo>
                    <a:pt x="285" y="259"/>
                  </a:lnTo>
                  <a:lnTo>
                    <a:pt x="285" y="259"/>
                  </a:lnTo>
                  <a:lnTo>
                    <a:pt x="286" y="255"/>
                  </a:lnTo>
                  <a:lnTo>
                    <a:pt x="288" y="252"/>
                  </a:lnTo>
                  <a:lnTo>
                    <a:pt x="288" y="250"/>
                  </a:lnTo>
                  <a:lnTo>
                    <a:pt x="288" y="250"/>
                  </a:lnTo>
                  <a:lnTo>
                    <a:pt x="286" y="248"/>
                  </a:lnTo>
                  <a:lnTo>
                    <a:pt x="285" y="242"/>
                  </a:lnTo>
                  <a:lnTo>
                    <a:pt x="285" y="242"/>
                  </a:lnTo>
                  <a:lnTo>
                    <a:pt x="270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5" y="237"/>
                  </a:lnTo>
                  <a:lnTo>
                    <a:pt x="255" y="235"/>
                  </a:lnTo>
                  <a:lnTo>
                    <a:pt x="254" y="235"/>
                  </a:lnTo>
                  <a:lnTo>
                    <a:pt x="254" y="235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33" y="242"/>
                  </a:lnTo>
                  <a:lnTo>
                    <a:pt x="233" y="242"/>
                  </a:lnTo>
                  <a:lnTo>
                    <a:pt x="226" y="241"/>
                  </a:lnTo>
                  <a:lnTo>
                    <a:pt x="221" y="235"/>
                  </a:lnTo>
                  <a:lnTo>
                    <a:pt x="215" y="23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04" y="228"/>
                  </a:lnTo>
                  <a:lnTo>
                    <a:pt x="199" y="230"/>
                  </a:lnTo>
                  <a:lnTo>
                    <a:pt x="190" y="233"/>
                  </a:lnTo>
                  <a:lnTo>
                    <a:pt x="190" y="233"/>
                  </a:lnTo>
                  <a:lnTo>
                    <a:pt x="184" y="232"/>
                  </a:lnTo>
                  <a:lnTo>
                    <a:pt x="181" y="232"/>
                  </a:lnTo>
                  <a:lnTo>
                    <a:pt x="175" y="228"/>
                  </a:lnTo>
                  <a:lnTo>
                    <a:pt x="175" y="228"/>
                  </a:lnTo>
                  <a:close/>
                  <a:moveTo>
                    <a:pt x="618" y="230"/>
                  </a:moveTo>
                  <a:lnTo>
                    <a:pt x="618" y="230"/>
                  </a:lnTo>
                  <a:lnTo>
                    <a:pt x="618" y="239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16" y="248"/>
                  </a:lnTo>
                  <a:lnTo>
                    <a:pt x="614" y="250"/>
                  </a:lnTo>
                  <a:lnTo>
                    <a:pt x="613" y="253"/>
                  </a:lnTo>
                  <a:lnTo>
                    <a:pt x="614" y="259"/>
                  </a:lnTo>
                  <a:lnTo>
                    <a:pt x="620" y="259"/>
                  </a:lnTo>
                  <a:lnTo>
                    <a:pt x="620" y="259"/>
                  </a:lnTo>
                  <a:lnTo>
                    <a:pt x="620" y="257"/>
                  </a:lnTo>
                  <a:lnTo>
                    <a:pt x="620" y="253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22" y="250"/>
                  </a:lnTo>
                  <a:lnTo>
                    <a:pt x="625" y="250"/>
                  </a:lnTo>
                  <a:lnTo>
                    <a:pt x="625" y="250"/>
                  </a:lnTo>
                  <a:lnTo>
                    <a:pt x="627" y="244"/>
                  </a:lnTo>
                  <a:lnTo>
                    <a:pt x="627" y="235"/>
                  </a:lnTo>
                  <a:lnTo>
                    <a:pt x="627" y="235"/>
                  </a:lnTo>
                  <a:lnTo>
                    <a:pt x="622" y="233"/>
                  </a:lnTo>
                  <a:lnTo>
                    <a:pt x="618" y="230"/>
                  </a:lnTo>
                  <a:lnTo>
                    <a:pt x="618" y="230"/>
                  </a:lnTo>
                  <a:close/>
                  <a:moveTo>
                    <a:pt x="290" y="244"/>
                  </a:moveTo>
                  <a:lnTo>
                    <a:pt x="303" y="250"/>
                  </a:lnTo>
                  <a:lnTo>
                    <a:pt x="303" y="250"/>
                  </a:lnTo>
                  <a:lnTo>
                    <a:pt x="305" y="244"/>
                  </a:lnTo>
                  <a:lnTo>
                    <a:pt x="305" y="244"/>
                  </a:lnTo>
                  <a:lnTo>
                    <a:pt x="290" y="244"/>
                  </a:lnTo>
                  <a:lnTo>
                    <a:pt x="290" y="244"/>
                  </a:lnTo>
                  <a:close/>
                  <a:moveTo>
                    <a:pt x="574" y="264"/>
                  </a:moveTo>
                  <a:lnTo>
                    <a:pt x="574" y="264"/>
                  </a:lnTo>
                  <a:lnTo>
                    <a:pt x="571" y="273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4" y="275"/>
                  </a:lnTo>
                  <a:lnTo>
                    <a:pt x="578" y="268"/>
                  </a:lnTo>
                  <a:lnTo>
                    <a:pt x="578" y="262"/>
                  </a:lnTo>
                  <a:lnTo>
                    <a:pt x="576" y="262"/>
                  </a:lnTo>
                  <a:lnTo>
                    <a:pt x="574" y="264"/>
                  </a:lnTo>
                  <a:lnTo>
                    <a:pt x="574" y="264"/>
                  </a:lnTo>
                  <a:close/>
                  <a:moveTo>
                    <a:pt x="684" y="264"/>
                  </a:moveTo>
                  <a:lnTo>
                    <a:pt x="685" y="270"/>
                  </a:lnTo>
                  <a:lnTo>
                    <a:pt x="685" y="270"/>
                  </a:lnTo>
                  <a:lnTo>
                    <a:pt x="685" y="266"/>
                  </a:lnTo>
                  <a:lnTo>
                    <a:pt x="685" y="264"/>
                  </a:lnTo>
                  <a:lnTo>
                    <a:pt x="684" y="264"/>
                  </a:lnTo>
                  <a:lnTo>
                    <a:pt x="684" y="264"/>
                  </a:lnTo>
                  <a:close/>
                  <a:moveTo>
                    <a:pt x="314" y="275"/>
                  </a:moveTo>
                  <a:lnTo>
                    <a:pt x="314" y="275"/>
                  </a:lnTo>
                  <a:lnTo>
                    <a:pt x="321" y="284"/>
                  </a:lnTo>
                  <a:lnTo>
                    <a:pt x="321" y="284"/>
                  </a:lnTo>
                  <a:lnTo>
                    <a:pt x="321" y="286"/>
                  </a:lnTo>
                  <a:lnTo>
                    <a:pt x="321" y="288"/>
                  </a:lnTo>
                  <a:lnTo>
                    <a:pt x="325" y="290"/>
                  </a:lnTo>
                  <a:lnTo>
                    <a:pt x="325" y="286"/>
                  </a:lnTo>
                  <a:lnTo>
                    <a:pt x="325" y="286"/>
                  </a:lnTo>
                  <a:lnTo>
                    <a:pt x="326" y="284"/>
                  </a:lnTo>
                  <a:lnTo>
                    <a:pt x="326" y="283"/>
                  </a:lnTo>
                  <a:lnTo>
                    <a:pt x="326" y="279"/>
                  </a:lnTo>
                  <a:lnTo>
                    <a:pt x="328" y="277"/>
                  </a:lnTo>
                  <a:lnTo>
                    <a:pt x="328" y="277"/>
                  </a:lnTo>
                  <a:lnTo>
                    <a:pt x="326" y="277"/>
                  </a:lnTo>
                  <a:lnTo>
                    <a:pt x="325" y="277"/>
                  </a:lnTo>
                  <a:lnTo>
                    <a:pt x="323" y="279"/>
                  </a:lnTo>
                  <a:lnTo>
                    <a:pt x="321" y="279"/>
                  </a:lnTo>
                  <a:lnTo>
                    <a:pt x="321" y="279"/>
                  </a:lnTo>
                  <a:lnTo>
                    <a:pt x="319" y="277"/>
                  </a:lnTo>
                  <a:lnTo>
                    <a:pt x="314" y="275"/>
                  </a:lnTo>
                  <a:lnTo>
                    <a:pt x="314" y="275"/>
                  </a:lnTo>
                  <a:close/>
                  <a:moveTo>
                    <a:pt x="490" y="275"/>
                  </a:moveTo>
                  <a:lnTo>
                    <a:pt x="490" y="275"/>
                  </a:lnTo>
                  <a:lnTo>
                    <a:pt x="489" y="279"/>
                  </a:lnTo>
                  <a:lnTo>
                    <a:pt x="489" y="279"/>
                  </a:lnTo>
                  <a:lnTo>
                    <a:pt x="505" y="277"/>
                  </a:lnTo>
                  <a:lnTo>
                    <a:pt x="490" y="275"/>
                  </a:lnTo>
                  <a:lnTo>
                    <a:pt x="490" y="275"/>
                  </a:lnTo>
                  <a:close/>
                  <a:moveTo>
                    <a:pt x="343" y="277"/>
                  </a:moveTo>
                  <a:lnTo>
                    <a:pt x="343" y="277"/>
                  </a:lnTo>
                  <a:lnTo>
                    <a:pt x="341" y="279"/>
                  </a:lnTo>
                  <a:lnTo>
                    <a:pt x="339" y="283"/>
                  </a:lnTo>
                  <a:lnTo>
                    <a:pt x="336" y="290"/>
                  </a:lnTo>
                  <a:lnTo>
                    <a:pt x="336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6" y="286"/>
                  </a:lnTo>
                  <a:lnTo>
                    <a:pt x="346" y="281"/>
                  </a:lnTo>
                  <a:lnTo>
                    <a:pt x="346" y="277"/>
                  </a:lnTo>
                  <a:lnTo>
                    <a:pt x="346" y="277"/>
                  </a:lnTo>
                  <a:lnTo>
                    <a:pt x="343" y="277"/>
                  </a:lnTo>
                  <a:lnTo>
                    <a:pt x="343" y="277"/>
                  </a:lnTo>
                  <a:close/>
                  <a:moveTo>
                    <a:pt x="363" y="279"/>
                  </a:moveTo>
                  <a:lnTo>
                    <a:pt x="363" y="279"/>
                  </a:lnTo>
                  <a:lnTo>
                    <a:pt x="363" y="281"/>
                  </a:lnTo>
                  <a:lnTo>
                    <a:pt x="363" y="283"/>
                  </a:lnTo>
                  <a:lnTo>
                    <a:pt x="361" y="284"/>
                  </a:lnTo>
                  <a:lnTo>
                    <a:pt x="361" y="284"/>
                  </a:lnTo>
                  <a:lnTo>
                    <a:pt x="365" y="284"/>
                  </a:lnTo>
                  <a:lnTo>
                    <a:pt x="367" y="288"/>
                  </a:lnTo>
                  <a:lnTo>
                    <a:pt x="365" y="290"/>
                  </a:lnTo>
                  <a:lnTo>
                    <a:pt x="361" y="292"/>
                  </a:lnTo>
                  <a:lnTo>
                    <a:pt x="361" y="292"/>
                  </a:lnTo>
                  <a:lnTo>
                    <a:pt x="357" y="290"/>
                  </a:lnTo>
                  <a:lnTo>
                    <a:pt x="350" y="286"/>
                  </a:lnTo>
                  <a:lnTo>
                    <a:pt x="348" y="299"/>
                  </a:lnTo>
                  <a:lnTo>
                    <a:pt x="348" y="299"/>
                  </a:lnTo>
                  <a:lnTo>
                    <a:pt x="385" y="293"/>
                  </a:lnTo>
                  <a:lnTo>
                    <a:pt x="385" y="293"/>
                  </a:lnTo>
                  <a:lnTo>
                    <a:pt x="383" y="290"/>
                  </a:lnTo>
                  <a:lnTo>
                    <a:pt x="383" y="288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79" y="286"/>
                  </a:lnTo>
                  <a:lnTo>
                    <a:pt x="376" y="286"/>
                  </a:lnTo>
                  <a:lnTo>
                    <a:pt x="370" y="286"/>
                  </a:lnTo>
                  <a:lnTo>
                    <a:pt x="370" y="283"/>
                  </a:lnTo>
                  <a:lnTo>
                    <a:pt x="370" y="283"/>
                  </a:lnTo>
                  <a:lnTo>
                    <a:pt x="363" y="279"/>
                  </a:lnTo>
                  <a:lnTo>
                    <a:pt x="363" y="279"/>
                  </a:lnTo>
                  <a:close/>
                  <a:moveTo>
                    <a:pt x="403" y="283"/>
                  </a:moveTo>
                  <a:lnTo>
                    <a:pt x="403" y="283"/>
                  </a:lnTo>
                  <a:lnTo>
                    <a:pt x="396" y="283"/>
                  </a:lnTo>
                  <a:lnTo>
                    <a:pt x="394" y="284"/>
                  </a:lnTo>
                  <a:lnTo>
                    <a:pt x="394" y="288"/>
                  </a:lnTo>
                  <a:lnTo>
                    <a:pt x="396" y="290"/>
                  </a:lnTo>
                  <a:lnTo>
                    <a:pt x="403" y="293"/>
                  </a:lnTo>
                  <a:lnTo>
                    <a:pt x="410" y="297"/>
                  </a:lnTo>
                  <a:lnTo>
                    <a:pt x="410" y="297"/>
                  </a:lnTo>
                  <a:lnTo>
                    <a:pt x="416" y="297"/>
                  </a:lnTo>
                  <a:lnTo>
                    <a:pt x="421" y="295"/>
                  </a:lnTo>
                  <a:lnTo>
                    <a:pt x="428" y="293"/>
                  </a:lnTo>
                  <a:lnTo>
                    <a:pt x="434" y="292"/>
                  </a:lnTo>
                  <a:lnTo>
                    <a:pt x="434" y="292"/>
                  </a:lnTo>
                  <a:lnTo>
                    <a:pt x="439" y="293"/>
                  </a:lnTo>
                  <a:lnTo>
                    <a:pt x="443" y="293"/>
                  </a:lnTo>
                  <a:lnTo>
                    <a:pt x="443" y="293"/>
                  </a:lnTo>
                  <a:lnTo>
                    <a:pt x="443" y="284"/>
                  </a:lnTo>
                  <a:lnTo>
                    <a:pt x="443" y="284"/>
                  </a:lnTo>
                  <a:lnTo>
                    <a:pt x="430" y="286"/>
                  </a:lnTo>
                  <a:lnTo>
                    <a:pt x="418" y="286"/>
                  </a:lnTo>
                  <a:lnTo>
                    <a:pt x="418" y="286"/>
                  </a:lnTo>
                  <a:lnTo>
                    <a:pt x="410" y="284"/>
                  </a:lnTo>
                  <a:lnTo>
                    <a:pt x="403" y="283"/>
                  </a:lnTo>
                  <a:lnTo>
                    <a:pt x="403" y="283"/>
                  </a:lnTo>
                  <a:close/>
                  <a:moveTo>
                    <a:pt x="503" y="286"/>
                  </a:moveTo>
                  <a:lnTo>
                    <a:pt x="503" y="286"/>
                  </a:lnTo>
                  <a:lnTo>
                    <a:pt x="496" y="290"/>
                  </a:lnTo>
                  <a:lnTo>
                    <a:pt x="490" y="293"/>
                  </a:lnTo>
                  <a:lnTo>
                    <a:pt x="490" y="293"/>
                  </a:lnTo>
                  <a:lnTo>
                    <a:pt x="483" y="293"/>
                  </a:lnTo>
                  <a:lnTo>
                    <a:pt x="478" y="292"/>
                  </a:lnTo>
                  <a:lnTo>
                    <a:pt x="474" y="293"/>
                  </a:lnTo>
                  <a:lnTo>
                    <a:pt x="474" y="293"/>
                  </a:lnTo>
                  <a:lnTo>
                    <a:pt x="474" y="301"/>
                  </a:lnTo>
                  <a:lnTo>
                    <a:pt x="474" y="301"/>
                  </a:lnTo>
                  <a:lnTo>
                    <a:pt x="469" y="301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306"/>
                  </a:lnTo>
                  <a:lnTo>
                    <a:pt x="463" y="308"/>
                  </a:lnTo>
                  <a:lnTo>
                    <a:pt x="463" y="308"/>
                  </a:lnTo>
                  <a:lnTo>
                    <a:pt x="459" y="310"/>
                  </a:lnTo>
                  <a:lnTo>
                    <a:pt x="456" y="312"/>
                  </a:lnTo>
                  <a:lnTo>
                    <a:pt x="456" y="312"/>
                  </a:lnTo>
                  <a:lnTo>
                    <a:pt x="454" y="313"/>
                  </a:lnTo>
                  <a:lnTo>
                    <a:pt x="452" y="317"/>
                  </a:lnTo>
                  <a:lnTo>
                    <a:pt x="449" y="323"/>
                  </a:lnTo>
                  <a:lnTo>
                    <a:pt x="449" y="323"/>
                  </a:lnTo>
                  <a:lnTo>
                    <a:pt x="445" y="324"/>
                  </a:lnTo>
                  <a:lnTo>
                    <a:pt x="439" y="326"/>
                  </a:lnTo>
                  <a:lnTo>
                    <a:pt x="439" y="326"/>
                  </a:lnTo>
                  <a:lnTo>
                    <a:pt x="439" y="328"/>
                  </a:lnTo>
                  <a:lnTo>
                    <a:pt x="439" y="330"/>
                  </a:lnTo>
                  <a:lnTo>
                    <a:pt x="436" y="334"/>
                  </a:lnTo>
                  <a:lnTo>
                    <a:pt x="436" y="334"/>
                  </a:lnTo>
                  <a:lnTo>
                    <a:pt x="441" y="334"/>
                  </a:lnTo>
                  <a:lnTo>
                    <a:pt x="443" y="334"/>
                  </a:lnTo>
                  <a:lnTo>
                    <a:pt x="441" y="335"/>
                  </a:lnTo>
                  <a:lnTo>
                    <a:pt x="441" y="335"/>
                  </a:lnTo>
                  <a:lnTo>
                    <a:pt x="452" y="326"/>
                  </a:lnTo>
                  <a:lnTo>
                    <a:pt x="459" y="321"/>
                  </a:lnTo>
                  <a:lnTo>
                    <a:pt x="465" y="319"/>
                  </a:lnTo>
                  <a:lnTo>
                    <a:pt x="465" y="319"/>
                  </a:lnTo>
                  <a:lnTo>
                    <a:pt x="470" y="319"/>
                  </a:lnTo>
                  <a:lnTo>
                    <a:pt x="476" y="319"/>
                  </a:lnTo>
                  <a:lnTo>
                    <a:pt x="476" y="319"/>
                  </a:lnTo>
                  <a:lnTo>
                    <a:pt x="478" y="317"/>
                  </a:lnTo>
                  <a:lnTo>
                    <a:pt x="478" y="313"/>
                  </a:lnTo>
                  <a:lnTo>
                    <a:pt x="481" y="308"/>
                  </a:lnTo>
                  <a:lnTo>
                    <a:pt x="481" y="308"/>
                  </a:lnTo>
                  <a:lnTo>
                    <a:pt x="501" y="297"/>
                  </a:lnTo>
                  <a:lnTo>
                    <a:pt x="507" y="292"/>
                  </a:lnTo>
                  <a:lnTo>
                    <a:pt x="510" y="288"/>
                  </a:lnTo>
                  <a:lnTo>
                    <a:pt x="510" y="288"/>
                  </a:lnTo>
                  <a:lnTo>
                    <a:pt x="509" y="286"/>
                  </a:lnTo>
                  <a:lnTo>
                    <a:pt x="503" y="286"/>
                  </a:lnTo>
                  <a:lnTo>
                    <a:pt x="503" y="286"/>
                  </a:lnTo>
                  <a:close/>
                  <a:moveTo>
                    <a:pt x="388" y="308"/>
                  </a:moveTo>
                  <a:lnTo>
                    <a:pt x="388" y="308"/>
                  </a:lnTo>
                  <a:lnTo>
                    <a:pt x="385" y="315"/>
                  </a:lnTo>
                  <a:lnTo>
                    <a:pt x="385" y="315"/>
                  </a:lnTo>
                  <a:lnTo>
                    <a:pt x="397" y="321"/>
                  </a:lnTo>
                  <a:lnTo>
                    <a:pt x="412" y="323"/>
                  </a:lnTo>
                  <a:lnTo>
                    <a:pt x="412" y="323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388" y="308"/>
                  </a:lnTo>
                  <a:lnTo>
                    <a:pt x="388" y="308"/>
                  </a:lnTo>
                  <a:close/>
                  <a:moveTo>
                    <a:pt x="117" y="91"/>
                  </a:moveTo>
                  <a:lnTo>
                    <a:pt x="117" y="91"/>
                  </a:lnTo>
                  <a:lnTo>
                    <a:pt x="117" y="95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21" y="99"/>
                  </a:lnTo>
                  <a:lnTo>
                    <a:pt x="121" y="97"/>
                  </a:lnTo>
                  <a:lnTo>
                    <a:pt x="117" y="91"/>
                  </a:lnTo>
                  <a:lnTo>
                    <a:pt x="117" y="91"/>
                  </a:lnTo>
                  <a:close/>
                  <a:moveTo>
                    <a:pt x="233" y="78"/>
                  </a:moveTo>
                  <a:lnTo>
                    <a:pt x="233" y="78"/>
                  </a:lnTo>
                  <a:lnTo>
                    <a:pt x="224" y="95"/>
                  </a:lnTo>
                  <a:lnTo>
                    <a:pt x="221" y="99"/>
                  </a:lnTo>
                  <a:lnTo>
                    <a:pt x="221" y="104"/>
                  </a:lnTo>
                  <a:lnTo>
                    <a:pt x="221" y="11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8" y="137"/>
                  </a:lnTo>
                  <a:lnTo>
                    <a:pt x="228" y="139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2"/>
                  </a:lnTo>
                  <a:lnTo>
                    <a:pt x="232" y="140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59" y="175"/>
                  </a:lnTo>
                  <a:lnTo>
                    <a:pt x="263" y="175"/>
                  </a:lnTo>
                  <a:lnTo>
                    <a:pt x="268" y="175"/>
                  </a:lnTo>
                  <a:lnTo>
                    <a:pt x="270" y="175"/>
                  </a:lnTo>
                  <a:lnTo>
                    <a:pt x="270" y="175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83" y="184"/>
                  </a:lnTo>
                  <a:lnTo>
                    <a:pt x="288" y="179"/>
                  </a:lnTo>
                  <a:lnTo>
                    <a:pt x="288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14" y="184"/>
                  </a:lnTo>
                  <a:lnTo>
                    <a:pt x="314" y="184"/>
                  </a:lnTo>
                  <a:lnTo>
                    <a:pt x="314" y="186"/>
                  </a:lnTo>
                  <a:lnTo>
                    <a:pt x="314" y="186"/>
                  </a:lnTo>
                  <a:lnTo>
                    <a:pt x="317" y="190"/>
                  </a:lnTo>
                  <a:lnTo>
                    <a:pt x="317" y="190"/>
                  </a:lnTo>
                  <a:lnTo>
                    <a:pt x="321" y="184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34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9" y="170"/>
                  </a:lnTo>
                  <a:lnTo>
                    <a:pt x="339" y="170"/>
                  </a:lnTo>
                  <a:lnTo>
                    <a:pt x="343" y="162"/>
                  </a:lnTo>
                  <a:lnTo>
                    <a:pt x="343" y="162"/>
                  </a:lnTo>
                  <a:lnTo>
                    <a:pt x="346" y="162"/>
                  </a:lnTo>
                  <a:lnTo>
                    <a:pt x="350" y="162"/>
                  </a:lnTo>
                  <a:lnTo>
                    <a:pt x="350" y="162"/>
                  </a:lnTo>
                  <a:lnTo>
                    <a:pt x="346" y="148"/>
                  </a:lnTo>
                  <a:lnTo>
                    <a:pt x="346" y="148"/>
                  </a:lnTo>
                  <a:lnTo>
                    <a:pt x="348" y="144"/>
                  </a:lnTo>
                  <a:lnTo>
                    <a:pt x="350" y="142"/>
                  </a:lnTo>
                  <a:lnTo>
                    <a:pt x="350" y="142"/>
                  </a:lnTo>
                  <a:lnTo>
                    <a:pt x="356" y="140"/>
                  </a:lnTo>
                  <a:lnTo>
                    <a:pt x="356" y="140"/>
                  </a:lnTo>
                  <a:lnTo>
                    <a:pt x="356" y="126"/>
                  </a:lnTo>
                  <a:lnTo>
                    <a:pt x="356" y="111"/>
                  </a:lnTo>
                  <a:lnTo>
                    <a:pt x="356" y="111"/>
                  </a:lnTo>
                  <a:lnTo>
                    <a:pt x="361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70" y="104"/>
                  </a:lnTo>
                  <a:lnTo>
                    <a:pt x="376" y="104"/>
                  </a:lnTo>
                  <a:lnTo>
                    <a:pt x="376" y="104"/>
                  </a:lnTo>
                  <a:lnTo>
                    <a:pt x="374" y="100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67" y="93"/>
                  </a:lnTo>
                  <a:lnTo>
                    <a:pt x="363" y="91"/>
                  </a:lnTo>
                  <a:lnTo>
                    <a:pt x="361" y="89"/>
                  </a:lnTo>
                  <a:lnTo>
                    <a:pt x="361" y="89"/>
                  </a:lnTo>
                  <a:lnTo>
                    <a:pt x="359" y="84"/>
                  </a:lnTo>
                  <a:lnTo>
                    <a:pt x="361" y="78"/>
                  </a:lnTo>
                  <a:lnTo>
                    <a:pt x="361" y="73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57" y="64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4" y="53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49"/>
                  </a:lnTo>
                  <a:lnTo>
                    <a:pt x="356" y="49"/>
                  </a:lnTo>
                  <a:lnTo>
                    <a:pt x="357" y="49"/>
                  </a:lnTo>
                  <a:lnTo>
                    <a:pt x="357" y="49"/>
                  </a:lnTo>
                  <a:lnTo>
                    <a:pt x="354" y="42"/>
                  </a:lnTo>
                  <a:lnTo>
                    <a:pt x="343" y="42"/>
                  </a:lnTo>
                  <a:lnTo>
                    <a:pt x="332" y="40"/>
                  </a:lnTo>
                  <a:lnTo>
                    <a:pt x="328" y="46"/>
                  </a:lnTo>
                  <a:lnTo>
                    <a:pt x="326" y="57"/>
                  </a:lnTo>
                  <a:lnTo>
                    <a:pt x="323" y="62"/>
                  </a:lnTo>
                  <a:lnTo>
                    <a:pt x="319" y="66"/>
                  </a:lnTo>
                  <a:lnTo>
                    <a:pt x="315" y="71"/>
                  </a:lnTo>
                  <a:lnTo>
                    <a:pt x="312" y="73"/>
                  </a:lnTo>
                  <a:lnTo>
                    <a:pt x="310" y="78"/>
                  </a:lnTo>
                  <a:lnTo>
                    <a:pt x="306" y="88"/>
                  </a:lnTo>
                  <a:lnTo>
                    <a:pt x="305" y="91"/>
                  </a:lnTo>
                  <a:lnTo>
                    <a:pt x="297" y="95"/>
                  </a:lnTo>
                  <a:lnTo>
                    <a:pt x="288" y="95"/>
                  </a:lnTo>
                  <a:lnTo>
                    <a:pt x="285" y="93"/>
                  </a:lnTo>
                  <a:lnTo>
                    <a:pt x="275" y="95"/>
                  </a:lnTo>
                  <a:lnTo>
                    <a:pt x="272" y="99"/>
                  </a:lnTo>
                  <a:lnTo>
                    <a:pt x="263" y="100"/>
                  </a:lnTo>
                  <a:lnTo>
                    <a:pt x="255" y="102"/>
                  </a:lnTo>
                  <a:lnTo>
                    <a:pt x="248" y="100"/>
                  </a:lnTo>
                  <a:lnTo>
                    <a:pt x="243" y="99"/>
                  </a:lnTo>
                  <a:lnTo>
                    <a:pt x="237" y="95"/>
                  </a:lnTo>
                  <a:lnTo>
                    <a:pt x="235" y="88"/>
                  </a:lnTo>
                  <a:lnTo>
                    <a:pt x="235" y="78"/>
                  </a:lnTo>
                  <a:lnTo>
                    <a:pt x="233" y="78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2" y="6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6" y="22"/>
                  </a:lnTo>
                  <a:lnTo>
                    <a:pt x="13" y="31"/>
                  </a:lnTo>
                  <a:lnTo>
                    <a:pt x="24" y="38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5" y="51"/>
                  </a:lnTo>
                  <a:lnTo>
                    <a:pt x="39" y="58"/>
                  </a:lnTo>
                  <a:lnTo>
                    <a:pt x="40" y="66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55" y="77"/>
                  </a:lnTo>
                  <a:lnTo>
                    <a:pt x="59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4" y="88"/>
                  </a:lnTo>
                  <a:lnTo>
                    <a:pt x="64" y="97"/>
                  </a:lnTo>
                  <a:lnTo>
                    <a:pt x="66" y="104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71" y="115"/>
                  </a:lnTo>
                  <a:lnTo>
                    <a:pt x="77" y="120"/>
                  </a:lnTo>
                  <a:lnTo>
                    <a:pt x="82" y="126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91" y="140"/>
                  </a:lnTo>
                  <a:lnTo>
                    <a:pt x="95" y="151"/>
                  </a:lnTo>
                  <a:lnTo>
                    <a:pt x="99" y="160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110" y="177"/>
                  </a:lnTo>
                  <a:lnTo>
                    <a:pt x="113" y="182"/>
                  </a:lnTo>
                  <a:lnTo>
                    <a:pt x="113" y="182"/>
                  </a:lnTo>
                  <a:lnTo>
                    <a:pt x="117" y="190"/>
                  </a:lnTo>
                  <a:lnTo>
                    <a:pt x="119" y="197"/>
                  </a:lnTo>
                  <a:lnTo>
                    <a:pt x="121" y="204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30" y="213"/>
                  </a:lnTo>
                  <a:lnTo>
                    <a:pt x="133" y="213"/>
                  </a:lnTo>
                  <a:lnTo>
                    <a:pt x="137" y="213"/>
                  </a:lnTo>
                  <a:lnTo>
                    <a:pt x="141" y="215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48" y="224"/>
                  </a:lnTo>
                  <a:lnTo>
                    <a:pt x="155" y="228"/>
                  </a:lnTo>
                  <a:lnTo>
                    <a:pt x="155" y="228"/>
                  </a:lnTo>
                  <a:lnTo>
                    <a:pt x="153" y="226"/>
                  </a:lnTo>
                  <a:lnTo>
                    <a:pt x="155" y="222"/>
                  </a:lnTo>
                  <a:lnTo>
                    <a:pt x="157" y="221"/>
                  </a:lnTo>
                  <a:lnTo>
                    <a:pt x="157" y="221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10"/>
                  </a:lnTo>
                  <a:lnTo>
                    <a:pt x="172" y="204"/>
                  </a:lnTo>
                  <a:lnTo>
                    <a:pt x="168" y="201"/>
                  </a:lnTo>
                  <a:lnTo>
                    <a:pt x="168" y="199"/>
                  </a:lnTo>
                  <a:lnTo>
                    <a:pt x="175" y="197"/>
                  </a:lnTo>
                  <a:lnTo>
                    <a:pt x="175" y="197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0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62" y="164"/>
                  </a:lnTo>
                  <a:lnTo>
                    <a:pt x="155" y="164"/>
                  </a:lnTo>
                  <a:lnTo>
                    <a:pt x="155" y="164"/>
                  </a:lnTo>
                  <a:lnTo>
                    <a:pt x="153" y="159"/>
                  </a:lnTo>
                  <a:lnTo>
                    <a:pt x="151" y="151"/>
                  </a:lnTo>
                  <a:lnTo>
                    <a:pt x="153" y="140"/>
                  </a:lnTo>
                  <a:lnTo>
                    <a:pt x="153" y="140"/>
                  </a:lnTo>
                  <a:lnTo>
                    <a:pt x="135" y="137"/>
                  </a:lnTo>
                  <a:lnTo>
                    <a:pt x="139" y="126"/>
                  </a:lnTo>
                  <a:lnTo>
                    <a:pt x="139" y="126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41" y="129"/>
                  </a:lnTo>
                  <a:lnTo>
                    <a:pt x="141" y="129"/>
                  </a:lnTo>
                  <a:lnTo>
                    <a:pt x="141" y="122"/>
                  </a:lnTo>
                  <a:lnTo>
                    <a:pt x="141" y="117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1"/>
                  </a:lnTo>
                  <a:lnTo>
                    <a:pt x="131" y="108"/>
                  </a:lnTo>
                  <a:lnTo>
                    <a:pt x="131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8" y="99"/>
                  </a:lnTo>
                  <a:lnTo>
                    <a:pt x="128" y="97"/>
                  </a:lnTo>
                  <a:lnTo>
                    <a:pt x="128" y="93"/>
                  </a:lnTo>
                  <a:lnTo>
                    <a:pt x="128" y="93"/>
                  </a:lnTo>
                  <a:lnTo>
                    <a:pt x="117" y="104"/>
                  </a:lnTo>
                  <a:lnTo>
                    <a:pt x="117" y="104"/>
                  </a:lnTo>
                  <a:lnTo>
                    <a:pt x="115" y="97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0" y="86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2" y="77"/>
                  </a:lnTo>
                  <a:lnTo>
                    <a:pt x="100" y="73"/>
                  </a:lnTo>
                  <a:lnTo>
                    <a:pt x="99" y="71"/>
                  </a:lnTo>
                  <a:lnTo>
                    <a:pt x="99" y="71"/>
                  </a:lnTo>
                  <a:lnTo>
                    <a:pt x="97" y="71"/>
                  </a:lnTo>
                  <a:lnTo>
                    <a:pt x="97" y="73"/>
                  </a:lnTo>
                  <a:lnTo>
                    <a:pt x="97" y="77"/>
                  </a:lnTo>
                  <a:lnTo>
                    <a:pt x="97" y="77"/>
                  </a:lnTo>
                  <a:lnTo>
                    <a:pt x="91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6"/>
                  </a:lnTo>
                  <a:lnTo>
                    <a:pt x="86" y="62"/>
                  </a:lnTo>
                  <a:lnTo>
                    <a:pt x="88" y="60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49"/>
                  </a:lnTo>
                  <a:lnTo>
                    <a:pt x="79" y="49"/>
                  </a:lnTo>
                  <a:lnTo>
                    <a:pt x="73" y="48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6" y="40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9" y="9"/>
                  </a:lnTo>
                  <a:lnTo>
                    <a:pt x="33" y="9"/>
                  </a:lnTo>
                  <a:lnTo>
                    <a:pt x="26" y="9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2AC6FDA9-69ED-44B1-AC39-8586926D4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162" y="3397858"/>
              <a:ext cx="23728" cy="51906"/>
            </a:xfrm>
            <a:custGeom>
              <a:avLst/>
              <a:gdLst>
                <a:gd name="T0" fmla="*/ 0 w 16"/>
                <a:gd name="T1" fmla="*/ 0 h 35"/>
                <a:gd name="T2" fmla="*/ 16 w 16"/>
                <a:gd name="T3" fmla="*/ 35 h 35"/>
                <a:gd name="T4" fmla="*/ 0 w 16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5">
                  <a:moveTo>
                    <a:pt x="0" y="0"/>
                  </a:moveTo>
                  <a:lnTo>
                    <a:pt x="16" y="3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1" name="Line 264">
              <a:extLst>
                <a:ext uri="{FF2B5EF4-FFF2-40B4-BE49-F238E27FC236}">
                  <a16:creationId xmlns:a16="http://schemas.microsoft.com/office/drawing/2014/main" id="{251FEFAD-7865-4A90-AE56-6AE560560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2162" y="3397858"/>
              <a:ext cx="23728" cy="51906"/>
            </a:xfrm>
            <a:prstGeom prst="line">
              <a:avLst/>
            </a:pr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7D8BE9E2-FB99-43A2-B2FC-0473DEC6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881" y="3999958"/>
              <a:ext cx="26694" cy="8898"/>
            </a:xfrm>
            <a:custGeom>
              <a:avLst/>
              <a:gdLst>
                <a:gd name="T0" fmla="*/ 0 w 18"/>
                <a:gd name="T1" fmla="*/ 6 h 6"/>
                <a:gd name="T2" fmla="*/ 7 w 18"/>
                <a:gd name="T3" fmla="*/ 0 h 6"/>
                <a:gd name="T4" fmla="*/ 18 w 18"/>
                <a:gd name="T5" fmla="*/ 4 h 6"/>
                <a:gd name="T6" fmla="*/ 18 w 18"/>
                <a:gd name="T7" fmla="*/ 4 h 6"/>
                <a:gd name="T8" fmla="*/ 9 w 18"/>
                <a:gd name="T9" fmla="*/ 6 h 6"/>
                <a:gd name="T10" fmla="*/ 9 w 18"/>
                <a:gd name="T11" fmla="*/ 6 h 6"/>
                <a:gd name="T12" fmla="*/ 1 w 18"/>
                <a:gd name="T13" fmla="*/ 6 h 6"/>
                <a:gd name="T14" fmla="*/ 0 w 18"/>
                <a:gd name="T15" fmla="*/ 6 h 6"/>
                <a:gd name="T16" fmla="*/ 0 w 18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lnTo>
                    <a:pt x="7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9DEF26CA-E2A9-4CE5-A5EA-09583EF4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6263" y="2967787"/>
              <a:ext cx="691080" cy="857177"/>
            </a:xfrm>
            <a:custGeom>
              <a:avLst/>
              <a:gdLst>
                <a:gd name="T0" fmla="*/ 311 w 466"/>
                <a:gd name="T1" fmla="*/ 314 h 578"/>
                <a:gd name="T2" fmla="*/ 297 w 466"/>
                <a:gd name="T3" fmla="*/ 328 h 578"/>
                <a:gd name="T4" fmla="*/ 289 w 466"/>
                <a:gd name="T5" fmla="*/ 345 h 578"/>
                <a:gd name="T6" fmla="*/ 269 w 466"/>
                <a:gd name="T7" fmla="*/ 357 h 578"/>
                <a:gd name="T8" fmla="*/ 253 w 466"/>
                <a:gd name="T9" fmla="*/ 377 h 578"/>
                <a:gd name="T10" fmla="*/ 238 w 466"/>
                <a:gd name="T11" fmla="*/ 394 h 578"/>
                <a:gd name="T12" fmla="*/ 220 w 466"/>
                <a:gd name="T13" fmla="*/ 403 h 578"/>
                <a:gd name="T14" fmla="*/ 205 w 466"/>
                <a:gd name="T15" fmla="*/ 416 h 578"/>
                <a:gd name="T16" fmla="*/ 189 w 466"/>
                <a:gd name="T17" fmla="*/ 427 h 578"/>
                <a:gd name="T18" fmla="*/ 189 w 466"/>
                <a:gd name="T19" fmla="*/ 445 h 578"/>
                <a:gd name="T20" fmla="*/ 189 w 466"/>
                <a:gd name="T21" fmla="*/ 492 h 578"/>
                <a:gd name="T22" fmla="*/ 182 w 466"/>
                <a:gd name="T23" fmla="*/ 541 h 578"/>
                <a:gd name="T24" fmla="*/ 165 w 466"/>
                <a:gd name="T25" fmla="*/ 554 h 578"/>
                <a:gd name="T26" fmla="*/ 153 w 466"/>
                <a:gd name="T27" fmla="*/ 571 h 578"/>
                <a:gd name="T28" fmla="*/ 134 w 466"/>
                <a:gd name="T29" fmla="*/ 563 h 578"/>
                <a:gd name="T30" fmla="*/ 127 w 466"/>
                <a:gd name="T31" fmla="*/ 541 h 578"/>
                <a:gd name="T32" fmla="*/ 118 w 466"/>
                <a:gd name="T33" fmla="*/ 520 h 578"/>
                <a:gd name="T34" fmla="*/ 96 w 466"/>
                <a:gd name="T35" fmla="*/ 456 h 578"/>
                <a:gd name="T36" fmla="*/ 82 w 466"/>
                <a:gd name="T37" fmla="*/ 416 h 578"/>
                <a:gd name="T38" fmla="*/ 74 w 466"/>
                <a:gd name="T39" fmla="*/ 363 h 578"/>
                <a:gd name="T40" fmla="*/ 74 w 466"/>
                <a:gd name="T41" fmla="*/ 325 h 578"/>
                <a:gd name="T42" fmla="*/ 69 w 466"/>
                <a:gd name="T43" fmla="*/ 310 h 578"/>
                <a:gd name="T44" fmla="*/ 61 w 466"/>
                <a:gd name="T45" fmla="*/ 296 h 578"/>
                <a:gd name="T46" fmla="*/ 58 w 466"/>
                <a:gd name="T47" fmla="*/ 319 h 578"/>
                <a:gd name="T48" fmla="*/ 14 w 466"/>
                <a:gd name="T49" fmla="*/ 301 h 578"/>
                <a:gd name="T50" fmla="*/ 23 w 466"/>
                <a:gd name="T51" fmla="*/ 292 h 578"/>
                <a:gd name="T52" fmla="*/ 41 w 466"/>
                <a:gd name="T53" fmla="*/ 272 h 578"/>
                <a:gd name="T54" fmla="*/ 3 w 466"/>
                <a:gd name="T55" fmla="*/ 265 h 578"/>
                <a:gd name="T56" fmla="*/ 27 w 466"/>
                <a:gd name="T57" fmla="*/ 239 h 578"/>
                <a:gd name="T58" fmla="*/ 25 w 466"/>
                <a:gd name="T59" fmla="*/ 188 h 578"/>
                <a:gd name="T60" fmla="*/ 65 w 466"/>
                <a:gd name="T61" fmla="*/ 152 h 578"/>
                <a:gd name="T62" fmla="*/ 94 w 466"/>
                <a:gd name="T63" fmla="*/ 101 h 578"/>
                <a:gd name="T64" fmla="*/ 71 w 466"/>
                <a:gd name="T65" fmla="*/ 51 h 578"/>
                <a:gd name="T66" fmla="*/ 112 w 466"/>
                <a:gd name="T67" fmla="*/ 35 h 578"/>
                <a:gd name="T68" fmla="*/ 151 w 466"/>
                <a:gd name="T69" fmla="*/ 0 h 578"/>
                <a:gd name="T70" fmla="*/ 171 w 466"/>
                <a:gd name="T71" fmla="*/ 33 h 578"/>
                <a:gd name="T72" fmla="*/ 164 w 466"/>
                <a:gd name="T73" fmla="*/ 70 h 578"/>
                <a:gd name="T74" fmla="*/ 167 w 466"/>
                <a:gd name="T75" fmla="*/ 106 h 578"/>
                <a:gd name="T76" fmla="*/ 194 w 466"/>
                <a:gd name="T77" fmla="*/ 139 h 578"/>
                <a:gd name="T78" fmla="*/ 229 w 466"/>
                <a:gd name="T79" fmla="*/ 181 h 578"/>
                <a:gd name="T80" fmla="*/ 291 w 466"/>
                <a:gd name="T81" fmla="*/ 208 h 578"/>
                <a:gd name="T82" fmla="*/ 317 w 466"/>
                <a:gd name="T83" fmla="*/ 190 h 578"/>
                <a:gd name="T84" fmla="*/ 346 w 466"/>
                <a:gd name="T85" fmla="*/ 195 h 578"/>
                <a:gd name="T86" fmla="*/ 388 w 466"/>
                <a:gd name="T87" fmla="*/ 173 h 578"/>
                <a:gd name="T88" fmla="*/ 437 w 466"/>
                <a:gd name="T89" fmla="*/ 164 h 578"/>
                <a:gd name="T90" fmla="*/ 464 w 466"/>
                <a:gd name="T91" fmla="*/ 186 h 578"/>
                <a:gd name="T92" fmla="*/ 440 w 466"/>
                <a:gd name="T93" fmla="*/ 226 h 578"/>
                <a:gd name="T94" fmla="*/ 417 w 466"/>
                <a:gd name="T95" fmla="*/ 261 h 578"/>
                <a:gd name="T96" fmla="*/ 404 w 466"/>
                <a:gd name="T97" fmla="*/ 305 h 578"/>
                <a:gd name="T98" fmla="*/ 382 w 466"/>
                <a:gd name="T99" fmla="*/ 286 h 578"/>
                <a:gd name="T100" fmla="*/ 380 w 466"/>
                <a:gd name="T101" fmla="*/ 255 h 578"/>
                <a:gd name="T102" fmla="*/ 349 w 466"/>
                <a:gd name="T103" fmla="*/ 243 h 578"/>
                <a:gd name="T104" fmla="*/ 318 w 466"/>
                <a:gd name="T105" fmla="*/ 217 h 578"/>
                <a:gd name="T106" fmla="*/ 322 w 466"/>
                <a:gd name="T107" fmla="*/ 261 h 578"/>
                <a:gd name="T108" fmla="*/ 326 w 466"/>
                <a:gd name="T109" fmla="*/ 31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6" h="578">
                  <a:moveTo>
                    <a:pt x="326" y="316"/>
                  </a:moveTo>
                  <a:lnTo>
                    <a:pt x="326" y="316"/>
                  </a:lnTo>
                  <a:lnTo>
                    <a:pt x="320" y="312"/>
                  </a:lnTo>
                  <a:lnTo>
                    <a:pt x="315" y="308"/>
                  </a:lnTo>
                  <a:lnTo>
                    <a:pt x="311" y="308"/>
                  </a:lnTo>
                  <a:lnTo>
                    <a:pt x="311" y="314"/>
                  </a:lnTo>
                  <a:lnTo>
                    <a:pt x="311" y="314"/>
                  </a:lnTo>
                  <a:lnTo>
                    <a:pt x="302" y="317"/>
                  </a:lnTo>
                  <a:lnTo>
                    <a:pt x="300" y="321"/>
                  </a:lnTo>
                  <a:lnTo>
                    <a:pt x="298" y="325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7" y="328"/>
                  </a:lnTo>
                  <a:lnTo>
                    <a:pt x="297" y="328"/>
                  </a:lnTo>
                  <a:lnTo>
                    <a:pt x="298" y="330"/>
                  </a:lnTo>
                  <a:lnTo>
                    <a:pt x="298" y="332"/>
                  </a:lnTo>
                  <a:lnTo>
                    <a:pt x="298" y="336"/>
                  </a:lnTo>
                  <a:lnTo>
                    <a:pt x="298" y="336"/>
                  </a:lnTo>
                  <a:lnTo>
                    <a:pt x="295" y="339"/>
                  </a:lnTo>
                  <a:lnTo>
                    <a:pt x="289" y="345"/>
                  </a:lnTo>
                  <a:lnTo>
                    <a:pt x="276" y="352"/>
                  </a:lnTo>
                  <a:lnTo>
                    <a:pt x="276" y="352"/>
                  </a:lnTo>
                  <a:lnTo>
                    <a:pt x="271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6"/>
                  </a:lnTo>
                  <a:lnTo>
                    <a:pt x="269" y="357"/>
                  </a:lnTo>
                  <a:lnTo>
                    <a:pt x="269" y="357"/>
                  </a:lnTo>
                  <a:lnTo>
                    <a:pt x="266" y="359"/>
                  </a:lnTo>
                  <a:lnTo>
                    <a:pt x="262" y="359"/>
                  </a:lnTo>
                  <a:lnTo>
                    <a:pt x="262" y="359"/>
                  </a:lnTo>
                  <a:lnTo>
                    <a:pt x="258" y="365"/>
                  </a:lnTo>
                  <a:lnTo>
                    <a:pt x="256" y="370"/>
                  </a:lnTo>
                  <a:lnTo>
                    <a:pt x="253" y="377"/>
                  </a:lnTo>
                  <a:lnTo>
                    <a:pt x="249" y="381"/>
                  </a:lnTo>
                  <a:lnTo>
                    <a:pt x="249" y="381"/>
                  </a:lnTo>
                  <a:lnTo>
                    <a:pt x="244" y="385"/>
                  </a:lnTo>
                  <a:lnTo>
                    <a:pt x="240" y="387"/>
                  </a:lnTo>
                  <a:lnTo>
                    <a:pt x="238" y="388"/>
                  </a:lnTo>
                  <a:lnTo>
                    <a:pt x="238" y="394"/>
                  </a:lnTo>
                  <a:lnTo>
                    <a:pt x="238" y="394"/>
                  </a:lnTo>
                  <a:lnTo>
                    <a:pt x="233" y="396"/>
                  </a:lnTo>
                  <a:lnTo>
                    <a:pt x="229" y="396"/>
                  </a:lnTo>
                  <a:lnTo>
                    <a:pt x="225" y="396"/>
                  </a:lnTo>
                  <a:lnTo>
                    <a:pt x="222" y="396"/>
                  </a:lnTo>
                  <a:lnTo>
                    <a:pt x="222" y="396"/>
                  </a:lnTo>
                  <a:lnTo>
                    <a:pt x="220" y="399"/>
                  </a:lnTo>
                  <a:lnTo>
                    <a:pt x="220" y="403"/>
                  </a:lnTo>
                  <a:lnTo>
                    <a:pt x="220" y="407"/>
                  </a:lnTo>
                  <a:lnTo>
                    <a:pt x="218" y="410"/>
                  </a:lnTo>
                  <a:lnTo>
                    <a:pt x="218" y="410"/>
                  </a:lnTo>
                  <a:lnTo>
                    <a:pt x="215" y="414"/>
                  </a:lnTo>
                  <a:lnTo>
                    <a:pt x="213" y="414"/>
                  </a:lnTo>
                  <a:lnTo>
                    <a:pt x="209" y="414"/>
                  </a:lnTo>
                  <a:lnTo>
                    <a:pt x="205" y="416"/>
                  </a:lnTo>
                  <a:lnTo>
                    <a:pt x="205" y="416"/>
                  </a:lnTo>
                  <a:lnTo>
                    <a:pt x="202" y="421"/>
                  </a:lnTo>
                  <a:lnTo>
                    <a:pt x="200" y="425"/>
                  </a:lnTo>
                  <a:lnTo>
                    <a:pt x="198" y="427"/>
                  </a:lnTo>
                  <a:lnTo>
                    <a:pt x="198" y="427"/>
                  </a:lnTo>
                  <a:lnTo>
                    <a:pt x="193" y="425"/>
                  </a:lnTo>
                  <a:lnTo>
                    <a:pt x="189" y="427"/>
                  </a:lnTo>
                  <a:lnTo>
                    <a:pt x="189" y="427"/>
                  </a:lnTo>
                  <a:lnTo>
                    <a:pt x="187" y="427"/>
                  </a:lnTo>
                  <a:lnTo>
                    <a:pt x="185" y="429"/>
                  </a:lnTo>
                  <a:lnTo>
                    <a:pt x="185" y="432"/>
                  </a:lnTo>
                  <a:lnTo>
                    <a:pt x="184" y="434"/>
                  </a:lnTo>
                  <a:lnTo>
                    <a:pt x="184" y="434"/>
                  </a:lnTo>
                  <a:lnTo>
                    <a:pt x="189" y="445"/>
                  </a:lnTo>
                  <a:lnTo>
                    <a:pt x="189" y="445"/>
                  </a:lnTo>
                  <a:lnTo>
                    <a:pt x="187" y="447"/>
                  </a:lnTo>
                  <a:lnTo>
                    <a:pt x="185" y="452"/>
                  </a:lnTo>
                  <a:lnTo>
                    <a:pt x="184" y="463"/>
                  </a:lnTo>
                  <a:lnTo>
                    <a:pt x="184" y="480"/>
                  </a:lnTo>
                  <a:lnTo>
                    <a:pt x="184" y="480"/>
                  </a:lnTo>
                  <a:lnTo>
                    <a:pt x="189" y="492"/>
                  </a:lnTo>
                  <a:lnTo>
                    <a:pt x="189" y="492"/>
                  </a:lnTo>
                  <a:lnTo>
                    <a:pt x="184" y="500"/>
                  </a:lnTo>
                  <a:lnTo>
                    <a:pt x="178" y="509"/>
                  </a:lnTo>
                  <a:lnTo>
                    <a:pt x="178" y="509"/>
                  </a:lnTo>
                  <a:lnTo>
                    <a:pt x="178" y="516"/>
                  </a:lnTo>
                  <a:lnTo>
                    <a:pt x="178" y="516"/>
                  </a:lnTo>
                  <a:lnTo>
                    <a:pt x="182" y="541"/>
                  </a:lnTo>
                  <a:lnTo>
                    <a:pt x="182" y="541"/>
                  </a:lnTo>
                  <a:lnTo>
                    <a:pt x="178" y="541"/>
                  </a:lnTo>
                  <a:lnTo>
                    <a:pt x="174" y="541"/>
                  </a:lnTo>
                  <a:lnTo>
                    <a:pt x="174" y="541"/>
                  </a:lnTo>
                  <a:lnTo>
                    <a:pt x="169" y="543"/>
                  </a:lnTo>
                  <a:lnTo>
                    <a:pt x="167" y="549"/>
                  </a:lnTo>
                  <a:lnTo>
                    <a:pt x="165" y="554"/>
                  </a:lnTo>
                  <a:lnTo>
                    <a:pt x="164" y="560"/>
                  </a:lnTo>
                  <a:lnTo>
                    <a:pt x="164" y="560"/>
                  </a:lnTo>
                  <a:lnTo>
                    <a:pt x="162" y="561"/>
                  </a:lnTo>
                  <a:lnTo>
                    <a:pt x="160" y="561"/>
                  </a:lnTo>
                  <a:lnTo>
                    <a:pt x="156" y="563"/>
                  </a:lnTo>
                  <a:lnTo>
                    <a:pt x="156" y="563"/>
                  </a:lnTo>
                  <a:lnTo>
                    <a:pt x="153" y="571"/>
                  </a:lnTo>
                  <a:lnTo>
                    <a:pt x="149" y="578"/>
                  </a:lnTo>
                  <a:lnTo>
                    <a:pt x="149" y="578"/>
                  </a:lnTo>
                  <a:lnTo>
                    <a:pt x="142" y="578"/>
                  </a:lnTo>
                  <a:lnTo>
                    <a:pt x="142" y="578"/>
                  </a:lnTo>
                  <a:lnTo>
                    <a:pt x="140" y="571"/>
                  </a:lnTo>
                  <a:lnTo>
                    <a:pt x="140" y="571"/>
                  </a:lnTo>
                  <a:lnTo>
                    <a:pt x="134" y="563"/>
                  </a:lnTo>
                  <a:lnTo>
                    <a:pt x="134" y="563"/>
                  </a:lnTo>
                  <a:lnTo>
                    <a:pt x="129" y="556"/>
                  </a:lnTo>
                  <a:lnTo>
                    <a:pt x="125" y="551"/>
                  </a:lnTo>
                  <a:lnTo>
                    <a:pt x="125" y="551"/>
                  </a:lnTo>
                  <a:lnTo>
                    <a:pt x="125" y="547"/>
                  </a:lnTo>
                  <a:lnTo>
                    <a:pt x="127" y="545"/>
                  </a:lnTo>
                  <a:lnTo>
                    <a:pt x="127" y="541"/>
                  </a:lnTo>
                  <a:lnTo>
                    <a:pt x="127" y="538"/>
                  </a:lnTo>
                  <a:lnTo>
                    <a:pt x="122" y="536"/>
                  </a:lnTo>
                  <a:lnTo>
                    <a:pt x="122" y="536"/>
                  </a:lnTo>
                  <a:lnTo>
                    <a:pt x="120" y="532"/>
                  </a:lnTo>
                  <a:lnTo>
                    <a:pt x="120" y="527"/>
                  </a:lnTo>
                  <a:lnTo>
                    <a:pt x="118" y="520"/>
                  </a:lnTo>
                  <a:lnTo>
                    <a:pt x="118" y="520"/>
                  </a:lnTo>
                  <a:lnTo>
                    <a:pt x="111" y="50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0" y="487"/>
                  </a:lnTo>
                  <a:lnTo>
                    <a:pt x="98" y="476"/>
                  </a:lnTo>
                  <a:lnTo>
                    <a:pt x="98" y="467"/>
                  </a:lnTo>
                  <a:lnTo>
                    <a:pt x="96" y="456"/>
                  </a:lnTo>
                  <a:lnTo>
                    <a:pt x="96" y="456"/>
                  </a:lnTo>
                  <a:lnTo>
                    <a:pt x="92" y="447"/>
                  </a:lnTo>
                  <a:lnTo>
                    <a:pt x="89" y="439"/>
                  </a:lnTo>
                  <a:lnTo>
                    <a:pt x="83" y="430"/>
                  </a:lnTo>
                  <a:lnTo>
                    <a:pt x="82" y="423"/>
                  </a:lnTo>
                  <a:lnTo>
                    <a:pt x="82" y="423"/>
                  </a:lnTo>
                  <a:lnTo>
                    <a:pt x="82" y="416"/>
                  </a:lnTo>
                  <a:lnTo>
                    <a:pt x="82" y="408"/>
                  </a:lnTo>
                  <a:lnTo>
                    <a:pt x="82" y="408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72" y="368"/>
                  </a:lnTo>
                  <a:lnTo>
                    <a:pt x="72" y="365"/>
                  </a:lnTo>
                  <a:lnTo>
                    <a:pt x="74" y="363"/>
                  </a:lnTo>
                  <a:lnTo>
                    <a:pt x="74" y="363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1"/>
                  </a:lnTo>
                  <a:lnTo>
                    <a:pt x="69" y="336"/>
                  </a:lnTo>
                  <a:lnTo>
                    <a:pt x="72" y="330"/>
                  </a:lnTo>
                  <a:lnTo>
                    <a:pt x="74" y="325"/>
                  </a:lnTo>
                  <a:lnTo>
                    <a:pt x="74" y="325"/>
                  </a:lnTo>
                  <a:lnTo>
                    <a:pt x="72" y="321"/>
                  </a:lnTo>
                  <a:lnTo>
                    <a:pt x="72" y="319"/>
                  </a:lnTo>
                  <a:lnTo>
                    <a:pt x="71" y="317"/>
                  </a:lnTo>
                  <a:lnTo>
                    <a:pt x="69" y="316"/>
                  </a:lnTo>
                  <a:lnTo>
                    <a:pt x="69" y="316"/>
                  </a:lnTo>
                  <a:lnTo>
                    <a:pt x="69" y="310"/>
                  </a:lnTo>
                  <a:lnTo>
                    <a:pt x="71" y="306"/>
                  </a:lnTo>
                  <a:lnTo>
                    <a:pt x="71" y="306"/>
                  </a:lnTo>
                  <a:lnTo>
                    <a:pt x="67" y="303"/>
                  </a:lnTo>
                  <a:lnTo>
                    <a:pt x="67" y="303"/>
                  </a:lnTo>
                  <a:lnTo>
                    <a:pt x="67" y="299"/>
                  </a:lnTo>
                  <a:lnTo>
                    <a:pt x="69" y="292"/>
                  </a:lnTo>
                  <a:lnTo>
                    <a:pt x="61" y="296"/>
                  </a:lnTo>
                  <a:lnTo>
                    <a:pt x="61" y="296"/>
                  </a:lnTo>
                  <a:lnTo>
                    <a:pt x="61" y="301"/>
                  </a:lnTo>
                  <a:lnTo>
                    <a:pt x="61" y="305"/>
                  </a:lnTo>
                  <a:lnTo>
                    <a:pt x="61" y="308"/>
                  </a:lnTo>
                  <a:lnTo>
                    <a:pt x="61" y="314"/>
                  </a:lnTo>
                  <a:lnTo>
                    <a:pt x="61" y="314"/>
                  </a:lnTo>
                  <a:lnTo>
                    <a:pt x="58" y="319"/>
                  </a:lnTo>
                  <a:lnTo>
                    <a:pt x="51" y="323"/>
                  </a:lnTo>
                  <a:lnTo>
                    <a:pt x="36" y="328"/>
                  </a:lnTo>
                  <a:lnTo>
                    <a:pt x="36" y="328"/>
                  </a:lnTo>
                  <a:lnTo>
                    <a:pt x="25" y="316"/>
                  </a:lnTo>
                  <a:lnTo>
                    <a:pt x="25" y="316"/>
                  </a:lnTo>
                  <a:lnTo>
                    <a:pt x="20" y="308"/>
                  </a:lnTo>
                  <a:lnTo>
                    <a:pt x="14" y="301"/>
                  </a:lnTo>
                  <a:lnTo>
                    <a:pt x="14" y="301"/>
                  </a:lnTo>
                  <a:lnTo>
                    <a:pt x="12" y="301"/>
                  </a:lnTo>
                  <a:lnTo>
                    <a:pt x="12" y="299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20" y="292"/>
                  </a:lnTo>
                  <a:lnTo>
                    <a:pt x="23" y="292"/>
                  </a:lnTo>
                  <a:lnTo>
                    <a:pt x="27" y="292"/>
                  </a:lnTo>
                  <a:lnTo>
                    <a:pt x="29" y="292"/>
                  </a:lnTo>
                  <a:lnTo>
                    <a:pt x="29" y="292"/>
                  </a:lnTo>
                  <a:lnTo>
                    <a:pt x="34" y="288"/>
                  </a:lnTo>
                  <a:lnTo>
                    <a:pt x="36" y="283"/>
                  </a:lnTo>
                  <a:lnTo>
                    <a:pt x="41" y="272"/>
                  </a:lnTo>
                  <a:lnTo>
                    <a:pt x="41" y="272"/>
                  </a:lnTo>
                  <a:lnTo>
                    <a:pt x="32" y="279"/>
                  </a:lnTo>
                  <a:lnTo>
                    <a:pt x="25" y="281"/>
                  </a:lnTo>
                  <a:lnTo>
                    <a:pt x="18" y="279"/>
                  </a:lnTo>
                  <a:lnTo>
                    <a:pt x="5" y="277"/>
                  </a:lnTo>
                  <a:lnTo>
                    <a:pt x="5" y="277"/>
                  </a:lnTo>
                  <a:lnTo>
                    <a:pt x="5" y="268"/>
                  </a:lnTo>
                  <a:lnTo>
                    <a:pt x="3" y="265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0" y="261"/>
                  </a:lnTo>
                  <a:lnTo>
                    <a:pt x="5" y="255"/>
                  </a:lnTo>
                  <a:lnTo>
                    <a:pt x="9" y="246"/>
                  </a:lnTo>
                  <a:lnTo>
                    <a:pt x="18" y="243"/>
                  </a:lnTo>
                  <a:lnTo>
                    <a:pt x="27" y="239"/>
                  </a:lnTo>
                  <a:lnTo>
                    <a:pt x="25" y="230"/>
                  </a:lnTo>
                  <a:lnTo>
                    <a:pt x="18" y="221"/>
                  </a:lnTo>
                  <a:lnTo>
                    <a:pt x="16" y="217"/>
                  </a:lnTo>
                  <a:lnTo>
                    <a:pt x="23" y="210"/>
                  </a:lnTo>
                  <a:lnTo>
                    <a:pt x="12" y="199"/>
                  </a:lnTo>
                  <a:lnTo>
                    <a:pt x="18" y="193"/>
                  </a:lnTo>
                  <a:lnTo>
                    <a:pt x="25" y="188"/>
                  </a:lnTo>
                  <a:lnTo>
                    <a:pt x="27" y="183"/>
                  </a:lnTo>
                  <a:lnTo>
                    <a:pt x="32" y="186"/>
                  </a:lnTo>
                  <a:lnTo>
                    <a:pt x="40" y="179"/>
                  </a:lnTo>
                  <a:lnTo>
                    <a:pt x="47" y="172"/>
                  </a:lnTo>
                  <a:lnTo>
                    <a:pt x="51" y="166"/>
                  </a:lnTo>
                  <a:lnTo>
                    <a:pt x="56" y="157"/>
                  </a:lnTo>
                  <a:lnTo>
                    <a:pt x="65" y="152"/>
                  </a:lnTo>
                  <a:lnTo>
                    <a:pt x="71" y="146"/>
                  </a:lnTo>
                  <a:lnTo>
                    <a:pt x="72" y="139"/>
                  </a:lnTo>
                  <a:lnTo>
                    <a:pt x="82" y="133"/>
                  </a:lnTo>
                  <a:lnTo>
                    <a:pt x="82" y="126"/>
                  </a:lnTo>
                  <a:lnTo>
                    <a:pt x="83" y="115"/>
                  </a:lnTo>
                  <a:lnTo>
                    <a:pt x="89" y="108"/>
                  </a:lnTo>
                  <a:lnTo>
                    <a:pt x="94" y="101"/>
                  </a:lnTo>
                  <a:lnTo>
                    <a:pt x="94" y="93"/>
                  </a:lnTo>
                  <a:lnTo>
                    <a:pt x="85" y="86"/>
                  </a:lnTo>
                  <a:lnTo>
                    <a:pt x="80" y="81"/>
                  </a:lnTo>
                  <a:lnTo>
                    <a:pt x="76" y="77"/>
                  </a:lnTo>
                  <a:lnTo>
                    <a:pt x="74" y="64"/>
                  </a:lnTo>
                  <a:lnTo>
                    <a:pt x="69" y="59"/>
                  </a:lnTo>
                  <a:lnTo>
                    <a:pt x="71" y="51"/>
                  </a:lnTo>
                  <a:lnTo>
                    <a:pt x="78" y="48"/>
                  </a:lnTo>
                  <a:lnTo>
                    <a:pt x="83" y="46"/>
                  </a:lnTo>
                  <a:lnTo>
                    <a:pt x="89" y="48"/>
                  </a:lnTo>
                  <a:lnTo>
                    <a:pt x="92" y="44"/>
                  </a:lnTo>
                  <a:lnTo>
                    <a:pt x="94" y="40"/>
                  </a:lnTo>
                  <a:lnTo>
                    <a:pt x="102" y="39"/>
                  </a:lnTo>
                  <a:lnTo>
                    <a:pt x="112" y="35"/>
                  </a:lnTo>
                  <a:lnTo>
                    <a:pt x="120" y="30"/>
                  </a:lnTo>
                  <a:lnTo>
                    <a:pt x="123" y="24"/>
                  </a:lnTo>
                  <a:lnTo>
                    <a:pt x="129" y="19"/>
                  </a:lnTo>
                  <a:lnTo>
                    <a:pt x="133" y="9"/>
                  </a:lnTo>
                  <a:lnTo>
                    <a:pt x="140" y="4"/>
                  </a:lnTo>
                  <a:lnTo>
                    <a:pt x="143" y="0"/>
                  </a:lnTo>
                  <a:lnTo>
                    <a:pt x="151" y="0"/>
                  </a:lnTo>
                  <a:lnTo>
                    <a:pt x="158" y="2"/>
                  </a:lnTo>
                  <a:lnTo>
                    <a:pt x="165" y="4"/>
                  </a:lnTo>
                  <a:lnTo>
                    <a:pt x="169" y="11"/>
                  </a:lnTo>
                  <a:lnTo>
                    <a:pt x="173" y="15"/>
                  </a:lnTo>
                  <a:lnTo>
                    <a:pt x="176" y="22"/>
                  </a:lnTo>
                  <a:lnTo>
                    <a:pt x="173" y="28"/>
                  </a:lnTo>
                  <a:lnTo>
                    <a:pt x="171" y="33"/>
                  </a:lnTo>
                  <a:lnTo>
                    <a:pt x="167" y="37"/>
                  </a:lnTo>
                  <a:lnTo>
                    <a:pt x="164" y="42"/>
                  </a:lnTo>
                  <a:lnTo>
                    <a:pt x="160" y="50"/>
                  </a:lnTo>
                  <a:lnTo>
                    <a:pt x="156" y="53"/>
                  </a:lnTo>
                  <a:lnTo>
                    <a:pt x="153" y="59"/>
                  </a:lnTo>
                  <a:lnTo>
                    <a:pt x="160" y="64"/>
                  </a:lnTo>
                  <a:lnTo>
                    <a:pt x="164" y="70"/>
                  </a:lnTo>
                  <a:lnTo>
                    <a:pt x="162" y="81"/>
                  </a:lnTo>
                  <a:lnTo>
                    <a:pt x="167" y="84"/>
                  </a:lnTo>
                  <a:lnTo>
                    <a:pt x="173" y="84"/>
                  </a:lnTo>
                  <a:lnTo>
                    <a:pt x="173" y="90"/>
                  </a:lnTo>
                  <a:lnTo>
                    <a:pt x="169" y="99"/>
                  </a:lnTo>
                  <a:lnTo>
                    <a:pt x="171" y="102"/>
                  </a:lnTo>
                  <a:lnTo>
                    <a:pt x="167" y="106"/>
                  </a:lnTo>
                  <a:lnTo>
                    <a:pt x="171" y="113"/>
                  </a:lnTo>
                  <a:lnTo>
                    <a:pt x="178" y="117"/>
                  </a:lnTo>
                  <a:lnTo>
                    <a:pt x="184" y="121"/>
                  </a:lnTo>
                  <a:lnTo>
                    <a:pt x="193" y="122"/>
                  </a:lnTo>
                  <a:lnTo>
                    <a:pt x="198" y="128"/>
                  </a:lnTo>
                  <a:lnTo>
                    <a:pt x="204" y="133"/>
                  </a:lnTo>
                  <a:lnTo>
                    <a:pt x="194" y="139"/>
                  </a:lnTo>
                  <a:lnTo>
                    <a:pt x="189" y="150"/>
                  </a:lnTo>
                  <a:lnTo>
                    <a:pt x="191" y="159"/>
                  </a:lnTo>
                  <a:lnTo>
                    <a:pt x="200" y="163"/>
                  </a:lnTo>
                  <a:lnTo>
                    <a:pt x="202" y="168"/>
                  </a:lnTo>
                  <a:lnTo>
                    <a:pt x="209" y="172"/>
                  </a:lnTo>
                  <a:lnTo>
                    <a:pt x="218" y="175"/>
                  </a:lnTo>
                  <a:lnTo>
                    <a:pt x="229" y="181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1" y="192"/>
                  </a:lnTo>
                  <a:lnTo>
                    <a:pt x="258" y="193"/>
                  </a:lnTo>
                  <a:lnTo>
                    <a:pt x="264" y="201"/>
                  </a:lnTo>
                  <a:lnTo>
                    <a:pt x="276" y="201"/>
                  </a:lnTo>
                  <a:lnTo>
                    <a:pt x="291" y="208"/>
                  </a:lnTo>
                  <a:lnTo>
                    <a:pt x="300" y="208"/>
                  </a:lnTo>
                  <a:lnTo>
                    <a:pt x="307" y="210"/>
                  </a:lnTo>
                  <a:lnTo>
                    <a:pt x="315" y="208"/>
                  </a:lnTo>
                  <a:lnTo>
                    <a:pt x="318" y="204"/>
                  </a:lnTo>
                  <a:lnTo>
                    <a:pt x="318" y="201"/>
                  </a:lnTo>
                  <a:lnTo>
                    <a:pt x="313" y="195"/>
                  </a:lnTo>
                  <a:lnTo>
                    <a:pt x="317" y="190"/>
                  </a:lnTo>
                  <a:lnTo>
                    <a:pt x="317" y="181"/>
                  </a:lnTo>
                  <a:lnTo>
                    <a:pt x="322" y="177"/>
                  </a:lnTo>
                  <a:lnTo>
                    <a:pt x="328" y="179"/>
                  </a:lnTo>
                  <a:lnTo>
                    <a:pt x="333" y="186"/>
                  </a:lnTo>
                  <a:lnTo>
                    <a:pt x="335" y="190"/>
                  </a:lnTo>
                  <a:lnTo>
                    <a:pt x="340" y="197"/>
                  </a:lnTo>
                  <a:lnTo>
                    <a:pt x="346" y="195"/>
                  </a:lnTo>
                  <a:lnTo>
                    <a:pt x="355" y="193"/>
                  </a:lnTo>
                  <a:lnTo>
                    <a:pt x="364" y="197"/>
                  </a:lnTo>
                  <a:lnTo>
                    <a:pt x="379" y="197"/>
                  </a:lnTo>
                  <a:lnTo>
                    <a:pt x="382" y="193"/>
                  </a:lnTo>
                  <a:lnTo>
                    <a:pt x="382" y="186"/>
                  </a:lnTo>
                  <a:lnTo>
                    <a:pt x="380" y="175"/>
                  </a:lnTo>
                  <a:lnTo>
                    <a:pt x="388" y="173"/>
                  </a:lnTo>
                  <a:lnTo>
                    <a:pt x="397" y="170"/>
                  </a:lnTo>
                  <a:lnTo>
                    <a:pt x="402" y="164"/>
                  </a:lnTo>
                  <a:lnTo>
                    <a:pt x="411" y="164"/>
                  </a:lnTo>
                  <a:lnTo>
                    <a:pt x="417" y="166"/>
                  </a:lnTo>
                  <a:lnTo>
                    <a:pt x="422" y="161"/>
                  </a:lnTo>
                  <a:lnTo>
                    <a:pt x="428" y="161"/>
                  </a:lnTo>
                  <a:lnTo>
                    <a:pt x="437" y="164"/>
                  </a:lnTo>
                  <a:lnTo>
                    <a:pt x="437" y="173"/>
                  </a:lnTo>
                  <a:lnTo>
                    <a:pt x="440" y="177"/>
                  </a:lnTo>
                  <a:lnTo>
                    <a:pt x="446" y="175"/>
                  </a:lnTo>
                  <a:lnTo>
                    <a:pt x="450" y="177"/>
                  </a:lnTo>
                  <a:lnTo>
                    <a:pt x="457" y="179"/>
                  </a:lnTo>
                  <a:lnTo>
                    <a:pt x="461" y="181"/>
                  </a:lnTo>
                  <a:lnTo>
                    <a:pt x="464" y="186"/>
                  </a:lnTo>
                  <a:lnTo>
                    <a:pt x="466" y="192"/>
                  </a:lnTo>
                  <a:lnTo>
                    <a:pt x="466" y="203"/>
                  </a:lnTo>
                  <a:lnTo>
                    <a:pt x="461" y="212"/>
                  </a:lnTo>
                  <a:lnTo>
                    <a:pt x="453" y="210"/>
                  </a:lnTo>
                  <a:lnTo>
                    <a:pt x="444" y="212"/>
                  </a:lnTo>
                  <a:lnTo>
                    <a:pt x="440" y="223"/>
                  </a:lnTo>
                  <a:lnTo>
                    <a:pt x="440" y="226"/>
                  </a:lnTo>
                  <a:lnTo>
                    <a:pt x="433" y="234"/>
                  </a:lnTo>
                  <a:lnTo>
                    <a:pt x="428" y="241"/>
                  </a:lnTo>
                  <a:lnTo>
                    <a:pt x="422" y="243"/>
                  </a:lnTo>
                  <a:lnTo>
                    <a:pt x="419" y="246"/>
                  </a:lnTo>
                  <a:lnTo>
                    <a:pt x="422" y="250"/>
                  </a:lnTo>
                  <a:lnTo>
                    <a:pt x="422" y="254"/>
                  </a:lnTo>
                  <a:lnTo>
                    <a:pt x="417" y="261"/>
                  </a:lnTo>
                  <a:lnTo>
                    <a:pt x="413" y="272"/>
                  </a:lnTo>
                  <a:lnTo>
                    <a:pt x="404" y="266"/>
                  </a:lnTo>
                  <a:lnTo>
                    <a:pt x="404" y="283"/>
                  </a:lnTo>
                  <a:lnTo>
                    <a:pt x="408" y="288"/>
                  </a:lnTo>
                  <a:lnTo>
                    <a:pt x="408" y="296"/>
                  </a:lnTo>
                  <a:lnTo>
                    <a:pt x="408" y="301"/>
                  </a:lnTo>
                  <a:lnTo>
                    <a:pt x="404" y="305"/>
                  </a:lnTo>
                  <a:lnTo>
                    <a:pt x="400" y="308"/>
                  </a:lnTo>
                  <a:lnTo>
                    <a:pt x="397" y="305"/>
                  </a:lnTo>
                  <a:lnTo>
                    <a:pt x="391" y="308"/>
                  </a:lnTo>
                  <a:lnTo>
                    <a:pt x="389" y="299"/>
                  </a:lnTo>
                  <a:lnTo>
                    <a:pt x="389" y="290"/>
                  </a:lnTo>
                  <a:lnTo>
                    <a:pt x="384" y="279"/>
                  </a:lnTo>
                  <a:lnTo>
                    <a:pt x="382" y="286"/>
                  </a:lnTo>
                  <a:lnTo>
                    <a:pt x="373" y="286"/>
                  </a:lnTo>
                  <a:lnTo>
                    <a:pt x="373" y="281"/>
                  </a:lnTo>
                  <a:lnTo>
                    <a:pt x="375" y="268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80" y="257"/>
                  </a:lnTo>
                  <a:lnTo>
                    <a:pt x="380" y="255"/>
                  </a:lnTo>
                  <a:lnTo>
                    <a:pt x="384" y="254"/>
                  </a:lnTo>
                  <a:lnTo>
                    <a:pt x="380" y="246"/>
                  </a:lnTo>
                  <a:lnTo>
                    <a:pt x="389" y="239"/>
                  </a:lnTo>
                  <a:lnTo>
                    <a:pt x="379" y="239"/>
                  </a:lnTo>
                  <a:lnTo>
                    <a:pt x="369" y="243"/>
                  </a:lnTo>
                  <a:lnTo>
                    <a:pt x="360" y="243"/>
                  </a:lnTo>
                  <a:lnTo>
                    <a:pt x="349" y="243"/>
                  </a:lnTo>
                  <a:lnTo>
                    <a:pt x="344" y="243"/>
                  </a:lnTo>
                  <a:lnTo>
                    <a:pt x="344" y="230"/>
                  </a:lnTo>
                  <a:lnTo>
                    <a:pt x="346" y="219"/>
                  </a:lnTo>
                  <a:lnTo>
                    <a:pt x="338" y="217"/>
                  </a:lnTo>
                  <a:lnTo>
                    <a:pt x="331" y="219"/>
                  </a:lnTo>
                  <a:lnTo>
                    <a:pt x="322" y="212"/>
                  </a:lnTo>
                  <a:lnTo>
                    <a:pt x="318" y="217"/>
                  </a:lnTo>
                  <a:lnTo>
                    <a:pt x="324" y="226"/>
                  </a:lnTo>
                  <a:lnTo>
                    <a:pt x="322" y="234"/>
                  </a:lnTo>
                  <a:lnTo>
                    <a:pt x="315" y="237"/>
                  </a:lnTo>
                  <a:lnTo>
                    <a:pt x="307" y="241"/>
                  </a:lnTo>
                  <a:lnTo>
                    <a:pt x="309" y="252"/>
                  </a:lnTo>
                  <a:lnTo>
                    <a:pt x="311" y="257"/>
                  </a:lnTo>
                  <a:lnTo>
                    <a:pt x="322" y="261"/>
                  </a:lnTo>
                  <a:lnTo>
                    <a:pt x="324" y="266"/>
                  </a:lnTo>
                  <a:lnTo>
                    <a:pt x="322" y="279"/>
                  </a:lnTo>
                  <a:lnTo>
                    <a:pt x="328" y="285"/>
                  </a:lnTo>
                  <a:lnTo>
                    <a:pt x="328" y="296"/>
                  </a:lnTo>
                  <a:lnTo>
                    <a:pt x="324" y="303"/>
                  </a:lnTo>
                  <a:lnTo>
                    <a:pt x="326" y="316"/>
                  </a:lnTo>
                  <a:lnTo>
                    <a:pt x="326" y="31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76C2C1C8-FF99-4938-96E1-A1973946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66" y="2949991"/>
              <a:ext cx="363337" cy="404861"/>
            </a:xfrm>
            <a:custGeom>
              <a:avLst/>
              <a:gdLst>
                <a:gd name="T0" fmla="*/ 117 w 245"/>
                <a:gd name="T1" fmla="*/ 267 h 273"/>
                <a:gd name="T2" fmla="*/ 130 w 245"/>
                <a:gd name="T3" fmla="*/ 255 h 273"/>
                <a:gd name="T4" fmla="*/ 137 w 245"/>
                <a:gd name="T5" fmla="*/ 242 h 273"/>
                <a:gd name="T6" fmla="*/ 128 w 245"/>
                <a:gd name="T7" fmla="*/ 229 h 273"/>
                <a:gd name="T8" fmla="*/ 124 w 245"/>
                <a:gd name="T9" fmla="*/ 211 h 273"/>
                <a:gd name="T10" fmla="*/ 137 w 245"/>
                <a:gd name="T11" fmla="*/ 200 h 273"/>
                <a:gd name="T12" fmla="*/ 144 w 245"/>
                <a:gd name="T13" fmla="*/ 198 h 273"/>
                <a:gd name="T14" fmla="*/ 159 w 245"/>
                <a:gd name="T15" fmla="*/ 184 h 273"/>
                <a:gd name="T16" fmla="*/ 168 w 245"/>
                <a:gd name="T17" fmla="*/ 169 h 273"/>
                <a:gd name="T18" fmla="*/ 183 w 245"/>
                <a:gd name="T19" fmla="*/ 158 h 273"/>
                <a:gd name="T20" fmla="*/ 194 w 245"/>
                <a:gd name="T21" fmla="*/ 145 h 273"/>
                <a:gd name="T22" fmla="*/ 195 w 245"/>
                <a:gd name="T23" fmla="*/ 127 h 273"/>
                <a:gd name="T24" fmla="*/ 206 w 245"/>
                <a:gd name="T25" fmla="*/ 113 h 273"/>
                <a:gd name="T26" fmla="*/ 197 w 245"/>
                <a:gd name="T27" fmla="*/ 98 h 273"/>
                <a:gd name="T28" fmla="*/ 188 w 245"/>
                <a:gd name="T29" fmla="*/ 89 h 273"/>
                <a:gd name="T30" fmla="*/ 181 w 245"/>
                <a:gd name="T31" fmla="*/ 71 h 273"/>
                <a:gd name="T32" fmla="*/ 190 w 245"/>
                <a:gd name="T33" fmla="*/ 60 h 273"/>
                <a:gd name="T34" fmla="*/ 201 w 245"/>
                <a:gd name="T35" fmla="*/ 60 h 273"/>
                <a:gd name="T36" fmla="*/ 206 w 245"/>
                <a:gd name="T37" fmla="*/ 52 h 273"/>
                <a:gd name="T38" fmla="*/ 224 w 245"/>
                <a:gd name="T39" fmla="*/ 47 h 273"/>
                <a:gd name="T40" fmla="*/ 235 w 245"/>
                <a:gd name="T41" fmla="*/ 36 h 273"/>
                <a:gd name="T42" fmla="*/ 245 w 245"/>
                <a:gd name="T43" fmla="*/ 21 h 273"/>
                <a:gd name="T44" fmla="*/ 235 w 245"/>
                <a:gd name="T45" fmla="*/ 11 h 273"/>
                <a:gd name="T46" fmla="*/ 206 w 245"/>
                <a:gd name="T47" fmla="*/ 0 h 273"/>
                <a:gd name="T48" fmla="*/ 197 w 245"/>
                <a:gd name="T49" fmla="*/ 3 h 273"/>
                <a:gd name="T50" fmla="*/ 175 w 245"/>
                <a:gd name="T51" fmla="*/ 7 h 273"/>
                <a:gd name="T52" fmla="*/ 148 w 245"/>
                <a:gd name="T53" fmla="*/ 20 h 273"/>
                <a:gd name="T54" fmla="*/ 142 w 245"/>
                <a:gd name="T55" fmla="*/ 34 h 273"/>
                <a:gd name="T56" fmla="*/ 144 w 245"/>
                <a:gd name="T57" fmla="*/ 49 h 273"/>
                <a:gd name="T58" fmla="*/ 130 w 245"/>
                <a:gd name="T59" fmla="*/ 49 h 273"/>
                <a:gd name="T60" fmla="*/ 132 w 245"/>
                <a:gd name="T61" fmla="*/ 62 h 273"/>
                <a:gd name="T62" fmla="*/ 124 w 245"/>
                <a:gd name="T63" fmla="*/ 76 h 273"/>
                <a:gd name="T64" fmla="*/ 122 w 245"/>
                <a:gd name="T65" fmla="*/ 89 h 273"/>
                <a:gd name="T66" fmla="*/ 110 w 245"/>
                <a:gd name="T67" fmla="*/ 89 h 273"/>
                <a:gd name="T68" fmla="*/ 104 w 245"/>
                <a:gd name="T69" fmla="*/ 91 h 273"/>
                <a:gd name="T70" fmla="*/ 101 w 245"/>
                <a:gd name="T71" fmla="*/ 102 h 273"/>
                <a:gd name="T72" fmla="*/ 93 w 245"/>
                <a:gd name="T73" fmla="*/ 109 h 273"/>
                <a:gd name="T74" fmla="*/ 79 w 245"/>
                <a:gd name="T75" fmla="*/ 120 h 273"/>
                <a:gd name="T76" fmla="*/ 70 w 245"/>
                <a:gd name="T77" fmla="*/ 131 h 273"/>
                <a:gd name="T78" fmla="*/ 59 w 245"/>
                <a:gd name="T79" fmla="*/ 140 h 273"/>
                <a:gd name="T80" fmla="*/ 50 w 245"/>
                <a:gd name="T81" fmla="*/ 144 h 273"/>
                <a:gd name="T82" fmla="*/ 28 w 245"/>
                <a:gd name="T83" fmla="*/ 145 h 273"/>
                <a:gd name="T84" fmla="*/ 6 w 245"/>
                <a:gd name="T85" fmla="*/ 138 h 273"/>
                <a:gd name="T86" fmla="*/ 11 w 245"/>
                <a:gd name="T87" fmla="*/ 158 h 273"/>
                <a:gd name="T88" fmla="*/ 20 w 245"/>
                <a:gd name="T89" fmla="*/ 175 h 273"/>
                <a:gd name="T90" fmla="*/ 31 w 245"/>
                <a:gd name="T91" fmla="*/ 184 h 273"/>
                <a:gd name="T92" fmla="*/ 40 w 245"/>
                <a:gd name="T93" fmla="*/ 196 h 273"/>
                <a:gd name="T94" fmla="*/ 33 w 245"/>
                <a:gd name="T95" fmla="*/ 207 h 273"/>
                <a:gd name="T96" fmla="*/ 15 w 245"/>
                <a:gd name="T97" fmla="*/ 215 h 273"/>
                <a:gd name="T98" fmla="*/ 0 w 245"/>
                <a:gd name="T99" fmla="*/ 244 h 273"/>
                <a:gd name="T100" fmla="*/ 8 w 245"/>
                <a:gd name="T101" fmla="*/ 244 h 273"/>
                <a:gd name="T102" fmla="*/ 39 w 245"/>
                <a:gd name="T103" fmla="*/ 238 h 273"/>
                <a:gd name="T104" fmla="*/ 71 w 245"/>
                <a:gd name="T105" fmla="*/ 235 h 273"/>
                <a:gd name="T106" fmla="*/ 86 w 245"/>
                <a:gd name="T107" fmla="*/ 247 h 273"/>
                <a:gd name="T108" fmla="*/ 86 w 245"/>
                <a:gd name="T109" fmla="*/ 249 h 273"/>
                <a:gd name="T110" fmla="*/ 82 w 245"/>
                <a:gd name="T111" fmla="*/ 253 h 273"/>
                <a:gd name="T112" fmla="*/ 82 w 245"/>
                <a:gd name="T113" fmla="*/ 255 h 273"/>
                <a:gd name="T114" fmla="*/ 93 w 245"/>
                <a:gd name="T115" fmla="*/ 255 h 273"/>
                <a:gd name="T116" fmla="*/ 97 w 245"/>
                <a:gd name="T117" fmla="*/ 257 h 273"/>
                <a:gd name="T118" fmla="*/ 99 w 245"/>
                <a:gd name="T119" fmla="*/ 262 h 273"/>
                <a:gd name="T120" fmla="*/ 99 w 245"/>
                <a:gd name="T121" fmla="*/ 267 h 273"/>
                <a:gd name="T122" fmla="*/ 101 w 245"/>
                <a:gd name="T123" fmla="*/ 269 h 273"/>
                <a:gd name="T124" fmla="*/ 112 w 245"/>
                <a:gd name="T12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5" h="273">
                  <a:moveTo>
                    <a:pt x="112" y="273"/>
                  </a:moveTo>
                  <a:lnTo>
                    <a:pt x="117" y="267"/>
                  </a:lnTo>
                  <a:lnTo>
                    <a:pt x="121" y="258"/>
                  </a:lnTo>
                  <a:lnTo>
                    <a:pt x="130" y="255"/>
                  </a:lnTo>
                  <a:lnTo>
                    <a:pt x="139" y="251"/>
                  </a:lnTo>
                  <a:lnTo>
                    <a:pt x="137" y="242"/>
                  </a:lnTo>
                  <a:lnTo>
                    <a:pt x="130" y="233"/>
                  </a:lnTo>
                  <a:lnTo>
                    <a:pt x="128" y="229"/>
                  </a:lnTo>
                  <a:lnTo>
                    <a:pt x="135" y="222"/>
                  </a:lnTo>
                  <a:lnTo>
                    <a:pt x="124" y="211"/>
                  </a:lnTo>
                  <a:lnTo>
                    <a:pt x="130" y="205"/>
                  </a:lnTo>
                  <a:lnTo>
                    <a:pt x="137" y="200"/>
                  </a:lnTo>
                  <a:lnTo>
                    <a:pt x="139" y="195"/>
                  </a:lnTo>
                  <a:lnTo>
                    <a:pt x="144" y="198"/>
                  </a:lnTo>
                  <a:lnTo>
                    <a:pt x="152" y="191"/>
                  </a:lnTo>
                  <a:lnTo>
                    <a:pt x="159" y="184"/>
                  </a:lnTo>
                  <a:lnTo>
                    <a:pt x="163" y="178"/>
                  </a:lnTo>
                  <a:lnTo>
                    <a:pt x="168" y="169"/>
                  </a:lnTo>
                  <a:lnTo>
                    <a:pt x="177" y="164"/>
                  </a:lnTo>
                  <a:lnTo>
                    <a:pt x="183" y="158"/>
                  </a:lnTo>
                  <a:lnTo>
                    <a:pt x="184" y="151"/>
                  </a:lnTo>
                  <a:lnTo>
                    <a:pt x="194" y="145"/>
                  </a:lnTo>
                  <a:lnTo>
                    <a:pt x="194" y="138"/>
                  </a:lnTo>
                  <a:lnTo>
                    <a:pt x="195" y="127"/>
                  </a:lnTo>
                  <a:lnTo>
                    <a:pt x="201" y="120"/>
                  </a:lnTo>
                  <a:lnTo>
                    <a:pt x="206" y="113"/>
                  </a:lnTo>
                  <a:lnTo>
                    <a:pt x="206" y="105"/>
                  </a:lnTo>
                  <a:lnTo>
                    <a:pt x="197" y="98"/>
                  </a:lnTo>
                  <a:lnTo>
                    <a:pt x="192" y="93"/>
                  </a:lnTo>
                  <a:lnTo>
                    <a:pt x="188" y="89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3" y="63"/>
                  </a:lnTo>
                  <a:lnTo>
                    <a:pt x="190" y="60"/>
                  </a:lnTo>
                  <a:lnTo>
                    <a:pt x="195" y="58"/>
                  </a:lnTo>
                  <a:lnTo>
                    <a:pt x="201" y="60"/>
                  </a:lnTo>
                  <a:lnTo>
                    <a:pt x="204" y="56"/>
                  </a:lnTo>
                  <a:lnTo>
                    <a:pt x="206" y="52"/>
                  </a:lnTo>
                  <a:lnTo>
                    <a:pt x="214" y="51"/>
                  </a:lnTo>
                  <a:lnTo>
                    <a:pt x="224" y="47"/>
                  </a:lnTo>
                  <a:lnTo>
                    <a:pt x="232" y="42"/>
                  </a:lnTo>
                  <a:lnTo>
                    <a:pt x="235" y="36"/>
                  </a:lnTo>
                  <a:lnTo>
                    <a:pt x="241" y="31"/>
                  </a:lnTo>
                  <a:lnTo>
                    <a:pt x="245" y="21"/>
                  </a:lnTo>
                  <a:lnTo>
                    <a:pt x="239" y="16"/>
                  </a:lnTo>
                  <a:lnTo>
                    <a:pt x="235" y="11"/>
                  </a:lnTo>
                  <a:lnTo>
                    <a:pt x="217" y="0"/>
                  </a:lnTo>
                  <a:lnTo>
                    <a:pt x="206" y="0"/>
                  </a:lnTo>
                  <a:lnTo>
                    <a:pt x="203" y="3"/>
                  </a:lnTo>
                  <a:lnTo>
                    <a:pt x="197" y="3"/>
                  </a:lnTo>
                  <a:lnTo>
                    <a:pt x="186" y="3"/>
                  </a:lnTo>
                  <a:lnTo>
                    <a:pt x="175" y="7"/>
                  </a:lnTo>
                  <a:lnTo>
                    <a:pt x="166" y="9"/>
                  </a:lnTo>
                  <a:lnTo>
                    <a:pt x="148" y="20"/>
                  </a:lnTo>
                  <a:lnTo>
                    <a:pt x="150" y="29"/>
                  </a:lnTo>
                  <a:lnTo>
                    <a:pt x="142" y="34"/>
                  </a:lnTo>
                  <a:lnTo>
                    <a:pt x="146" y="40"/>
                  </a:lnTo>
                  <a:lnTo>
                    <a:pt x="144" y="49"/>
                  </a:lnTo>
                  <a:lnTo>
                    <a:pt x="135" y="51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32" y="62"/>
                  </a:lnTo>
                  <a:lnTo>
                    <a:pt x="132" y="71"/>
                  </a:lnTo>
                  <a:lnTo>
                    <a:pt x="124" y="76"/>
                  </a:lnTo>
                  <a:lnTo>
                    <a:pt x="126" y="83"/>
                  </a:lnTo>
                  <a:lnTo>
                    <a:pt x="122" y="89"/>
                  </a:lnTo>
                  <a:lnTo>
                    <a:pt x="117" y="91"/>
                  </a:lnTo>
                  <a:lnTo>
                    <a:pt x="110" y="89"/>
                  </a:lnTo>
                  <a:lnTo>
                    <a:pt x="108" y="85"/>
                  </a:lnTo>
                  <a:lnTo>
                    <a:pt x="104" y="91"/>
                  </a:lnTo>
                  <a:lnTo>
                    <a:pt x="95" y="94"/>
                  </a:lnTo>
                  <a:lnTo>
                    <a:pt x="101" y="102"/>
                  </a:lnTo>
                  <a:lnTo>
                    <a:pt x="99" y="105"/>
                  </a:lnTo>
                  <a:lnTo>
                    <a:pt x="93" y="109"/>
                  </a:lnTo>
                  <a:lnTo>
                    <a:pt x="90" y="105"/>
                  </a:lnTo>
                  <a:lnTo>
                    <a:pt x="79" y="120"/>
                  </a:lnTo>
                  <a:lnTo>
                    <a:pt x="71" y="125"/>
                  </a:lnTo>
                  <a:lnTo>
                    <a:pt x="70" y="131"/>
                  </a:lnTo>
                  <a:lnTo>
                    <a:pt x="68" y="138"/>
                  </a:lnTo>
                  <a:lnTo>
                    <a:pt x="59" y="140"/>
                  </a:lnTo>
                  <a:lnTo>
                    <a:pt x="57" y="147"/>
                  </a:lnTo>
                  <a:lnTo>
                    <a:pt x="50" y="144"/>
                  </a:lnTo>
                  <a:lnTo>
                    <a:pt x="35" y="144"/>
                  </a:lnTo>
                  <a:lnTo>
                    <a:pt x="28" y="145"/>
                  </a:lnTo>
                  <a:lnTo>
                    <a:pt x="22" y="147"/>
                  </a:lnTo>
                  <a:lnTo>
                    <a:pt x="6" y="138"/>
                  </a:lnTo>
                  <a:lnTo>
                    <a:pt x="13" y="154"/>
                  </a:lnTo>
                  <a:lnTo>
                    <a:pt x="11" y="158"/>
                  </a:lnTo>
                  <a:lnTo>
                    <a:pt x="13" y="164"/>
                  </a:lnTo>
                  <a:lnTo>
                    <a:pt x="20" y="175"/>
                  </a:lnTo>
                  <a:lnTo>
                    <a:pt x="26" y="176"/>
                  </a:lnTo>
                  <a:lnTo>
                    <a:pt x="31" y="184"/>
                  </a:lnTo>
                  <a:lnTo>
                    <a:pt x="31" y="193"/>
                  </a:lnTo>
                  <a:lnTo>
                    <a:pt x="40" y="196"/>
                  </a:lnTo>
                  <a:lnTo>
                    <a:pt x="40" y="204"/>
                  </a:lnTo>
                  <a:lnTo>
                    <a:pt x="33" y="207"/>
                  </a:lnTo>
                  <a:lnTo>
                    <a:pt x="24" y="211"/>
                  </a:lnTo>
                  <a:lnTo>
                    <a:pt x="15" y="215"/>
                  </a:lnTo>
                  <a:lnTo>
                    <a:pt x="4" y="227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8" y="244"/>
                  </a:lnTo>
                  <a:lnTo>
                    <a:pt x="17" y="242"/>
                  </a:lnTo>
                  <a:lnTo>
                    <a:pt x="39" y="238"/>
                  </a:lnTo>
                  <a:lnTo>
                    <a:pt x="60" y="235"/>
                  </a:lnTo>
                  <a:lnTo>
                    <a:pt x="71" y="235"/>
                  </a:lnTo>
                  <a:lnTo>
                    <a:pt x="79" y="236"/>
                  </a:lnTo>
                  <a:lnTo>
                    <a:pt x="86" y="247"/>
                  </a:lnTo>
                  <a:lnTo>
                    <a:pt x="86" y="247"/>
                  </a:lnTo>
                  <a:lnTo>
                    <a:pt x="86" y="249"/>
                  </a:lnTo>
                  <a:lnTo>
                    <a:pt x="84" y="251"/>
                  </a:lnTo>
                  <a:lnTo>
                    <a:pt x="82" y="253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8" y="255"/>
                  </a:lnTo>
                  <a:lnTo>
                    <a:pt x="93" y="255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9" y="258"/>
                  </a:lnTo>
                  <a:lnTo>
                    <a:pt x="99" y="262"/>
                  </a:lnTo>
                  <a:lnTo>
                    <a:pt x="99" y="262"/>
                  </a:lnTo>
                  <a:lnTo>
                    <a:pt x="99" y="267"/>
                  </a:lnTo>
                  <a:lnTo>
                    <a:pt x="99" y="267"/>
                  </a:lnTo>
                  <a:lnTo>
                    <a:pt x="101" y="269"/>
                  </a:lnTo>
                  <a:lnTo>
                    <a:pt x="101" y="269"/>
                  </a:lnTo>
                  <a:lnTo>
                    <a:pt x="112" y="2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EA1D0BC2-B908-48C8-853B-422762CC8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5144" y="1852567"/>
              <a:ext cx="246179" cy="124572"/>
            </a:xfrm>
            <a:custGeom>
              <a:avLst/>
              <a:gdLst>
                <a:gd name="T0" fmla="*/ 124 w 166"/>
                <a:gd name="T1" fmla="*/ 11 h 84"/>
                <a:gd name="T2" fmla="*/ 110 w 166"/>
                <a:gd name="T3" fmla="*/ 9 h 84"/>
                <a:gd name="T4" fmla="*/ 100 w 166"/>
                <a:gd name="T5" fmla="*/ 16 h 84"/>
                <a:gd name="T6" fmla="*/ 93 w 166"/>
                <a:gd name="T7" fmla="*/ 11 h 84"/>
                <a:gd name="T8" fmla="*/ 88 w 166"/>
                <a:gd name="T9" fmla="*/ 18 h 84"/>
                <a:gd name="T10" fmla="*/ 84 w 166"/>
                <a:gd name="T11" fmla="*/ 9 h 84"/>
                <a:gd name="T12" fmla="*/ 75 w 166"/>
                <a:gd name="T13" fmla="*/ 11 h 84"/>
                <a:gd name="T14" fmla="*/ 73 w 166"/>
                <a:gd name="T15" fmla="*/ 16 h 84"/>
                <a:gd name="T16" fmla="*/ 66 w 166"/>
                <a:gd name="T17" fmla="*/ 16 h 84"/>
                <a:gd name="T18" fmla="*/ 60 w 166"/>
                <a:gd name="T19" fmla="*/ 20 h 84"/>
                <a:gd name="T20" fmla="*/ 51 w 166"/>
                <a:gd name="T21" fmla="*/ 29 h 84"/>
                <a:gd name="T22" fmla="*/ 46 w 166"/>
                <a:gd name="T23" fmla="*/ 36 h 84"/>
                <a:gd name="T24" fmla="*/ 44 w 166"/>
                <a:gd name="T25" fmla="*/ 26 h 84"/>
                <a:gd name="T26" fmla="*/ 46 w 166"/>
                <a:gd name="T27" fmla="*/ 16 h 84"/>
                <a:gd name="T28" fmla="*/ 37 w 166"/>
                <a:gd name="T29" fmla="*/ 9 h 84"/>
                <a:gd name="T30" fmla="*/ 35 w 166"/>
                <a:gd name="T31" fmla="*/ 20 h 84"/>
                <a:gd name="T32" fmla="*/ 24 w 166"/>
                <a:gd name="T33" fmla="*/ 16 h 84"/>
                <a:gd name="T34" fmla="*/ 17 w 166"/>
                <a:gd name="T35" fmla="*/ 18 h 84"/>
                <a:gd name="T36" fmla="*/ 17 w 166"/>
                <a:gd name="T37" fmla="*/ 24 h 84"/>
                <a:gd name="T38" fmla="*/ 8 w 166"/>
                <a:gd name="T39" fmla="*/ 29 h 84"/>
                <a:gd name="T40" fmla="*/ 0 w 166"/>
                <a:gd name="T41" fmla="*/ 33 h 84"/>
                <a:gd name="T42" fmla="*/ 18 w 166"/>
                <a:gd name="T43" fmla="*/ 31 h 84"/>
                <a:gd name="T44" fmla="*/ 31 w 166"/>
                <a:gd name="T45" fmla="*/ 27 h 84"/>
                <a:gd name="T46" fmla="*/ 29 w 166"/>
                <a:gd name="T47" fmla="*/ 38 h 84"/>
                <a:gd name="T48" fmla="*/ 18 w 166"/>
                <a:gd name="T49" fmla="*/ 40 h 84"/>
                <a:gd name="T50" fmla="*/ 4 w 166"/>
                <a:gd name="T51" fmla="*/ 47 h 84"/>
                <a:gd name="T52" fmla="*/ 22 w 166"/>
                <a:gd name="T53" fmla="*/ 49 h 84"/>
                <a:gd name="T54" fmla="*/ 35 w 166"/>
                <a:gd name="T55" fmla="*/ 56 h 84"/>
                <a:gd name="T56" fmla="*/ 24 w 166"/>
                <a:gd name="T57" fmla="*/ 67 h 84"/>
                <a:gd name="T58" fmla="*/ 39 w 166"/>
                <a:gd name="T59" fmla="*/ 73 h 84"/>
                <a:gd name="T60" fmla="*/ 48 w 166"/>
                <a:gd name="T61" fmla="*/ 69 h 84"/>
                <a:gd name="T62" fmla="*/ 66 w 166"/>
                <a:gd name="T63" fmla="*/ 78 h 84"/>
                <a:gd name="T64" fmla="*/ 60 w 166"/>
                <a:gd name="T65" fmla="*/ 84 h 84"/>
                <a:gd name="T66" fmla="*/ 99 w 166"/>
                <a:gd name="T67" fmla="*/ 77 h 84"/>
                <a:gd name="T68" fmla="*/ 102 w 166"/>
                <a:gd name="T69" fmla="*/ 73 h 84"/>
                <a:gd name="T70" fmla="*/ 113 w 166"/>
                <a:gd name="T71" fmla="*/ 73 h 84"/>
                <a:gd name="T72" fmla="*/ 119 w 166"/>
                <a:gd name="T73" fmla="*/ 71 h 84"/>
                <a:gd name="T74" fmla="*/ 128 w 166"/>
                <a:gd name="T75" fmla="*/ 67 h 84"/>
                <a:gd name="T76" fmla="*/ 137 w 166"/>
                <a:gd name="T77" fmla="*/ 64 h 84"/>
                <a:gd name="T78" fmla="*/ 152 w 166"/>
                <a:gd name="T79" fmla="*/ 55 h 84"/>
                <a:gd name="T80" fmla="*/ 157 w 166"/>
                <a:gd name="T81" fmla="*/ 46 h 84"/>
                <a:gd name="T82" fmla="*/ 162 w 166"/>
                <a:gd name="T83" fmla="*/ 47 h 84"/>
                <a:gd name="T84" fmla="*/ 162 w 166"/>
                <a:gd name="T85" fmla="*/ 29 h 84"/>
                <a:gd name="T86" fmla="*/ 152 w 166"/>
                <a:gd name="T87" fmla="*/ 24 h 84"/>
                <a:gd name="T88" fmla="*/ 146 w 166"/>
                <a:gd name="T89" fmla="*/ 29 h 84"/>
                <a:gd name="T90" fmla="*/ 148 w 166"/>
                <a:gd name="T91" fmla="*/ 22 h 84"/>
                <a:gd name="T92" fmla="*/ 144 w 166"/>
                <a:gd name="T93" fmla="*/ 15 h 84"/>
                <a:gd name="T94" fmla="*/ 150 w 166"/>
                <a:gd name="T95" fmla="*/ 5 h 84"/>
                <a:gd name="T96" fmla="*/ 142 w 166"/>
                <a:gd name="T97" fmla="*/ 11 h 84"/>
                <a:gd name="T98" fmla="*/ 133 w 166"/>
                <a:gd name="T99" fmla="*/ 4 h 84"/>
                <a:gd name="T100" fmla="*/ 18 w 166"/>
                <a:gd name="T101" fmla="*/ 0 h 84"/>
                <a:gd name="T102" fmla="*/ 33 w 166"/>
                <a:gd name="T103" fmla="*/ 4 h 84"/>
                <a:gd name="T104" fmla="*/ 18 w 166"/>
                <a:gd name="T10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6" h="84">
                  <a:moveTo>
                    <a:pt x="124" y="2"/>
                  </a:moveTo>
                  <a:lnTo>
                    <a:pt x="124" y="2"/>
                  </a:lnTo>
                  <a:lnTo>
                    <a:pt x="124" y="11"/>
                  </a:lnTo>
                  <a:lnTo>
                    <a:pt x="124" y="11"/>
                  </a:lnTo>
                  <a:lnTo>
                    <a:pt x="121" y="11"/>
                  </a:lnTo>
                  <a:lnTo>
                    <a:pt x="117" y="9"/>
                  </a:lnTo>
                  <a:lnTo>
                    <a:pt x="113" y="9"/>
                  </a:lnTo>
                  <a:lnTo>
                    <a:pt x="110" y="9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97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1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79" y="11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6"/>
                  </a:lnTo>
                  <a:lnTo>
                    <a:pt x="73" y="22"/>
                  </a:lnTo>
                  <a:lnTo>
                    <a:pt x="68" y="22"/>
                  </a:lnTo>
                  <a:lnTo>
                    <a:pt x="68" y="22"/>
                  </a:lnTo>
                  <a:lnTo>
                    <a:pt x="66" y="16"/>
                  </a:lnTo>
                  <a:lnTo>
                    <a:pt x="66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0" y="20"/>
                  </a:lnTo>
                  <a:lnTo>
                    <a:pt x="62" y="26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49" y="33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29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1" y="15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6" y="35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18" y="31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1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7" y="46"/>
                  </a:lnTo>
                  <a:lnTo>
                    <a:pt x="17" y="46"/>
                  </a:lnTo>
                  <a:lnTo>
                    <a:pt x="4" y="47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7" y="51"/>
                  </a:lnTo>
                  <a:lnTo>
                    <a:pt x="22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5" y="56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33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0" y="71"/>
                  </a:lnTo>
                  <a:lnTo>
                    <a:pt x="44" y="69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66" y="75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4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7" y="77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102" y="73"/>
                  </a:lnTo>
                  <a:lnTo>
                    <a:pt x="106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3" y="73"/>
                  </a:lnTo>
                  <a:lnTo>
                    <a:pt x="115" y="71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9" y="71"/>
                  </a:lnTo>
                  <a:lnTo>
                    <a:pt x="119" y="73"/>
                  </a:lnTo>
                  <a:lnTo>
                    <a:pt x="122" y="73"/>
                  </a:lnTo>
                  <a:lnTo>
                    <a:pt x="122" y="73"/>
                  </a:lnTo>
                  <a:lnTo>
                    <a:pt x="128" y="67"/>
                  </a:lnTo>
                  <a:lnTo>
                    <a:pt x="131" y="64"/>
                  </a:lnTo>
                  <a:lnTo>
                    <a:pt x="133" y="62"/>
                  </a:lnTo>
                  <a:lnTo>
                    <a:pt x="133" y="62"/>
                  </a:lnTo>
                  <a:lnTo>
                    <a:pt x="137" y="64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46" y="58"/>
                  </a:lnTo>
                  <a:lnTo>
                    <a:pt x="152" y="55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7" y="44"/>
                  </a:lnTo>
                  <a:lnTo>
                    <a:pt x="157" y="46"/>
                  </a:lnTo>
                  <a:lnTo>
                    <a:pt x="161" y="46"/>
                  </a:lnTo>
                  <a:lnTo>
                    <a:pt x="161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6" y="46"/>
                  </a:lnTo>
                  <a:lnTo>
                    <a:pt x="166" y="46"/>
                  </a:lnTo>
                  <a:lnTo>
                    <a:pt x="162" y="29"/>
                  </a:lnTo>
                  <a:lnTo>
                    <a:pt x="162" y="29"/>
                  </a:lnTo>
                  <a:lnTo>
                    <a:pt x="157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2" y="24"/>
                  </a:lnTo>
                  <a:lnTo>
                    <a:pt x="150" y="27"/>
                  </a:lnTo>
                  <a:lnTo>
                    <a:pt x="148" y="29"/>
                  </a:lnTo>
                  <a:lnTo>
                    <a:pt x="146" y="29"/>
                  </a:lnTo>
                  <a:lnTo>
                    <a:pt x="146" y="29"/>
                  </a:lnTo>
                  <a:lnTo>
                    <a:pt x="146" y="27"/>
                  </a:lnTo>
                  <a:lnTo>
                    <a:pt x="146" y="24"/>
                  </a:lnTo>
                  <a:lnTo>
                    <a:pt x="148" y="22"/>
                  </a:lnTo>
                  <a:lnTo>
                    <a:pt x="148" y="22"/>
                  </a:lnTo>
                  <a:lnTo>
                    <a:pt x="150" y="20"/>
                  </a:lnTo>
                  <a:lnTo>
                    <a:pt x="148" y="16"/>
                  </a:lnTo>
                  <a:lnTo>
                    <a:pt x="144" y="15"/>
                  </a:lnTo>
                  <a:lnTo>
                    <a:pt x="144" y="15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3" y="5"/>
                  </a:lnTo>
                  <a:lnTo>
                    <a:pt x="150" y="5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39" y="11"/>
                  </a:lnTo>
                  <a:lnTo>
                    <a:pt x="139" y="11"/>
                  </a:lnTo>
                  <a:lnTo>
                    <a:pt x="135" y="7"/>
                  </a:lnTo>
                  <a:lnTo>
                    <a:pt x="133" y="4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close/>
                  <a:moveTo>
                    <a:pt x="18" y="0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2A76CE03-A6E4-4E42-9544-580AD4F7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4267" y="2552545"/>
              <a:ext cx="167580" cy="112708"/>
            </a:xfrm>
            <a:custGeom>
              <a:avLst/>
              <a:gdLst>
                <a:gd name="T0" fmla="*/ 78 w 113"/>
                <a:gd name="T1" fmla="*/ 65 h 76"/>
                <a:gd name="T2" fmla="*/ 84 w 113"/>
                <a:gd name="T3" fmla="*/ 65 h 76"/>
                <a:gd name="T4" fmla="*/ 89 w 113"/>
                <a:gd name="T5" fmla="*/ 62 h 76"/>
                <a:gd name="T6" fmla="*/ 95 w 113"/>
                <a:gd name="T7" fmla="*/ 56 h 76"/>
                <a:gd name="T8" fmla="*/ 98 w 113"/>
                <a:gd name="T9" fmla="*/ 40 h 76"/>
                <a:gd name="T10" fmla="*/ 102 w 113"/>
                <a:gd name="T11" fmla="*/ 27 h 76"/>
                <a:gd name="T12" fmla="*/ 109 w 113"/>
                <a:gd name="T13" fmla="*/ 24 h 76"/>
                <a:gd name="T14" fmla="*/ 111 w 113"/>
                <a:gd name="T15" fmla="*/ 18 h 76"/>
                <a:gd name="T16" fmla="*/ 113 w 113"/>
                <a:gd name="T17" fmla="*/ 3 h 76"/>
                <a:gd name="T18" fmla="*/ 109 w 113"/>
                <a:gd name="T19" fmla="*/ 3 h 76"/>
                <a:gd name="T20" fmla="*/ 104 w 113"/>
                <a:gd name="T21" fmla="*/ 2 h 76"/>
                <a:gd name="T22" fmla="*/ 100 w 113"/>
                <a:gd name="T23" fmla="*/ 0 h 76"/>
                <a:gd name="T24" fmla="*/ 93 w 113"/>
                <a:gd name="T25" fmla="*/ 0 h 76"/>
                <a:gd name="T26" fmla="*/ 80 w 113"/>
                <a:gd name="T27" fmla="*/ 2 h 76"/>
                <a:gd name="T28" fmla="*/ 75 w 113"/>
                <a:gd name="T29" fmla="*/ 5 h 76"/>
                <a:gd name="T30" fmla="*/ 73 w 113"/>
                <a:gd name="T31" fmla="*/ 7 h 76"/>
                <a:gd name="T32" fmla="*/ 69 w 113"/>
                <a:gd name="T33" fmla="*/ 7 h 76"/>
                <a:gd name="T34" fmla="*/ 67 w 113"/>
                <a:gd name="T35" fmla="*/ 5 h 76"/>
                <a:gd name="T36" fmla="*/ 62 w 113"/>
                <a:gd name="T37" fmla="*/ 3 h 76"/>
                <a:gd name="T38" fmla="*/ 55 w 113"/>
                <a:gd name="T39" fmla="*/ 5 h 76"/>
                <a:gd name="T40" fmla="*/ 45 w 113"/>
                <a:gd name="T41" fmla="*/ 7 h 76"/>
                <a:gd name="T42" fmla="*/ 47 w 113"/>
                <a:gd name="T43" fmla="*/ 14 h 76"/>
                <a:gd name="T44" fmla="*/ 38 w 113"/>
                <a:gd name="T45" fmla="*/ 13 h 76"/>
                <a:gd name="T46" fmla="*/ 29 w 113"/>
                <a:gd name="T47" fmla="*/ 11 h 76"/>
                <a:gd name="T48" fmla="*/ 24 w 113"/>
                <a:gd name="T49" fmla="*/ 13 h 76"/>
                <a:gd name="T50" fmla="*/ 18 w 113"/>
                <a:gd name="T51" fmla="*/ 9 h 76"/>
                <a:gd name="T52" fmla="*/ 14 w 113"/>
                <a:gd name="T53" fmla="*/ 5 h 76"/>
                <a:gd name="T54" fmla="*/ 9 w 113"/>
                <a:gd name="T55" fmla="*/ 9 h 76"/>
                <a:gd name="T56" fmla="*/ 9 w 113"/>
                <a:gd name="T57" fmla="*/ 13 h 76"/>
                <a:gd name="T58" fmla="*/ 9 w 113"/>
                <a:gd name="T59" fmla="*/ 22 h 76"/>
                <a:gd name="T60" fmla="*/ 5 w 113"/>
                <a:gd name="T61" fmla="*/ 24 h 76"/>
                <a:gd name="T62" fmla="*/ 4 w 113"/>
                <a:gd name="T63" fmla="*/ 24 h 76"/>
                <a:gd name="T64" fmla="*/ 0 w 113"/>
                <a:gd name="T65" fmla="*/ 29 h 76"/>
                <a:gd name="T66" fmla="*/ 2 w 113"/>
                <a:gd name="T67" fmla="*/ 31 h 76"/>
                <a:gd name="T68" fmla="*/ 4 w 113"/>
                <a:gd name="T69" fmla="*/ 34 h 76"/>
                <a:gd name="T70" fmla="*/ 4 w 113"/>
                <a:gd name="T71" fmla="*/ 40 h 76"/>
                <a:gd name="T72" fmla="*/ 7 w 113"/>
                <a:gd name="T73" fmla="*/ 44 h 76"/>
                <a:gd name="T74" fmla="*/ 14 w 113"/>
                <a:gd name="T75" fmla="*/ 51 h 76"/>
                <a:gd name="T76" fmla="*/ 14 w 113"/>
                <a:gd name="T77" fmla="*/ 54 h 76"/>
                <a:gd name="T78" fmla="*/ 24 w 113"/>
                <a:gd name="T79" fmla="*/ 65 h 76"/>
                <a:gd name="T80" fmla="*/ 33 w 113"/>
                <a:gd name="T81" fmla="*/ 71 h 76"/>
                <a:gd name="T82" fmla="*/ 38 w 113"/>
                <a:gd name="T83" fmla="*/ 73 h 76"/>
                <a:gd name="T84" fmla="*/ 45 w 113"/>
                <a:gd name="T85" fmla="*/ 76 h 76"/>
                <a:gd name="T86" fmla="*/ 51 w 113"/>
                <a:gd name="T87" fmla="*/ 75 h 76"/>
                <a:gd name="T88" fmla="*/ 56 w 113"/>
                <a:gd name="T89" fmla="*/ 73 h 76"/>
                <a:gd name="T90" fmla="*/ 58 w 113"/>
                <a:gd name="T91" fmla="*/ 69 h 76"/>
                <a:gd name="T92" fmla="*/ 64 w 113"/>
                <a:gd name="T93" fmla="*/ 65 h 76"/>
                <a:gd name="T94" fmla="*/ 71 w 113"/>
                <a:gd name="T95" fmla="*/ 65 h 76"/>
                <a:gd name="T96" fmla="*/ 78 w 113"/>
                <a:gd name="T9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" h="76">
                  <a:moveTo>
                    <a:pt x="78" y="65"/>
                  </a:moveTo>
                  <a:lnTo>
                    <a:pt x="78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4"/>
                  </a:lnTo>
                  <a:lnTo>
                    <a:pt x="89" y="6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47"/>
                  </a:lnTo>
                  <a:lnTo>
                    <a:pt x="98" y="40"/>
                  </a:lnTo>
                  <a:lnTo>
                    <a:pt x="98" y="33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9" y="24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09" y="3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4" y="3"/>
                  </a:lnTo>
                  <a:lnTo>
                    <a:pt x="62" y="3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47" y="7"/>
                  </a:lnTo>
                  <a:lnTo>
                    <a:pt x="45" y="7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29" y="11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0" y="11"/>
                  </a:lnTo>
                  <a:lnTo>
                    <a:pt x="18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9" y="22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44"/>
                  </a:lnTo>
                  <a:lnTo>
                    <a:pt x="11" y="47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4"/>
                  </a:lnTo>
                  <a:lnTo>
                    <a:pt x="16" y="58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33" y="71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42" y="75"/>
                  </a:lnTo>
                  <a:lnTo>
                    <a:pt x="45" y="76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6" y="73"/>
                  </a:lnTo>
                  <a:lnTo>
                    <a:pt x="58" y="69"/>
                  </a:lnTo>
                  <a:lnTo>
                    <a:pt x="58" y="69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8" y="65"/>
                  </a:lnTo>
                  <a:lnTo>
                    <a:pt x="78" y="6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17027B0E-26C0-48AC-8C8E-E9D5ECDB6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785" y="3581750"/>
              <a:ext cx="145334" cy="83048"/>
            </a:xfrm>
            <a:custGeom>
              <a:avLst/>
              <a:gdLst>
                <a:gd name="T0" fmla="*/ 98 w 98"/>
                <a:gd name="T1" fmla="*/ 20 h 56"/>
                <a:gd name="T2" fmla="*/ 87 w 98"/>
                <a:gd name="T3" fmla="*/ 16 h 56"/>
                <a:gd name="T4" fmla="*/ 82 w 98"/>
                <a:gd name="T5" fmla="*/ 4 h 56"/>
                <a:gd name="T6" fmla="*/ 71 w 98"/>
                <a:gd name="T7" fmla="*/ 2 h 56"/>
                <a:gd name="T8" fmla="*/ 60 w 98"/>
                <a:gd name="T9" fmla="*/ 0 h 56"/>
                <a:gd name="T10" fmla="*/ 49 w 98"/>
                <a:gd name="T11" fmla="*/ 4 h 56"/>
                <a:gd name="T12" fmla="*/ 40 w 98"/>
                <a:gd name="T13" fmla="*/ 7 h 56"/>
                <a:gd name="T14" fmla="*/ 14 w 98"/>
                <a:gd name="T15" fmla="*/ 7 h 56"/>
                <a:gd name="T16" fmla="*/ 14 w 98"/>
                <a:gd name="T17" fmla="*/ 7 h 56"/>
                <a:gd name="T18" fmla="*/ 9 w 98"/>
                <a:gd name="T19" fmla="*/ 11 h 56"/>
                <a:gd name="T20" fmla="*/ 3 w 98"/>
                <a:gd name="T21" fmla="*/ 13 h 56"/>
                <a:gd name="T22" fmla="*/ 3 w 98"/>
                <a:gd name="T23" fmla="*/ 16 h 56"/>
                <a:gd name="T24" fmla="*/ 0 w 98"/>
                <a:gd name="T25" fmla="*/ 27 h 56"/>
                <a:gd name="T26" fmla="*/ 5 w 98"/>
                <a:gd name="T27" fmla="*/ 29 h 56"/>
                <a:gd name="T28" fmla="*/ 14 w 98"/>
                <a:gd name="T29" fmla="*/ 33 h 56"/>
                <a:gd name="T30" fmla="*/ 23 w 98"/>
                <a:gd name="T31" fmla="*/ 36 h 56"/>
                <a:gd name="T32" fmla="*/ 29 w 98"/>
                <a:gd name="T33" fmla="*/ 38 h 56"/>
                <a:gd name="T34" fmla="*/ 31 w 98"/>
                <a:gd name="T35" fmla="*/ 51 h 56"/>
                <a:gd name="T36" fmla="*/ 34 w 98"/>
                <a:gd name="T37" fmla="*/ 56 h 56"/>
                <a:gd name="T38" fmla="*/ 36 w 98"/>
                <a:gd name="T39" fmla="*/ 56 h 56"/>
                <a:gd name="T40" fmla="*/ 40 w 98"/>
                <a:gd name="T41" fmla="*/ 55 h 56"/>
                <a:gd name="T42" fmla="*/ 40 w 98"/>
                <a:gd name="T43" fmla="*/ 45 h 56"/>
                <a:gd name="T44" fmla="*/ 40 w 98"/>
                <a:gd name="T45" fmla="*/ 40 h 56"/>
                <a:gd name="T46" fmla="*/ 51 w 98"/>
                <a:gd name="T47" fmla="*/ 35 h 56"/>
                <a:gd name="T48" fmla="*/ 60 w 98"/>
                <a:gd name="T49" fmla="*/ 36 h 56"/>
                <a:gd name="T50" fmla="*/ 62 w 98"/>
                <a:gd name="T51" fmla="*/ 38 h 56"/>
                <a:gd name="T52" fmla="*/ 69 w 98"/>
                <a:gd name="T53" fmla="*/ 36 h 56"/>
                <a:gd name="T54" fmla="*/ 76 w 98"/>
                <a:gd name="T55" fmla="*/ 35 h 56"/>
                <a:gd name="T56" fmla="*/ 80 w 98"/>
                <a:gd name="T57" fmla="*/ 31 h 56"/>
                <a:gd name="T58" fmla="*/ 80 w 98"/>
                <a:gd name="T59" fmla="*/ 29 h 56"/>
                <a:gd name="T60" fmla="*/ 85 w 98"/>
                <a:gd name="T61" fmla="*/ 24 h 56"/>
                <a:gd name="T62" fmla="*/ 98 w 98"/>
                <a:gd name="T63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" h="56">
                  <a:moveTo>
                    <a:pt x="98" y="20"/>
                  </a:moveTo>
                  <a:lnTo>
                    <a:pt x="98" y="20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3" y="11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7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5" y="29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8" y="35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9" y="38"/>
                  </a:lnTo>
                  <a:lnTo>
                    <a:pt x="31" y="40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36" y="56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40" y="49"/>
                  </a:lnTo>
                  <a:lnTo>
                    <a:pt x="40" y="45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51" y="35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9" y="36"/>
                  </a:lnTo>
                  <a:lnTo>
                    <a:pt x="69" y="36"/>
                  </a:lnTo>
                  <a:lnTo>
                    <a:pt x="76" y="35"/>
                  </a:lnTo>
                  <a:lnTo>
                    <a:pt x="78" y="33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82" y="27"/>
                  </a:lnTo>
                  <a:lnTo>
                    <a:pt x="85" y="24"/>
                  </a:lnTo>
                  <a:lnTo>
                    <a:pt x="98" y="24"/>
                  </a:lnTo>
                  <a:lnTo>
                    <a:pt x="98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2E5DFF2A-B697-4166-8819-B484B017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290" y="3470526"/>
              <a:ext cx="66736" cy="48940"/>
            </a:xfrm>
            <a:custGeom>
              <a:avLst/>
              <a:gdLst>
                <a:gd name="T0" fmla="*/ 45 w 45"/>
                <a:gd name="T1" fmla="*/ 33 h 33"/>
                <a:gd name="T2" fmla="*/ 45 w 45"/>
                <a:gd name="T3" fmla="*/ 33 h 33"/>
                <a:gd name="T4" fmla="*/ 45 w 45"/>
                <a:gd name="T5" fmla="*/ 26 h 33"/>
                <a:gd name="T6" fmla="*/ 45 w 45"/>
                <a:gd name="T7" fmla="*/ 26 h 33"/>
                <a:gd name="T8" fmla="*/ 42 w 45"/>
                <a:gd name="T9" fmla="*/ 22 h 33"/>
                <a:gd name="T10" fmla="*/ 42 w 45"/>
                <a:gd name="T11" fmla="*/ 20 h 33"/>
                <a:gd name="T12" fmla="*/ 42 w 45"/>
                <a:gd name="T13" fmla="*/ 18 h 33"/>
                <a:gd name="T14" fmla="*/ 43 w 45"/>
                <a:gd name="T15" fmla="*/ 13 h 33"/>
                <a:gd name="T16" fmla="*/ 42 w 45"/>
                <a:gd name="T17" fmla="*/ 0 h 33"/>
                <a:gd name="T18" fmla="*/ 42 w 45"/>
                <a:gd name="T19" fmla="*/ 0 h 33"/>
                <a:gd name="T20" fmla="*/ 32 w 45"/>
                <a:gd name="T21" fmla="*/ 2 h 33"/>
                <a:gd name="T22" fmla="*/ 22 w 45"/>
                <a:gd name="T23" fmla="*/ 2 h 33"/>
                <a:gd name="T24" fmla="*/ 22 w 45"/>
                <a:gd name="T25" fmla="*/ 2 h 33"/>
                <a:gd name="T26" fmla="*/ 25 w 45"/>
                <a:gd name="T27" fmla="*/ 2 h 33"/>
                <a:gd name="T28" fmla="*/ 29 w 45"/>
                <a:gd name="T29" fmla="*/ 4 h 33"/>
                <a:gd name="T30" fmla="*/ 29 w 45"/>
                <a:gd name="T31" fmla="*/ 4 h 33"/>
                <a:gd name="T32" fmla="*/ 27 w 45"/>
                <a:gd name="T33" fmla="*/ 11 h 33"/>
                <a:gd name="T34" fmla="*/ 27 w 45"/>
                <a:gd name="T35" fmla="*/ 11 h 33"/>
                <a:gd name="T36" fmla="*/ 29 w 45"/>
                <a:gd name="T37" fmla="*/ 18 h 33"/>
                <a:gd name="T38" fmla="*/ 29 w 45"/>
                <a:gd name="T39" fmla="*/ 18 h 33"/>
                <a:gd name="T40" fmla="*/ 32 w 45"/>
                <a:gd name="T41" fmla="*/ 18 h 33"/>
                <a:gd name="T42" fmla="*/ 32 w 45"/>
                <a:gd name="T43" fmla="*/ 18 h 33"/>
                <a:gd name="T44" fmla="*/ 34 w 45"/>
                <a:gd name="T45" fmla="*/ 22 h 33"/>
                <a:gd name="T46" fmla="*/ 32 w 45"/>
                <a:gd name="T47" fmla="*/ 28 h 33"/>
                <a:gd name="T48" fmla="*/ 32 w 45"/>
                <a:gd name="T49" fmla="*/ 28 h 33"/>
                <a:gd name="T50" fmla="*/ 14 w 45"/>
                <a:gd name="T51" fmla="*/ 26 h 33"/>
                <a:gd name="T52" fmla="*/ 14 w 45"/>
                <a:gd name="T53" fmla="*/ 26 h 33"/>
                <a:gd name="T54" fmla="*/ 9 w 45"/>
                <a:gd name="T55" fmla="*/ 24 h 33"/>
                <a:gd name="T56" fmla="*/ 3 w 45"/>
                <a:gd name="T57" fmla="*/ 20 h 33"/>
                <a:gd name="T58" fmla="*/ 3 w 45"/>
                <a:gd name="T59" fmla="*/ 20 h 33"/>
                <a:gd name="T60" fmla="*/ 0 w 45"/>
                <a:gd name="T61" fmla="*/ 31 h 33"/>
                <a:gd name="T62" fmla="*/ 0 w 45"/>
                <a:gd name="T63" fmla="*/ 31 h 33"/>
                <a:gd name="T64" fmla="*/ 3 w 45"/>
                <a:gd name="T65" fmla="*/ 31 h 33"/>
                <a:gd name="T66" fmla="*/ 5 w 45"/>
                <a:gd name="T67" fmla="*/ 33 h 33"/>
                <a:gd name="T68" fmla="*/ 5 w 45"/>
                <a:gd name="T69" fmla="*/ 33 h 33"/>
                <a:gd name="T70" fmla="*/ 5 w 45"/>
                <a:gd name="T71" fmla="*/ 33 h 33"/>
                <a:gd name="T72" fmla="*/ 45 w 45"/>
                <a:gd name="T73" fmla="*/ 33 h 33"/>
                <a:gd name="T74" fmla="*/ 45 w 45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3">
                  <a:moveTo>
                    <a:pt x="45" y="33"/>
                  </a:moveTo>
                  <a:lnTo>
                    <a:pt x="45" y="33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2" y="18"/>
                  </a:lnTo>
                  <a:lnTo>
                    <a:pt x="43" y="13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9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5" y="33"/>
                  </a:lnTo>
                  <a:lnTo>
                    <a:pt x="45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E3A3CD5C-6F61-40A1-B8E2-A58941067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891" y="3802719"/>
              <a:ext cx="114192" cy="226900"/>
            </a:xfrm>
            <a:custGeom>
              <a:avLst/>
              <a:gdLst>
                <a:gd name="T0" fmla="*/ 77 w 77"/>
                <a:gd name="T1" fmla="*/ 44 h 153"/>
                <a:gd name="T2" fmla="*/ 75 w 77"/>
                <a:gd name="T3" fmla="*/ 39 h 153"/>
                <a:gd name="T4" fmla="*/ 68 w 77"/>
                <a:gd name="T5" fmla="*/ 39 h 153"/>
                <a:gd name="T6" fmla="*/ 57 w 77"/>
                <a:gd name="T7" fmla="*/ 33 h 153"/>
                <a:gd name="T8" fmla="*/ 53 w 77"/>
                <a:gd name="T9" fmla="*/ 39 h 153"/>
                <a:gd name="T10" fmla="*/ 49 w 77"/>
                <a:gd name="T11" fmla="*/ 42 h 153"/>
                <a:gd name="T12" fmla="*/ 46 w 77"/>
                <a:gd name="T13" fmla="*/ 44 h 153"/>
                <a:gd name="T14" fmla="*/ 53 w 77"/>
                <a:gd name="T15" fmla="*/ 17 h 153"/>
                <a:gd name="T16" fmla="*/ 46 w 77"/>
                <a:gd name="T17" fmla="*/ 17 h 153"/>
                <a:gd name="T18" fmla="*/ 38 w 77"/>
                <a:gd name="T19" fmla="*/ 9 h 153"/>
                <a:gd name="T20" fmla="*/ 33 w 77"/>
                <a:gd name="T21" fmla="*/ 2 h 153"/>
                <a:gd name="T22" fmla="*/ 27 w 77"/>
                <a:gd name="T23" fmla="*/ 8 h 153"/>
                <a:gd name="T24" fmla="*/ 24 w 77"/>
                <a:gd name="T25" fmla="*/ 11 h 153"/>
                <a:gd name="T26" fmla="*/ 11 w 77"/>
                <a:gd name="T27" fmla="*/ 15 h 153"/>
                <a:gd name="T28" fmla="*/ 9 w 77"/>
                <a:gd name="T29" fmla="*/ 19 h 153"/>
                <a:gd name="T30" fmla="*/ 13 w 77"/>
                <a:gd name="T31" fmla="*/ 22 h 153"/>
                <a:gd name="T32" fmla="*/ 17 w 77"/>
                <a:gd name="T33" fmla="*/ 29 h 153"/>
                <a:gd name="T34" fmla="*/ 22 w 77"/>
                <a:gd name="T35" fmla="*/ 31 h 153"/>
                <a:gd name="T36" fmla="*/ 20 w 77"/>
                <a:gd name="T37" fmla="*/ 37 h 153"/>
                <a:gd name="T38" fmla="*/ 7 w 77"/>
                <a:gd name="T39" fmla="*/ 39 h 153"/>
                <a:gd name="T40" fmla="*/ 7 w 77"/>
                <a:gd name="T41" fmla="*/ 46 h 153"/>
                <a:gd name="T42" fmla="*/ 15 w 77"/>
                <a:gd name="T43" fmla="*/ 71 h 153"/>
                <a:gd name="T44" fmla="*/ 27 w 77"/>
                <a:gd name="T45" fmla="*/ 73 h 153"/>
                <a:gd name="T46" fmla="*/ 31 w 77"/>
                <a:gd name="T47" fmla="*/ 75 h 153"/>
                <a:gd name="T48" fmla="*/ 26 w 77"/>
                <a:gd name="T49" fmla="*/ 82 h 153"/>
                <a:gd name="T50" fmla="*/ 35 w 77"/>
                <a:gd name="T51" fmla="*/ 88 h 153"/>
                <a:gd name="T52" fmla="*/ 35 w 77"/>
                <a:gd name="T53" fmla="*/ 93 h 153"/>
                <a:gd name="T54" fmla="*/ 35 w 77"/>
                <a:gd name="T55" fmla="*/ 101 h 153"/>
                <a:gd name="T56" fmla="*/ 26 w 77"/>
                <a:gd name="T57" fmla="*/ 108 h 153"/>
                <a:gd name="T58" fmla="*/ 26 w 77"/>
                <a:gd name="T59" fmla="*/ 126 h 153"/>
                <a:gd name="T60" fmla="*/ 24 w 77"/>
                <a:gd name="T61" fmla="*/ 135 h 153"/>
                <a:gd name="T62" fmla="*/ 29 w 77"/>
                <a:gd name="T63" fmla="*/ 142 h 153"/>
                <a:gd name="T64" fmla="*/ 37 w 77"/>
                <a:gd name="T65" fmla="*/ 148 h 153"/>
                <a:gd name="T66" fmla="*/ 38 w 77"/>
                <a:gd name="T67" fmla="*/ 152 h 153"/>
                <a:gd name="T68" fmla="*/ 46 w 77"/>
                <a:gd name="T69" fmla="*/ 153 h 153"/>
                <a:gd name="T70" fmla="*/ 49 w 77"/>
                <a:gd name="T71" fmla="*/ 148 h 153"/>
                <a:gd name="T72" fmla="*/ 53 w 77"/>
                <a:gd name="T73" fmla="*/ 146 h 153"/>
                <a:gd name="T74" fmla="*/ 55 w 77"/>
                <a:gd name="T75" fmla="*/ 142 h 153"/>
                <a:gd name="T76" fmla="*/ 58 w 77"/>
                <a:gd name="T77" fmla="*/ 139 h 153"/>
                <a:gd name="T78" fmla="*/ 64 w 77"/>
                <a:gd name="T79" fmla="*/ 141 h 153"/>
                <a:gd name="T80" fmla="*/ 68 w 77"/>
                <a:gd name="T81" fmla="*/ 131 h 153"/>
                <a:gd name="T82" fmla="*/ 66 w 77"/>
                <a:gd name="T83" fmla="*/ 113 h 153"/>
                <a:gd name="T84" fmla="*/ 66 w 77"/>
                <a:gd name="T85" fmla="*/ 108 h 153"/>
                <a:gd name="T86" fmla="*/ 62 w 77"/>
                <a:gd name="T87" fmla="*/ 91 h 153"/>
                <a:gd name="T88" fmla="*/ 60 w 77"/>
                <a:gd name="T89" fmla="*/ 84 h 153"/>
                <a:gd name="T90" fmla="*/ 60 w 77"/>
                <a:gd name="T91" fmla="*/ 80 h 153"/>
                <a:gd name="T92" fmla="*/ 69 w 77"/>
                <a:gd name="T93" fmla="*/ 71 h 153"/>
                <a:gd name="T94" fmla="*/ 69 w 77"/>
                <a:gd name="T95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7" h="153">
                  <a:moveTo>
                    <a:pt x="77" y="51"/>
                  </a:moveTo>
                  <a:lnTo>
                    <a:pt x="77" y="51"/>
                  </a:lnTo>
                  <a:lnTo>
                    <a:pt x="77" y="44"/>
                  </a:lnTo>
                  <a:lnTo>
                    <a:pt x="77" y="42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1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7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9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9" y="31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6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7" y="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18" y="15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7"/>
                  </a:lnTo>
                  <a:lnTo>
                    <a:pt x="9" y="19"/>
                  </a:lnTo>
                  <a:lnTo>
                    <a:pt x="11" y="20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7"/>
                  </a:lnTo>
                  <a:lnTo>
                    <a:pt x="1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7" y="46"/>
                  </a:lnTo>
                  <a:lnTo>
                    <a:pt x="0" y="50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20" y="73"/>
                  </a:lnTo>
                  <a:lnTo>
                    <a:pt x="24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31" y="75"/>
                  </a:lnTo>
                  <a:lnTo>
                    <a:pt x="31" y="79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90"/>
                  </a:lnTo>
                  <a:lnTo>
                    <a:pt x="33" y="91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7" y="97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29" y="106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7"/>
                  </a:lnTo>
                  <a:lnTo>
                    <a:pt x="26" y="126"/>
                  </a:lnTo>
                  <a:lnTo>
                    <a:pt x="24" y="131"/>
                  </a:lnTo>
                  <a:lnTo>
                    <a:pt x="24" y="131"/>
                  </a:lnTo>
                  <a:lnTo>
                    <a:pt x="24" y="135"/>
                  </a:lnTo>
                  <a:lnTo>
                    <a:pt x="26" y="139"/>
                  </a:lnTo>
                  <a:lnTo>
                    <a:pt x="29" y="142"/>
                  </a:lnTo>
                  <a:lnTo>
                    <a:pt x="29" y="142"/>
                  </a:lnTo>
                  <a:lnTo>
                    <a:pt x="33" y="144"/>
                  </a:lnTo>
                  <a:lnTo>
                    <a:pt x="37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37" y="152"/>
                  </a:lnTo>
                  <a:lnTo>
                    <a:pt x="38" y="152"/>
                  </a:lnTo>
                  <a:lnTo>
                    <a:pt x="44" y="153"/>
                  </a:lnTo>
                  <a:lnTo>
                    <a:pt x="44" y="153"/>
                  </a:lnTo>
                  <a:lnTo>
                    <a:pt x="46" y="153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9" y="148"/>
                  </a:lnTo>
                  <a:lnTo>
                    <a:pt x="49" y="148"/>
                  </a:lnTo>
                  <a:lnTo>
                    <a:pt x="51" y="148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7" y="142"/>
                  </a:lnTo>
                  <a:lnTo>
                    <a:pt x="58" y="141"/>
                  </a:lnTo>
                  <a:lnTo>
                    <a:pt x="58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8" y="141"/>
                  </a:lnTo>
                  <a:lnTo>
                    <a:pt x="69" y="141"/>
                  </a:lnTo>
                  <a:lnTo>
                    <a:pt x="68" y="131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6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88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60" y="80"/>
                  </a:lnTo>
                  <a:lnTo>
                    <a:pt x="60" y="80"/>
                  </a:lnTo>
                  <a:lnTo>
                    <a:pt x="66" y="77"/>
                  </a:lnTo>
                  <a:lnTo>
                    <a:pt x="68" y="75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62"/>
                  </a:lnTo>
                  <a:lnTo>
                    <a:pt x="69" y="62"/>
                  </a:lnTo>
                  <a:lnTo>
                    <a:pt x="77" y="51"/>
                  </a:lnTo>
                  <a:lnTo>
                    <a:pt x="77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855AD463-B846-4DB4-92E4-24E550E5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689" y="3676663"/>
              <a:ext cx="68218" cy="53388"/>
            </a:xfrm>
            <a:custGeom>
              <a:avLst/>
              <a:gdLst>
                <a:gd name="T0" fmla="*/ 2 w 46"/>
                <a:gd name="T1" fmla="*/ 11 h 36"/>
                <a:gd name="T2" fmla="*/ 2 w 46"/>
                <a:gd name="T3" fmla="*/ 16 h 36"/>
                <a:gd name="T4" fmla="*/ 2 w 46"/>
                <a:gd name="T5" fmla="*/ 16 h 36"/>
                <a:gd name="T6" fmla="*/ 4 w 46"/>
                <a:gd name="T7" fmla="*/ 18 h 36"/>
                <a:gd name="T8" fmla="*/ 7 w 46"/>
                <a:gd name="T9" fmla="*/ 18 h 36"/>
                <a:gd name="T10" fmla="*/ 11 w 46"/>
                <a:gd name="T11" fmla="*/ 20 h 36"/>
                <a:gd name="T12" fmla="*/ 15 w 46"/>
                <a:gd name="T13" fmla="*/ 22 h 36"/>
                <a:gd name="T14" fmla="*/ 15 w 46"/>
                <a:gd name="T15" fmla="*/ 22 h 36"/>
                <a:gd name="T16" fmla="*/ 15 w 46"/>
                <a:gd name="T17" fmla="*/ 23 h 36"/>
                <a:gd name="T18" fmla="*/ 15 w 46"/>
                <a:gd name="T19" fmla="*/ 27 h 36"/>
                <a:gd name="T20" fmla="*/ 15 w 46"/>
                <a:gd name="T21" fmla="*/ 31 h 36"/>
                <a:gd name="T22" fmla="*/ 16 w 46"/>
                <a:gd name="T23" fmla="*/ 32 h 36"/>
                <a:gd name="T24" fmla="*/ 22 w 46"/>
                <a:gd name="T25" fmla="*/ 32 h 36"/>
                <a:gd name="T26" fmla="*/ 22 w 46"/>
                <a:gd name="T27" fmla="*/ 32 h 36"/>
                <a:gd name="T28" fmla="*/ 24 w 46"/>
                <a:gd name="T29" fmla="*/ 34 h 36"/>
                <a:gd name="T30" fmla="*/ 24 w 46"/>
                <a:gd name="T31" fmla="*/ 32 h 36"/>
                <a:gd name="T32" fmla="*/ 26 w 46"/>
                <a:gd name="T33" fmla="*/ 36 h 36"/>
                <a:gd name="T34" fmla="*/ 26 w 46"/>
                <a:gd name="T35" fmla="*/ 36 h 36"/>
                <a:gd name="T36" fmla="*/ 27 w 46"/>
                <a:gd name="T37" fmla="*/ 34 h 36"/>
                <a:gd name="T38" fmla="*/ 27 w 46"/>
                <a:gd name="T39" fmla="*/ 32 h 36"/>
                <a:gd name="T40" fmla="*/ 27 w 46"/>
                <a:gd name="T41" fmla="*/ 29 h 36"/>
                <a:gd name="T42" fmla="*/ 27 w 46"/>
                <a:gd name="T43" fmla="*/ 29 h 36"/>
                <a:gd name="T44" fmla="*/ 35 w 46"/>
                <a:gd name="T45" fmla="*/ 29 h 36"/>
                <a:gd name="T46" fmla="*/ 35 w 46"/>
                <a:gd name="T47" fmla="*/ 29 h 36"/>
                <a:gd name="T48" fmla="*/ 37 w 46"/>
                <a:gd name="T49" fmla="*/ 29 h 36"/>
                <a:gd name="T50" fmla="*/ 38 w 46"/>
                <a:gd name="T51" fmla="*/ 27 h 36"/>
                <a:gd name="T52" fmla="*/ 40 w 46"/>
                <a:gd name="T53" fmla="*/ 23 h 36"/>
                <a:gd name="T54" fmla="*/ 40 w 46"/>
                <a:gd name="T55" fmla="*/ 23 h 36"/>
                <a:gd name="T56" fmla="*/ 42 w 46"/>
                <a:gd name="T57" fmla="*/ 22 h 36"/>
                <a:gd name="T58" fmla="*/ 44 w 46"/>
                <a:gd name="T59" fmla="*/ 18 h 36"/>
                <a:gd name="T60" fmla="*/ 42 w 46"/>
                <a:gd name="T61" fmla="*/ 16 h 36"/>
                <a:gd name="T62" fmla="*/ 42 w 46"/>
                <a:gd name="T63" fmla="*/ 16 h 36"/>
                <a:gd name="T64" fmla="*/ 40 w 46"/>
                <a:gd name="T65" fmla="*/ 14 h 36"/>
                <a:gd name="T66" fmla="*/ 40 w 46"/>
                <a:gd name="T67" fmla="*/ 12 h 36"/>
                <a:gd name="T68" fmla="*/ 44 w 46"/>
                <a:gd name="T69" fmla="*/ 11 h 36"/>
                <a:gd name="T70" fmla="*/ 44 w 46"/>
                <a:gd name="T71" fmla="*/ 11 h 36"/>
                <a:gd name="T72" fmla="*/ 46 w 46"/>
                <a:gd name="T73" fmla="*/ 9 h 36"/>
                <a:gd name="T74" fmla="*/ 46 w 46"/>
                <a:gd name="T75" fmla="*/ 7 h 36"/>
                <a:gd name="T76" fmla="*/ 44 w 46"/>
                <a:gd name="T77" fmla="*/ 2 h 36"/>
                <a:gd name="T78" fmla="*/ 44 w 46"/>
                <a:gd name="T79" fmla="*/ 2 h 36"/>
                <a:gd name="T80" fmla="*/ 31 w 46"/>
                <a:gd name="T81" fmla="*/ 0 h 36"/>
                <a:gd name="T82" fmla="*/ 20 w 46"/>
                <a:gd name="T83" fmla="*/ 0 h 36"/>
                <a:gd name="T84" fmla="*/ 11 w 46"/>
                <a:gd name="T85" fmla="*/ 5 h 36"/>
                <a:gd name="T86" fmla="*/ 0 w 46"/>
                <a:gd name="T87" fmla="*/ 9 h 36"/>
                <a:gd name="T88" fmla="*/ 2 w 46"/>
                <a:gd name="T8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" h="36">
                  <a:moveTo>
                    <a:pt x="2" y="11"/>
                  </a:moveTo>
                  <a:lnTo>
                    <a:pt x="2" y="16"/>
                  </a:lnTo>
                  <a:lnTo>
                    <a:pt x="2" y="16"/>
                  </a:lnTo>
                  <a:lnTo>
                    <a:pt x="4" y="18"/>
                  </a:lnTo>
                  <a:lnTo>
                    <a:pt x="7" y="18"/>
                  </a:lnTo>
                  <a:lnTo>
                    <a:pt x="11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6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7" y="34"/>
                  </a:lnTo>
                  <a:lnTo>
                    <a:pt x="27" y="32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8" y="27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2" y="22"/>
                  </a:lnTo>
                  <a:lnTo>
                    <a:pt x="44" y="18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0" y="14"/>
                  </a:lnTo>
                  <a:lnTo>
                    <a:pt x="40" y="1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9"/>
                  </a:lnTo>
                  <a:lnTo>
                    <a:pt x="46" y="7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1" y="5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9D04EC3B-1117-4052-91F6-7F92DF97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247" y="3679629"/>
              <a:ext cx="174995" cy="152750"/>
            </a:xfrm>
            <a:custGeom>
              <a:avLst/>
              <a:gdLst>
                <a:gd name="T0" fmla="*/ 25 w 118"/>
                <a:gd name="T1" fmla="*/ 72 h 103"/>
                <a:gd name="T2" fmla="*/ 31 w 118"/>
                <a:gd name="T3" fmla="*/ 71 h 103"/>
                <a:gd name="T4" fmla="*/ 34 w 118"/>
                <a:gd name="T5" fmla="*/ 65 h 103"/>
                <a:gd name="T6" fmla="*/ 36 w 118"/>
                <a:gd name="T7" fmla="*/ 60 h 103"/>
                <a:gd name="T8" fmla="*/ 40 w 118"/>
                <a:gd name="T9" fmla="*/ 49 h 103"/>
                <a:gd name="T10" fmla="*/ 49 w 118"/>
                <a:gd name="T11" fmla="*/ 51 h 103"/>
                <a:gd name="T12" fmla="*/ 56 w 118"/>
                <a:gd name="T13" fmla="*/ 52 h 103"/>
                <a:gd name="T14" fmla="*/ 62 w 118"/>
                <a:gd name="T15" fmla="*/ 51 h 103"/>
                <a:gd name="T16" fmla="*/ 63 w 118"/>
                <a:gd name="T17" fmla="*/ 60 h 103"/>
                <a:gd name="T18" fmla="*/ 67 w 118"/>
                <a:gd name="T19" fmla="*/ 65 h 103"/>
                <a:gd name="T20" fmla="*/ 72 w 118"/>
                <a:gd name="T21" fmla="*/ 74 h 103"/>
                <a:gd name="T22" fmla="*/ 72 w 118"/>
                <a:gd name="T23" fmla="*/ 81 h 103"/>
                <a:gd name="T24" fmla="*/ 76 w 118"/>
                <a:gd name="T25" fmla="*/ 83 h 103"/>
                <a:gd name="T26" fmla="*/ 85 w 118"/>
                <a:gd name="T27" fmla="*/ 83 h 103"/>
                <a:gd name="T28" fmla="*/ 87 w 118"/>
                <a:gd name="T29" fmla="*/ 78 h 103"/>
                <a:gd name="T30" fmla="*/ 93 w 118"/>
                <a:gd name="T31" fmla="*/ 92 h 103"/>
                <a:gd name="T32" fmla="*/ 93 w 118"/>
                <a:gd name="T33" fmla="*/ 103 h 103"/>
                <a:gd name="T34" fmla="*/ 98 w 118"/>
                <a:gd name="T35" fmla="*/ 94 h 103"/>
                <a:gd name="T36" fmla="*/ 103 w 118"/>
                <a:gd name="T37" fmla="*/ 94 h 103"/>
                <a:gd name="T38" fmla="*/ 107 w 118"/>
                <a:gd name="T39" fmla="*/ 87 h 103"/>
                <a:gd name="T40" fmla="*/ 111 w 118"/>
                <a:gd name="T41" fmla="*/ 83 h 103"/>
                <a:gd name="T42" fmla="*/ 118 w 118"/>
                <a:gd name="T43" fmla="*/ 80 h 103"/>
                <a:gd name="T44" fmla="*/ 114 w 118"/>
                <a:gd name="T45" fmla="*/ 71 h 103"/>
                <a:gd name="T46" fmla="*/ 114 w 118"/>
                <a:gd name="T47" fmla="*/ 63 h 103"/>
                <a:gd name="T48" fmla="*/ 116 w 118"/>
                <a:gd name="T49" fmla="*/ 60 h 103"/>
                <a:gd name="T50" fmla="*/ 111 w 118"/>
                <a:gd name="T51" fmla="*/ 58 h 103"/>
                <a:gd name="T52" fmla="*/ 105 w 118"/>
                <a:gd name="T53" fmla="*/ 51 h 103"/>
                <a:gd name="T54" fmla="*/ 100 w 118"/>
                <a:gd name="T55" fmla="*/ 47 h 103"/>
                <a:gd name="T56" fmla="*/ 96 w 118"/>
                <a:gd name="T57" fmla="*/ 45 h 103"/>
                <a:gd name="T58" fmla="*/ 93 w 118"/>
                <a:gd name="T59" fmla="*/ 47 h 103"/>
                <a:gd name="T60" fmla="*/ 100 w 118"/>
                <a:gd name="T61" fmla="*/ 36 h 103"/>
                <a:gd name="T62" fmla="*/ 94 w 118"/>
                <a:gd name="T63" fmla="*/ 36 h 103"/>
                <a:gd name="T64" fmla="*/ 93 w 118"/>
                <a:gd name="T65" fmla="*/ 30 h 103"/>
                <a:gd name="T66" fmla="*/ 89 w 118"/>
                <a:gd name="T67" fmla="*/ 25 h 103"/>
                <a:gd name="T68" fmla="*/ 93 w 118"/>
                <a:gd name="T69" fmla="*/ 16 h 103"/>
                <a:gd name="T70" fmla="*/ 89 w 118"/>
                <a:gd name="T71" fmla="*/ 7 h 103"/>
                <a:gd name="T72" fmla="*/ 83 w 118"/>
                <a:gd name="T73" fmla="*/ 7 h 103"/>
                <a:gd name="T74" fmla="*/ 76 w 118"/>
                <a:gd name="T75" fmla="*/ 5 h 103"/>
                <a:gd name="T76" fmla="*/ 74 w 118"/>
                <a:gd name="T77" fmla="*/ 7 h 103"/>
                <a:gd name="T78" fmla="*/ 69 w 118"/>
                <a:gd name="T79" fmla="*/ 9 h 103"/>
                <a:gd name="T80" fmla="*/ 63 w 118"/>
                <a:gd name="T81" fmla="*/ 5 h 103"/>
                <a:gd name="T82" fmla="*/ 60 w 118"/>
                <a:gd name="T83" fmla="*/ 7 h 103"/>
                <a:gd name="T84" fmla="*/ 54 w 118"/>
                <a:gd name="T85" fmla="*/ 1 h 103"/>
                <a:gd name="T86" fmla="*/ 41 w 118"/>
                <a:gd name="T87" fmla="*/ 3 h 103"/>
                <a:gd name="T88" fmla="*/ 34 w 118"/>
                <a:gd name="T89" fmla="*/ 0 h 103"/>
                <a:gd name="T90" fmla="*/ 29 w 118"/>
                <a:gd name="T91" fmla="*/ 1 h 103"/>
                <a:gd name="T92" fmla="*/ 18 w 118"/>
                <a:gd name="T93" fmla="*/ 0 h 103"/>
                <a:gd name="T94" fmla="*/ 20 w 118"/>
                <a:gd name="T95" fmla="*/ 7 h 103"/>
                <a:gd name="T96" fmla="*/ 14 w 118"/>
                <a:gd name="T97" fmla="*/ 10 h 103"/>
                <a:gd name="T98" fmla="*/ 16 w 118"/>
                <a:gd name="T99" fmla="*/ 14 h 103"/>
                <a:gd name="T100" fmla="*/ 14 w 118"/>
                <a:gd name="T101" fmla="*/ 21 h 103"/>
                <a:gd name="T102" fmla="*/ 11 w 118"/>
                <a:gd name="T103" fmla="*/ 27 h 103"/>
                <a:gd name="T104" fmla="*/ 1 w 118"/>
                <a:gd name="T105" fmla="*/ 27 h 103"/>
                <a:gd name="T106" fmla="*/ 0 w 118"/>
                <a:gd name="T107" fmla="*/ 32 h 103"/>
                <a:gd name="T108" fmla="*/ 7 w 118"/>
                <a:gd name="T109" fmla="*/ 54 h 103"/>
                <a:gd name="T110" fmla="*/ 14 w 118"/>
                <a:gd name="T111" fmla="*/ 58 h 103"/>
                <a:gd name="T112" fmla="*/ 12 w 118"/>
                <a:gd name="T113" fmla="*/ 65 h 103"/>
                <a:gd name="T114" fmla="*/ 21 w 118"/>
                <a:gd name="T115" fmla="*/ 7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" h="103">
                  <a:moveTo>
                    <a:pt x="23" y="74"/>
                  </a:moveTo>
                  <a:lnTo>
                    <a:pt x="23" y="74"/>
                  </a:lnTo>
                  <a:lnTo>
                    <a:pt x="25" y="72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69"/>
                  </a:lnTo>
                  <a:lnTo>
                    <a:pt x="32" y="67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5" y="49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52" y="52"/>
                  </a:lnTo>
                  <a:lnTo>
                    <a:pt x="56" y="52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52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61"/>
                  </a:lnTo>
                  <a:lnTo>
                    <a:pt x="65" y="63"/>
                  </a:lnTo>
                  <a:lnTo>
                    <a:pt x="67" y="65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8"/>
                  </a:lnTo>
                  <a:lnTo>
                    <a:pt x="72" y="81"/>
                  </a:lnTo>
                  <a:lnTo>
                    <a:pt x="71" y="85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80" y="83"/>
                  </a:lnTo>
                  <a:lnTo>
                    <a:pt x="85" y="83"/>
                  </a:lnTo>
                  <a:lnTo>
                    <a:pt x="85" y="83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93" y="92"/>
                  </a:lnTo>
                  <a:lnTo>
                    <a:pt x="91" y="96"/>
                  </a:lnTo>
                  <a:lnTo>
                    <a:pt x="89" y="100"/>
                  </a:lnTo>
                  <a:lnTo>
                    <a:pt x="93" y="103"/>
                  </a:lnTo>
                  <a:lnTo>
                    <a:pt x="93" y="103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102" y="92"/>
                  </a:lnTo>
                  <a:lnTo>
                    <a:pt x="103" y="92"/>
                  </a:lnTo>
                  <a:lnTo>
                    <a:pt x="103" y="94"/>
                  </a:lnTo>
                  <a:lnTo>
                    <a:pt x="109" y="91"/>
                  </a:lnTo>
                  <a:lnTo>
                    <a:pt x="109" y="91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9" y="85"/>
                  </a:lnTo>
                  <a:lnTo>
                    <a:pt x="111" y="83"/>
                  </a:lnTo>
                  <a:lnTo>
                    <a:pt x="114" y="83"/>
                  </a:lnTo>
                  <a:lnTo>
                    <a:pt x="118" y="80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18" y="74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3" y="67"/>
                  </a:lnTo>
                  <a:lnTo>
                    <a:pt x="114" y="63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6" y="60"/>
                  </a:lnTo>
                  <a:lnTo>
                    <a:pt x="113" y="60"/>
                  </a:lnTo>
                  <a:lnTo>
                    <a:pt x="113" y="60"/>
                  </a:lnTo>
                  <a:lnTo>
                    <a:pt x="111" y="58"/>
                  </a:lnTo>
                  <a:lnTo>
                    <a:pt x="109" y="56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2" y="47"/>
                  </a:lnTo>
                  <a:lnTo>
                    <a:pt x="100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89" y="45"/>
                  </a:lnTo>
                  <a:lnTo>
                    <a:pt x="89" y="43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96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4"/>
                  </a:lnTo>
                  <a:lnTo>
                    <a:pt x="93" y="30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3" y="16"/>
                  </a:lnTo>
                  <a:lnTo>
                    <a:pt x="93" y="16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5"/>
                  </a:lnTo>
                  <a:lnTo>
                    <a:pt x="87" y="5"/>
                  </a:lnTo>
                  <a:lnTo>
                    <a:pt x="83" y="7"/>
                  </a:lnTo>
                  <a:lnTo>
                    <a:pt x="83" y="7"/>
                  </a:lnTo>
                  <a:lnTo>
                    <a:pt x="80" y="7"/>
                  </a:lnTo>
                  <a:lnTo>
                    <a:pt x="76" y="5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7" y="9"/>
                  </a:lnTo>
                  <a:lnTo>
                    <a:pt x="67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2" y="5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4" y="9"/>
                  </a:lnTo>
                  <a:lnTo>
                    <a:pt x="54" y="1"/>
                  </a:lnTo>
                  <a:lnTo>
                    <a:pt x="54" y="1"/>
                  </a:lnTo>
                  <a:lnTo>
                    <a:pt x="47" y="3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16" y="20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4" y="58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8" y="71"/>
                  </a:lnTo>
                  <a:lnTo>
                    <a:pt x="21" y="72"/>
                  </a:lnTo>
                  <a:lnTo>
                    <a:pt x="23" y="7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9547096F-540A-4A0F-9335-CDA0C8DB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185" y="3519464"/>
              <a:ext cx="99362" cy="124572"/>
            </a:xfrm>
            <a:custGeom>
              <a:avLst/>
              <a:gdLst>
                <a:gd name="T0" fmla="*/ 62 w 67"/>
                <a:gd name="T1" fmla="*/ 49 h 84"/>
                <a:gd name="T2" fmla="*/ 67 w 67"/>
                <a:gd name="T3" fmla="*/ 49 h 84"/>
                <a:gd name="T4" fmla="*/ 67 w 67"/>
                <a:gd name="T5" fmla="*/ 49 h 84"/>
                <a:gd name="T6" fmla="*/ 67 w 67"/>
                <a:gd name="T7" fmla="*/ 51 h 84"/>
                <a:gd name="T8" fmla="*/ 65 w 67"/>
                <a:gd name="T9" fmla="*/ 51 h 84"/>
                <a:gd name="T10" fmla="*/ 62 w 67"/>
                <a:gd name="T11" fmla="*/ 53 h 84"/>
                <a:gd name="T12" fmla="*/ 62 w 67"/>
                <a:gd name="T13" fmla="*/ 53 h 84"/>
                <a:gd name="T14" fmla="*/ 56 w 67"/>
                <a:gd name="T15" fmla="*/ 55 h 84"/>
                <a:gd name="T16" fmla="*/ 56 w 67"/>
                <a:gd name="T17" fmla="*/ 58 h 84"/>
                <a:gd name="T18" fmla="*/ 56 w 67"/>
                <a:gd name="T19" fmla="*/ 58 h 84"/>
                <a:gd name="T20" fmla="*/ 54 w 67"/>
                <a:gd name="T21" fmla="*/ 66 h 84"/>
                <a:gd name="T22" fmla="*/ 53 w 67"/>
                <a:gd name="T23" fmla="*/ 69 h 84"/>
                <a:gd name="T24" fmla="*/ 53 w 67"/>
                <a:gd name="T25" fmla="*/ 69 h 84"/>
                <a:gd name="T26" fmla="*/ 47 w 67"/>
                <a:gd name="T27" fmla="*/ 71 h 84"/>
                <a:gd name="T28" fmla="*/ 45 w 67"/>
                <a:gd name="T29" fmla="*/ 75 h 84"/>
                <a:gd name="T30" fmla="*/ 44 w 67"/>
                <a:gd name="T31" fmla="*/ 78 h 84"/>
                <a:gd name="T32" fmla="*/ 44 w 67"/>
                <a:gd name="T33" fmla="*/ 78 h 84"/>
                <a:gd name="T34" fmla="*/ 44 w 67"/>
                <a:gd name="T35" fmla="*/ 80 h 84"/>
                <a:gd name="T36" fmla="*/ 42 w 67"/>
                <a:gd name="T37" fmla="*/ 80 h 84"/>
                <a:gd name="T38" fmla="*/ 38 w 67"/>
                <a:gd name="T39" fmla="*/ 80 h 84"/>
                <a:gd name="T40" fmla="*/ 36 w 67"/>
                <a:gd name="T41" fmla="*/ 82 h 84"/>
                <a:gd name="T42" fmla="*/ 36 w 67"/>
                <a:gd name="T43" fmla="*/ 82 h 84"/>
                <a:gd name="T44" fmla="*/ 33 w 67"/>
                <a:gd name="T45" fmla="*/ 82 h 84"/>
                <a:gd name="T46" fmla="*/ 29 w 67"/>
                <a:gd name="T47" fmla="*/ 84 h 84"/>
                <a:gd name="T48" fmla="*/ 29 w 67"/>
                <a:gd name="T49" fmla="*/ 84 h 84"/>
                <a:gd name="T50" fmla="*/ 22 w 67"/>
                <a:gd name="T51" fmla="*/ 78 h 84"/>
                <a:gd name="T52" fmla="*/ 14 w 67"/>
                <a:gd name="T53" fmla="*/ 71 h 84"/>
                <a:gd name="T54" fmla="*/ 0 w 67"/>
                <a:gd name="T55" fmla="*/ 57 h 84"/>
                <a:gd name="T56" fmla="*/ 0 w 67"/>
                <a:gd name="T57" fmla="*/ 57 h 84"/>
                <a:gd name="T58" fmla="*/ 3 w 67"/>
                <a:gd name="T59" fmla="*/ 55 h 84"/>
                <a:gd name="T60" fmla="*/ 3 w 67"/>
                <a:gd name="T61" fmla="*/ 51 h 84"/>
                <a:gd name="T62" fmla="*/ 3 w 67"/>
                <a:gd name="T63" fmla="*/ 49 h 84"/>
                <a:gd name="T64" fmla="*/ 3 w 67"/>
                <a:gd name="T65" fmla="*/ 49 h 84"/>
                <a:gd name="T66" fmla="*/ 3 w 67"/>
                <a:gd name="T67" fmla="*/ 46 h 84"/>
                <a:gd name="T68" fmla="*/ 7 w 67"/>
                <a:gd name="T69" fmla="*/ 40 h 84"/>
                <a:gd name="T70" fmla="*/ 13 w 67"/>
                <a:gd name="T71" fmla="*/ 33 h 84"/>
                <a:gd name="T72" fmla="*/ 33 w 67"/>
                <a:gd name="T73" fmla="*/ 35 h 84"/>
                <a:gd name="T74" fmla="*/ 33 w 67"/>
                <a:gd name="T75" fmla="*/ 35 h 84"/>
                <a:gd name="T76" fmla="*/ 33 w 67"/>
                <a:gd name="T77" fmla="*/ 31 h 84"/>
                <a:gd name="T78" fmla="*/ 31 w 67"/>
                <a:gd name="T79" fmla="*/ 27 h 84"/>
                <a:gd name="T80" fmla="*/ 29 w 67"/>
                <a:gd name="T81" fmla="*/ 26 h 84"/>
                <a:gd name="T82" fmla="*/ 29 w 67"/>
                <a:gd name="T83" fmla="*/ 26 h 84"/>
                <a:gd name="T84" fmla="*/ 23 w 67"/>
                <a:gd name="T85" fmla="*/ 18 h 84"/>
                <a:gd name="T86" fmla="*/ 20 w 67"/>
                <a:gd name="T87" fmla="*/ 15 h 84"/>
                <a:gd name="T88" fmla="*/ 20 w 67"/>
                <a:gd name="T89" fmla="*/ 9 h 84"/>
                <a:gd name="T90" fmla="*/ 25 w 67"/>
                <a:gd name="T91" fmla="*/ 9 h 84"/>
                <a:gd name="T92" fmla="*/ 27 w 67"/>
                <a:gd name="T93" fmla="*/ 0 h 84"/>
                <a:gd name="T94" fmla="*/ 54 w 67"/>
                <a:gd name="T95" fmla="*/ 0 h 84"/>
                <a:gd name="T96" fmla="*/ 54 w 67"/>
                <a:gd name="T97" fmla="*/ 44 h 84"/>
                <a:gd name="T98" fmla="*/ 64 w 67"/>
                <a:gd name="T99" fmla="*/ 44 h 84"/>
                <a:gd name="T100" fmla="*/ 62 w 67"/>
                <a:gd name="T101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84">
                  <a:moveTo>
                    <a:pt x="62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5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56" y="55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54" y="66"/>
                  </a:lnTo>
                  <a:lnTo>
                    <a:pt x="53" y="69"/>
                  </a:lnTo>
                  <a:lnTo>
                    <a:pt x="53" y="69"/>
                  </a:lnTo>
                  <a:lnTo>
                    <a:pt x="47" y="71"/>
                  </a:lnTo>
                  <a:lnTo>
                    <a:pt x="45" y="75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38" y="80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3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2" y="78"/>
                  </a:lnTo>
                  <a:lnTo>
                    <a:pt x="14" y="7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" y="55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7" y="40"/>
                  </a:lnTo>
                  <a:lnTo>
                    <a:pt x="13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1"/>
                  </a:lnTo>
                  <a:lnTo>
                    <a:pt x="31" y="27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3" y="18"/>
                  </a:lnTo>
                  <a:lnTo>
                    <a:pt x="20" y="15"/>
                  </a:lnTo>
                  <a:lnTo>
                    <a:pt x="20" y="9"/>
                  </a:lnTo>
                  <a:lnTo>
                    <a:pt x="25" y="9"/>
                  </a:lnTo>
                  <a:lnTo>
                    <a:pt x="27" y="0"/>
                  </a:lnTo>
                  <a:lnTo>
                    <a:pt x="54" y="0"/>
                  </a:lnTo>
                  <a:lnTo>
                    <a:pt x="54" y="44"/>
                  </a:lnTo>
                  <a:lnTo>
                    <a:pt x="64" y="44"/>
                  </a:lnTo>
                  <a:lnTo>
                    <a:pt x="62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D9D907D6-154F-479D-8D52-E13822AEEB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7678" y="1033949"/>
              <a:ext cx="1419236" cy="1094457"/>
            </a:xfrm>
            <a:custGeom>
              <a:avLst/>
              <a:gdLst>
                <a:gd name="T0" fmla="*/ 230 w 957"/>
                <a:gd name="T1" fmla="*/ 64 h 738"/>
                <a:gd name="T2" fmla="*/ 80 w 957"/>
                <a:gd name="T3" fmla="*/ 122 h 738"/>
                <a:gd name="T4" fmla="*/ 131 w 957"/>
                <a:gd name="T5" fmla="*/ 153 h 738"/>
                <a:gd name="T6" fmla="*/ 9 w 957"/>
                <a:gd name="T7" fmla="*/ 202 h 738"/>
                <a:gd name="T8" fmla="*/ 44 w 957"/>
                <a:gd name="T9" fmla="*/ 231 h 738"/>
                <a:gd name="T10" fmla="*/ 57 w 957"/>
                <a:gd name="T11" fmla="*/ 264 h 738"/>
                <a:gd name="T12" fmla="*/ 139 w 957"/>
                <a:gd name="T13" fmla="*/ 255 h 738"/>
                <a:gd name="T14" fmla="*/ 237 w 957"/>
                <a:gd name="T15" fmla="*/ 293 h 738"/>
                <a:gd name="T16" fmla="*/ 264 w 957"/>
                <a:gd name="T17" fmla="*/ 341 h 738"/>
                <a:gd name="T18" fmla="*/ 264 w 957"/>
                <a:gd name="T19" fmla="*/ 399 h 738"/>
                <a:gd name="T20" fmla="*/ 337 w 957"/>
                <a:gd name="T21" fmla="*/ 415 h 738"/>
                <a:gd name="T22" fmla="*/ 279 w 957"/>
                <a:gd name="T23" fmla="*/ 428 h 738"/>
                <a:gd name="T24" fmla="*/ 321 w 957"/>
                <a:gd name="T25" fmla="*/ 470 h 738"/>
                <a:gd name="T26" fmla="*/ 341 w 957"/>
                <a:gd name="T27" fmla="*/ 470 h 738"/>
                <a:gd name="T28" fmla="*/ 334 w 957"/>
                <a:gd name="T29" fmla="*/ 510 h 738"/>
                <a:gd name="T30" fmla="*/ 303 w 957"/>
                <a:gd name="T31" fmla="*/ 567 h 738"/>
                <a:gd name="T32" fmla="*/ 326 w 957"/>
                <a:gd name="T33" fmla="*/ 607 h 738"/>
                <a:gd name="T34" fmla="*/ 332 w 957"/>
                <a:gd name="T35" fmla="*/ 639 h 738"/>
                <a:gd name="T36" fmla="*/ 370 w 957"/>
                <a:gd name="T37" fmla="*/ 676 h 738"/>
                <a:gd name="T38" fmla="*/ 419 w 957"/>
                <a:gd name="T39" fmla="*/ 709 h 738"/>
                <a:gd name="T40" fmla="*/ 470 w 957"/>
                <a:gd name="T41" fmla="*/ 723 h 738"/>
                <a:gd name="T42" fmla="*/ 472 w 957"/>
                <a:gd name="T43" fmla="*/ 683 h 738"/>
                <a:gd name="T44" fmla="*/ 499 w 957"/>
                <a:gd name="T45" fmla="*/ 625 h 738"/>
                <a:gd name="T46" fmla="*/ 554 w 957"/>
                <a:gd name="T47" fmla="*/ 576 h 738"/>
                <a:gd name="T48" fmla="*/ 621 w 957"/>
                <a:gd name="T49" fmla="*/ 526 h 738"/>
                <a:gd name="T50" fmla="*/ 711 w 957"/>
                <a:gd name="T51" fmla="*/ 499 h 738"/>
                <a:gd name="T52" fmla="*/ 784 w 957"/>
                <a:gd name="T53" fmla="*/ 470 h 738"/>
                <a:gd name="T54" fmla="*/ 764 w 957"/>
                <a:gd name="T55" fmla="*/ 435 h 738"/>
                <a:gd name="T56" fmla="*/ 755 w 957"/>
                <a:gd name="T57" fmla="*/ 406 h 738"/>
                <a:gd name="T58" fmla="*/ 769 w 957"/>
                <a:gd name="T59" fmla="*/ 408 h 738"/>
                <a:gd name="T60" fmla="*/ 804 w 957"/>
                <a:gd name="T61" fmla="*/ 399 h 738"/>
                <a:gd name="T62" fmla="*/ 804 w 957"/>
                <a:gd name="T63" fmla="*/ 381 h 738"/>
                <a:gd name="T64" fmla="*/ 829 w 957"/>
                <a:gd name="T65" fmla="*/ 341 h 738"/>
                <a:gd name="T66" fmla="*/ 807 w 957"/>
                <a:gd name="T67" fmla="*/ 317 h 738"/>
                <a:gd name="T68" fmla="*/ 820 w 957"/>
                <a:gd name="T69" fmla="*/ 304 h 738"/>
                <a:gd name="T70" fmla="*/ 835 w 957"/>
                <a:gd name="T71" fmla="*/ 255 h 738"/>
                <a:gd name="T72" fmla="*/ 849 w 957"/>
                <a:gd name="T73" fmla="*/ 224 h 738"/>
                <a:gd name="T74" fmla="*/ 835 w 957"/>
                <a:gd name="T75" fmla="*/ 199 h 738"/>
                <a:gd name="T76" fmla="*/ 837 w 957"/>
                <a:gd name="T77" fmla="*/ 137 h 738"/>
                <a:gd name="T78" fmla="*/ 857 w 957"/>
                <a:gd name="T79" fmla="*/ 113 h 738"/>
                <a:gd name="T80" fmla="*/ 875 w 957"/>
                <a:gd name="T81" fmla="*/ 78 h 738"/>
                <a:gd name="T82" fmla="*/ 764 w 957"/>
                <a:gd name="T83" fmla="*/ 97 h 738"/>
                <a:gd name="T84" fmla="*/ 738 w 957"/>
                <a:gd name="T85" fmla="*/ 69 h 738"/>
                <a:gd name="T86" fmla="*/ 762 w 957"/>
                <a:gd name="T87" fmla="*/ 62 h 738"/>
                <a:gd name="T88" fmla="*/ 762 w 957"/>
                <a:gd name="T89" fmla="*/ 18 h 738"/>
                <a:gd name="T90" fmla="*/ 651 w 957"/>
                <a:gd name="T91" fmla="*/ 0 h 738"/>
                <a:gd name="T92" fmla="*/ 518 w 957"/>
                <a:gd name="T93" fmla="*/ 20 h 738"/>
                <a:gd name="T94" fmla="*/ 454 w 957"/>
                <a:gd name="T95" fmla="*/ 27 h 738"/>
                <a:gd name="T96" fmla="*/ 399 w 957"/>
                <a:gd name="T97" fmla="*/ 55 h 738"/>
                <a:gd name="T98" fmla="*/ 354 w 957"/>
                <a:gd name="T99" fmla="*/ 47 h 738"/>
                <a:gd name="T100" fmla="*/ 454 w 957"/>
                <a:gd name="T101" fmla="*/ 91 h 738"/>
                <a:gd name="T102" fmla="*/ 361 w 957"/>
                <a:gd name="T103" fmla="*/ 543 h 738"/>
                <a:gd name="T104" fmla="*/ 729 w 957"/>
                <a:gd name="T105" fmla="*/ 443 h 738"/>
                <a:gd name="T106" fmla="*/ 301 w 957"/>
                <a:gd name="T107" fmla="*/ 406 h 738"/>
                <a:gd name="T108" fmla="*/ 782 w 957"/>
                <a:gd name="T109" fmla="*/ 375 h 738"/>
                <a:gd name="T110" fmla="*/ 771 w 957"/>
                <a:gd name="T111" fmla="*/ 339 h 738"/>
                <a:gd name="T112" fmla="*/ 740 w 957"/>
                <a:gd name="T113" fmla="*/ 370 h 738"/>
                <a:gd name="T114" fmla="*/ 242 w 957"/>
                <a:gd name="T115" fmla="*/ 310 h 738"/>
                <a:gd name="T116" fmla="*/ 800 w 957"/>
                <a:gd name="T117" fmla="*/ 297 h 738"/>
                <a:gd name="T118" fmla="*/ 851 w 957"/>
                <a:gd name="T119" fmla="*/ 253 h 738"/>
                <a:gd name="T120" fmla="*/ 326 w 957"/>
                <a:gd name="T121" fmla="*/ 75 h 738"/>
                <a:gd name="T122" fmla="*/ 592 w 957"/>
                <a:gd name="T123" fmla="*/ 35 h 738"/>
                <a:gd name="T124" fmla="*/ 620 w 957"/>
                <a:gd name="T125" fmla="*/ 31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7" h="738">
                  <a:moveTo>
                    <a:pt x="350" y="91"/>
                  </a:moveTo>
                  <a:lnTo>
                    <a:pt x="350" y="91"/>
                  </a:lnTo>
                  <a:lnTo>
                    <a:pt x="330" y="82"/>
                  </a:lnTo>
                  <a:lnTo>
                    <a:pt x="310" y="75"/>
                  </a:lnTo>
                  <a:lnTo>
                    <a:pt x="310" y="75"/>
                  </a:lnTo>
                  <a:lnTo>
                    <a:pt x="301" y="82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3" y="73"/>
                  </a:lnTo>
                  <a:lnTo>
                    <a:pt x="290" y="56"/>
                  </a:lnTo>
                  <a:lnTo>
                    <a:pt x="290" y="56"/>
                  </a:lnTo>
                  <a:lnTo>
                    <a:pt x="270" y="60"/>
                  </a:lnTo>
                  <a:lnTo>
                    <a:pt x="270" y="60"/>
                  </a:lnTo>
                  <a:lnTo>
                    <a:pt x="270" y="67"/>
                  </a:lnTo>
                  <a:lnTo>
                    <a:pt x="270" y="67"/>
                  </a:lnTo>
                  <a:lnTo>
                    <a:pt x="268" y="67"/>
                  </a:lnTo>
                  <a:lnTo>
                    <a:pt x="266" y="66"/>
                  </a:lnTo>
                  <a:lnTo>
                    <a:pt x="264" y="62"/>
                  </a:lnTo>
                  <a:lnTo>
                    <a:pt x="264" y="62"/>
                  </a:lnTo>
                  <a:lnTo>
                    <a:pt x="261" y="62"/>
                  </a:lnTo>
                  <a:lnTo>
                    <a:pt x="259" y="64"/>
                  </a:lnTo>
                  <a:lnTo>
                    <a:pt x="257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48" y="64"/>
                  </a:lnTo>
                  <a:lnTo>
                    <a:pt x="244" y="62"/>
                  </a:lnTo>
                  <a:lnTo>
                    <a:pt x="241" y="62"/>
                  </a:lnTo>
                  <a:lnTo>
                    <a:pt x="241" y="62"/>
                  </a:lnTo>
                  <a:lnTo>
                    <a:pt x="230" y="64"/>
                  </a:lnTo>
                  <a:lnTo>
                    <a:pt x="217" y="67"/>
                  </a:lnTo>
                  <a:lnTo>
                    <a:pt x="191" y="75"/>
                  </a:lnTo>
                  <a:lnTo>
                    <a:pt x="191" y="75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1" y="82"/>
                  </a:lnTo>
                  <a:lnTo>
                    <a:pt x="188" y="77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79" y="75"/>
                  </a:lnTo>
                  <a:lnTo>
                    <a:pt x="175" y="75"/>
                  </a:lnTo>
                  <a:lnTo>
                    <a:pt x="175" y="7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70" y="100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2" y="98"/>
                  </a:lnTo>
                  <a:lnTo>
                    <a:pt x="153" y="97"/>
                  </a:lnTo>
                  <a:lnTo>
                    <a:pt x="146" y="97"/>
                  </a:lnTo>
                  <a:lnTo>
                    <a:pt x="139" y="98"/>
                  </a:lnTo>
                  <a:lnTo>
                    <a:pt x="124" y="106"/>
                  </a:lnTo>
                  <a:lnTo>
                    <a:pt x="109" y="111"/>
                  </a:lnTo>
                  <a:lnTo>
                    <a:pt x="109" y="111"/>
                  </a:lnTo>
                  <a:lnTo>
                    <a:pt x="93" y="113"/>
                  </a:lnTo>
                  <a:lnTo>
                    <a:pt x="88" y="115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0" y="122"/>
                  </a:lnTo>
                  <a:lnTo>
                    <a:pt x="78" y="128"/>
                  </a:lnTo>
                  <a:lnTo>
                    <a:pt x="78" y="128"/>
                  </a:lnTo>
                  <a:lnTo>
                    <a:pt x="77" y="128"/>
                  </a:lnTo>
                  <a:lnTo>
                    <a:pt x="77" y="131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84" y="135"/>
                  </a:lnTo>
                  <a:lnTo>
                    <a:pt x="88" y="133"/>
                  </a:lnTo>
                  <a:lnTo>
                    <a:pt x="91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7" y="131"/>
                  </a:lnTo>
                  <a:lnTo>
                    <a:pt x="99" y="133"/>
                  </a:lnTo>
                  <a:lnTo>
                    <a:pt x="100" y="135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9" y="137"/>
                  </a:lnTo>
                  <a:lnTo>
                    <a:pt x="117" y="135"/>
                  </a:lnTo>
                  <a:lnTo>
                    <a:pt x="133" y="131"/>
                  </a:lnTo>
                  <a:lnTo>
                    <a:pt x="133" y="131"/>
                  </a:lnTo>
                  <a:lnTo>
                    <a:pt x="128" y="138"/>
                  </a:lnTo>
                  <a:lnTo>
                    <a:pt x="128" y="138"/>
                  </a:lnTo>
                  <a:lnTo>
                    <a:pt x="131" y="137"/>
                  </a:lnTo>
                  <a:lnTo>
                    <a:pt x="131" y="137"/>
                  </a:lnTo>
                  <a:lnTo>
                    <a:pt x="131" y="140"/>
                  </a:lnTo>
                  <a:lnTo>
                    <a:pt x="128" y="148"/>
                  </a:lnTo>
                  <a:lnTo>
                    <a:pt x="128" y="148"/>
                  </a:lnTo>
                  <a:lnTo>
                    <a:pt x="129" y="149"/>
                  </a:lnTo>
                  <a:lnTo>
                    <a:pt x="131" y="153"/>
                  </a:lnTo>
                  <a:lnTo>
                    <a:pt x="131" y="155"/>
                  </a:lnTo>
                  <a:lnTo>
                    <a:pt x="131" y="155"/>
                  </a:lnTo>
                  <a:lnTo>
                    <a:pt x="126" y="160"/>
                  </a:lnTo>
                  <a:lnTo>
                    <a:pt x="119" y="166"/>
                  </a:lnTo>
                  <a:lnTo>
                    <a:pt x="111" y="169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91" y="171"/>
                  </a:lnTo>
                  <a:lnTo>
                    <a:pt x="82" y="169"/>
                  </a:lnTo>
                  <a:lnTo>
                    <a:pt x="75" y="169"/>
                  </a:lnTo>
                  <a:lnTo>
                    <a:pt x="75" y="169"/>
                  </a:lnTo>
                  <a:lnTo>
                    <a:pt x="68" y="173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58" y="177"/>
                  </a:lnTo>
                  <a:lnTo>
                    <a:pt x="57" y="177"/>
                  </a:lnTo>
                  <a:lnTo>
                    <a:pt x="55" y="175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31" y="177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7" y="184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6" y="195"/>
                  </a:lnTo>
                  <a:lnTo>
                    <a:pt x="6" y="199"/>
                  </a:lnTo>
                  <a:lnTo>
                    <a:pt x="9" y="202"/>
                  </a:lnTo>
                  <a:lnTo>
                    <a:pt x="9" y="202"/>
                  </a:lnTo>
                  <a:lnTo>
                    <a:pt x="11" y="204"/>
                  </a:lnTo>
                  <a:lnTo>
                    <a:pt x="15" y="204"/>
                  </a:lnTo>
                  <a:lnTo>
                    <a:pt x="18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26" y="210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33" y="215"/>
                  </a:lnTo>
                  <a:lnTo>
                    <a:pt x="38" y="215"/>
                  </a:lnTo>
                  <a:lnTo>
                    <a:pt x="49" y="217"/>
                  </a:lnTo>
                  <a:lnTo>
                    <a:pt x="53" y="206"/>
                  </a:lnTo>
                  <a:lnTo>
                    <a:pt x="57" y="217"/>
                  </a:lnTo>
                  <a:lnTo>
                    <a:pt x="57" y="217"/>
                  </a:lnTo>
                  <a:lnTo>
                    <a:pt x="69" y="217"/>
                  </a:lnTo>
                  <a:lnTo>
                    <a:pt x="80" y="217"/>
                  </a:lnTo>
                  <a:lnTo>
                    <a:pt x="91" y="215"/>
                  </a:lnTo>
                  <a:lnTo>
                    <a:pt x="104" y="213"/>
                  </a:lnTo>
                  <a:lnTo>
                    <a:pt x="102" y="224"/>
                  </a:lnTo>
                  <a:lnTo>
                    <a:pt x="102" y="224"/>
                  </a:lnTo>
                  <a:lnTo>
                    <a:pt x="86" y="222"/>
                  </a:lnTo>
                  <a:lnTo>
                    <a:pt x="71" y="222"/>
                  </a:lnTo>
                  <a:lnTo>
                    <a:pt x="58" y="222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4" y="228"/>
                  </a:lnTo>
                  <a:lnTo>
                    <a:pt x="40" y="231"/>
                  </a:lnTo>
                  <a:lnTo>
                    <a:pt x="40" y="231"/>
                  </a:lnTo>
                  <a:lnTo>
                    <a:pt x="44" y="231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38" y="233"/>
                  </a:lnTo>
                  <a:lnTo>
                    <a:pt x="33" y="231"/>
                  </a:lnTo>
                  <a:lnTo>
                    <a:pt x="27" y="228"/>
                  </a:lnTo>
                  <a:lnTo>
                    <a:pt x="27" y="228"/>
                  </a:lnTo>
                  <a:lnTo>
                    <a:pt x="24" y="228"/>
                  </a:lnTo>
                  <a:lnTo>
                    <a:pt x="20" y="230"/>
                  </a:lnTo>
                  <a:lnTo>
                    <a:pt x="17" y="230"/>
                  </a:lnTo>
                  <a:lnTo>
                    <a:pt x="13" y="231"/>
                  </a:lnTo>
                  <a:lnTo>
                    <a:pt x="13" y="231"/>
                  </a:lnTo>
                  <a:lnTo>
                    <a:pt x="17" y="235"/>
                  </a:lnTo>
                  <a:lnTo>
                    <a:pt x="18" y="237"/>
                  </a:lnTo>
                  <a:lnTo>
                    <a:pt x="18" y="240"/>
                  </a:lnTo>
                  <a:lnTo>
                    <a:pt x="18" y="242"/>
                  </a:lnTo>
                  <a:lnTo>
                    <a:pt x="18" y="242"/>
                  </a:lnTo>
                  <a:lnTo>
                    <a:pt x="27" y="244"/>
                  </a:lnTo>
                  <a:lnTo>
                    <a:pt x="35" y="244"/>
                  </a:lnTo>
                  <a:lnTo>
                    <a:pt x="40" y="248"/>
                  </a:lnTo>
                  <a:lnTo>
                    <a:pt x="40" y="248"/>
                  </a:lnTo>
                  <a:lnTo>
                    <a:pt x="40" y="250"/>
                  </a:lnTo>
                  <a:lnTo>
                    <a:pt x="38" y="250"/>
                  </a:lnTo>
                  <a:lnTo>
                    <a:pt x="35" y="250"/>
                  </a:lnTo>
                  <a:lnTo>
                    <a:pt x="35" y="250"/>
                  </a:lnTo>
                  <a:lnTo>
                    <a:pt x="44" y="259"/>
                  </a:lnTo>
                  <a:lnTo>
                    <a:pt x="47" y="262"/>
                  </a:lnTo>
                  <a:lnTo>
                    <a:pt x="57" y="264"/>
                  </a:lnTo>
                  <a:lnTo>
                    <a:pt x="57" y="264"/>
                  </a:lnTo>
                  <a:lnTo>
                    <a:pt x="62" y="266"/>
                  </a:lnTo>
                  <a:lnTo>
                    <a:pt x="69" y="268"/>
                  </a:lnTo>
                  <a:lnTo>
                    <a:pt x="69" y="268"/>
                  </a:lnTo>
                  <a:lnTo>
                    <a:pt x="71" y="266"/>
                  </a:lnTo>
                  <a:lnTo>
                    <a:pt x="71" y="266"/>
                  </a:lnTo>
                  <a:lnTo>
                    <a:pt x="73" y="261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82" y="259"/>
                  </a:lnTo>
                  <a:lnTo>
                    <a:pt x="84" y="259"/>
                  </a:lnTo>
                  <a:lnTo>
                    <a:pt x="84" y="257"/>
                  </a:lnTo>
                  <a:lnTo>
                    <a:pt x="86" y="255"/>
                  </a:lnTo>
                  <a:lnTo>
                    <a:pt x="89" y="253"/>
                  </a:lnTo>
                  <a:lnTo>
                    <a:pt x="89" y="253"/>
                  </a:lnTo>
                  <a:lnTo>
                    <a:pt x="95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4" y="257"/>
                  </a:lnTo>
                  <a:lnTo>
                    <a:pt x="104" y="259"/>
                  </a:lnTo>
                  <a:lnTo>
                    <a:pt x="106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3" y="261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24" y="257"/>
                  </a:lnTo>
                  <a:lnTo>
                    <a:pt x="131" y="257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40" y="251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6" y="250"/>
                  </a:lnTo>
                  <a:lnTo>
                    <a:pt x="148" y="251"/>
                  </a:lnTo>
                  <a:lnTo>
                    <a:pt x="148" y="257"/>
                  </a:lnTo>
                  <a:lnTo>
                    <a:pt x="148" y="257"/>
                  </a:lnTo>
                  <a:lnTo>
                    <a:pt x="157" y="250"/>
                  </a:lnTo>
                  <a:lnTo>
                    <a:pt x="191" y="261"/>
                  </a:lnTo>
                  <a:lnTo>
                    <a:pt x="191" y="261"/>
                  </a:lnTo>
                  <a:lnTo>
                    <a:pt x="193" y="262"/>
                  </a:lnTo>
                  <a:lnTo>
                    <a:pt x="197" y="266"/>
                  </a:lnTo>
                  <a:lnTo>
                    <a:pt x="199" y="270"/>
                  </a:lnTo>
                  <a:lnTo>
                    <a:pt x="202" y="271"/>
                  </a:lnTo>
                  <a:lnTo>
                    <a:pt x="202" y="271"/>
                  </a:lnTo>
                  <a:lnTo>
                    <a:pt x="206" y="273"/>
                  </a:lnTo>
                  <a:lnTo>
                    <a:pt x="210" y="271"/>
                  </a:lnTo>
                  <a:lnTo>
                    <a:pt x="215" y="271"/>
                  </a:lnTo>
                  <a:lnTo>
                    <a:pt x="219" y="271"/>
                  </a:lnTo>
                  <a:lnTo>
                    <a:pt x="219" y="271"/>
                  </a:lnTo>
                  <a:lnTo>
                    <a:pt x="221" y="275"/>
                  </a:lnTo>
                  <a:lnTo>
                    <a:pt x="221" y="279"/>
                  </a:lnTo>
                  <a:lnTo>
                    <a:pt x="222" y="284"/>
                  </a:lnTo>
                  <a:lnTo>
                    <a:pt x="224" y="288"/>
                  </a:lnTo>
                  <a:lnTo>
                    <a:pt x="224" y="288"/>
                  </a:lnTo>
                  <a:lnTo>
                    <a:pt x="228" y="288"/>
                  </a:lnTo>
                  <a:lnTo>
                    <a:pt x="233" y="290"/>
                  </a:lnTo>
                  <a:lnTo>
                    <a:pt x="233" y="290"/>
                  </a:lnTo>
                  <a:lnTo>
                    <a:pt x="237" y="293"/>
                  </a:lnTo>
                  <a:lnTo>
                    <a:pt x="239" y="297"/>
                  </a:lnTo>
                  <a:lnTo>
                    <a:pt x="246" y="304"/>
                  </a:lnTo>
                  <a:lnTo>
                    <a:pt x="246" y="304"/>
                  </a:lnTo>
                  <a:lnTo>
                    <a:pt x="250" y="304"/>
                  </a:lnTo>
                  <a:lnTo>
                    <a:pt x="255" y="304"/>
                  </a:lnTo>
                  <a:lnTo>
                    <a:pt x="255" y="304"/>
                  </a:lnTo>
                  <a:lnTo>
                    <a:pt x="255" y="306"/>
                  </a:lnTo>
                  <a:lnTo>
                    <a:pt x="257" y="308"/>
                  </a:lnTo>
                  <a:lnTo>
                    <a:pt x="259" y="308"/>
                  </a:lnTo>
                  <a:lnTo>
                    <a:pt x="257" y="310"/>
                  </a:lnTo>
                  <a:lnTo>
                    <a:pt x="257" y="310"/>
                  </a:lnTo>
                  <a:lnTo>
                    <a:pt x="255" y="312"/>
                  </a:lnTo>
                  <a:lnTo>
                    <a:pt x="253" y="313"/>
                  </a:lnTo>
                  <a:lnTo>
                    <a:pt x="255" y="315"/>
                  </a:lnTo>
                  <a:lnTo>
                    <a:pt x="253" y="319"/>
                  </a:lnTo>
                  <a:lnTo>
                    <a:pt x="253" y="319"/>
                  </a:lnTo>
                  <a:lnTo>
                    <a:pt x="242" y="324"/>
                  </a:lnTo>
                  <a:lnTo>
                    <a:pt x="242" y="324"/>
                  </a:lnTo>
                  <a:lnTo>
                    <a:pt x="250" y="322"/>
                  </a:lnTo>
                  <a:lnTo>
                    <a:pt x="257" y="321"/>
                  </a:lnTo>
                  <a:lnTo>
                    <a:pt x="257" y="321"/>
                  </a:lnTo>
                  <a:lnTo>
                    <a:pt x="261" y="328"/>
                  </a:lnTo>
                  <a:lnTo>
                    <a:pt x="263" y="333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68" y="337"/>
                  </a:lnTo>
                  <a:lnTo>
                    <a:pt x="266" y="337"/>
                  </a:lnTo>
                  <a:lnTo>
                    <a:pt x="264" y="339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72" y="346"/>
                  </a:lnTo>
                  <a:lnTo>
                    <a:pt x="272" y="346"/>
                  </a:lnTo>
                  <a:lnTo>
                    <a:pt x="272" y="350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9" y="355"/>
                  </a:lnTo>
                  <a:lnTo>
                    <a:pt x="279" y="355"/>
                  </a:lnTo>
                  <a:lnTo>
                    <a:pt x="281" y="359"/>
                  </a:lnTo>
                  <a:lnTo>
                    <a:pt x="279" y="361"/>
                  </a:lnTo>
                  <a:lnTo>
                    <a:pt x="279" y="364"/>
                  </a:lnTo>
                  <a:lnTo>
                    <a:pt x="279" y="368"/>
                  </a:lnTo>
                  <a:lnTo>
                    <a:pt x="279" y="368"/>
                  </a:lnTo>
                  <a:lnTo>
                    <a:pt x="272" y="368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70" y="372"/>
                  </a:lnTo>
                  <a:lnTo>
                    <a:pt x="270" y="377"/>
                  </a:lnTo>
                  <a:lnTo>
                    <a:pt x="270" y="377"/>
                  </a:lnTo>
                  <a:lnTo>
                    <a:pt x="266" y="381"/>
                  </a:lnTo>
                  <a:lnTo>
                    <a:pt x="264" y="384"/>
                  </a:lnTo>
                  <a:lnTo>
                    <a:pt x="264" y="388"/>
                  </a:lnTo>
                  <a:lnTo>
                    <a:pt x="270" y="390"/>
                  </a:lnTo>
                  <a:lnTo>
                    <a:pt x="270" y="390"/>
                  </a:lnTo>
                  <a:lnTo>
                    <a:pt x="264" y="394"/>
                  </a:lnTo>
                  <a:lnTo>
                    <a:pt x="261" y="395"/>
                  </a:lnTo>
                  <a:lnTo>
                    <a:pt x="263" y="399"/>
                  </a:lnTo>
                  <a:lnTo>
                    <a:pt x="264" y="399"/>
                  </a:lnTo>
                  <a:lnTo>
                    <a:pt x="275" y="401"/>
                  </a:lnTo>
                  <a:lnTo>
                    <a:pt x="284" y="403"/>
                  </a:lnTo>
                  <a:lnTo>
                    <a:pt x="284" y="403"/>
                  </a:lnTo>
                  <a:lnTo>
                    <a:pt x="286" y="394"/>
                  </a:lnTo>
                  <a:lnTo>
                    <a:pt x="288" y="388"/>
                  </a:lnTo>
                  <a:lnTo>
                    <a:pt x="288" y="388"/>
                  </a:lnTo>
                  <a:lnTo>
                    <a:pt x="292" y="390"/>
                  </a:lnTo>
                  <a:lnTo>
                    <a:pt x="292" y="395"/>
                  </a:lnTo>
                  <a:lnTo>
                    <a:pt x="292" y="395"/>
                  </a:lnTo>
                  <a:lnTo>
                    <a:pt x="304" y="395"/>
                  </a:lnTo>
                  <a:lnTo>
                    <a:pt x="319" y="397"/>
                  </a:lnTo>
                  <a:lnTo>
                    <a:pt x="319" y="397"/>
                  </a:lnTo>
                  <a:lnTo>
                    <a:pt x="317" y="401"/>
                  </a:lnTo>
                  <a:lnTo>
                    <a:pt x="315" y="403"/>
                  </a:lnTo>
                  <a:lnTo>
                    <a:pt x="317" y="404"/>
                  </a:lnTo>
                  <a:lnTo>
                    <a:pt x="317" y="404"/>
                  </a:lnTo>
                  <a:lnTo>
                    <a:pt x="319" y="404"/>
                  </a:lnTo>
                  <a:lnTo>
                    <a:pt x="323" y="403"/>
                  </a:lnTo>
                  <a:lnTo>
                    <a:pt x="326" y="403"/>
                  </a:lnTo>
                  <a:lnTo>
                    <a:pt x="332" y="403"/>
                  </a:lnTo>
                  <a:lnTo>
                    <a:pt x="332" y="403"/>
                  </a:lnTo>
                  <a:lnTo>
                    <a:pt x="330" y="404"/>
                  </a:lnTo>
                  <a:lnTo>
                    <a:pt x="326" y="406"/>
                  </a:lnTo>
                  <a:lnTo>
                    <a:pt x="326" y="406"/>
                  </a:lnTo>
                  <a:lnTo>
                    <a:pt x="346" y="410"/>
                  </a:lnTo>
                  <a:lnTo>
                    <a:pt x="346" y="410"/>
                  </a:lnTo>
                  <a:lnTo>
                    <a:pt x="341" y="412"/>
                  </a:lnTo>
                  <a:lnTo>
                    <a:pt x="339" y="414"/>
                  </a:lnTo>
                  <a:lnTo>
                    <a:pt x="337" y="415"/>
                  </a:lnTo>
                  <a:lnTo>
                    <a:pt x="339" y="415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35" y="419"/>
                  </a:lnTo>
                  <a:lnTo>
                    <a:pt x="335" y="419"/>
                  </a:lnTo>
                  <a:lnTo>
                    <a:pt x="334" y="424"/>
                  </a:lnTo>
                  <a:lnTo>
                    <a:pt x="334" y="424"/>
                  </a:lnTo>
                  <a:lnTo>
                    <a:pt x="339" y="424"/>
                  </a:lnTo>
                  <a:lnTo>
                    <a:pt x="343" y="424"/>
                  </a:lnTo>
                  <a:lnTo>
                    <a:pt x="343" y="424"/>
                  </a:lnTo>
                  <a:lnTo>
                    <a:pt x="345" y="424"/>
                  </a:lnTo>
                  <a:lnTo>
                    <a:pt x="343" y="426"/>
                  </a:lnTo>
                  <a:lnTo>
                    <a:pt x="335" y="426"/>
                  </a:lnTo>
                  <a:lnTo>
                    <a:pt x="335" y="432"/>
                  </a:lnTo>
                  <a:lnTo>
                    <a:pt x="335" y="432"/>
                  </a:lnTo>
                  <a:lnTo>
                    <a:pt x="345" y="437"/>
                  </a:lnTo>
                  <a:lnTo>
                    <a:pt x="346" y="437"/>
                  </a:lnTo>
                  <a:lnTo>
                    <a:pt x="345" y="437"/>
                  </a:lnTo>
                  <a:lnTo>
                    <a:pt x="337" y="437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3" y="428"/>
                  </a:lnTo>
                  <a:lnTo>
                    <a:pt x="317" y="424"/>
                  </a:lnTo>
                  <a:lnTo>
                    <a:pt x="317" y="424"/>
                  </a:lnTo>
                  <a:lnTo>
                    <a:pt x="306" y="423"/>
                  </a:lnTo>
                  <a:lnTo>
                    <a:pt x="297" y="423"/>
                  </a:lnTo>
                  <a:lnTo>
                    <a:pt x="277" y="424"/>
                  </a:lnTo>
                  <a:lnTo>
                    <a:pt x="277" y="424"/>
                  </a:lnTo>
                  <a:lnTo>
                    <a:pt x="279" y="428"/>
                  </a:lnTo>
                  <a:lnTo>
                    <a:pt x="279" y="432"/>
                  </a:lnTo>
                  <a:lnTo>
                    <a:pt x="279" y="432"/>
                  </a:lnTo>
                  <a:lnTo>
                    <a:pt x="283" y="432"/>
                  </a:lnTo>
                  <a:lnTo>
                    <a:pt x="286" y="432"/>
                  </a:lnTo>
                  <a:lnTo>
                    <a:pt x="290" y="432"/>
                  </a:lnTo>
                  <a:lnTo>
                    <a:pt x="292" y="434"/>
                  </a:lnTo>
                  <a:lnTo>
                    <a:pt x="292" y="434"/>
                  </a:lnTo>
                  <a:lnTo>
                    <a:pt x="295" y="441"/>
                  </a:lnTo>
                  <a:lnTo>
                    <a:pt x="295" y="441"/>
                  </a:lnTo>
                  <a:lnTo>
                    <a:pt x="277" y="439"/>
                  </a:lnTo>
                  <a:lnTo>
                    <a:pt x="277" y="439"/>
                  </a:lnTo>
                  <a:lnTo>
                    <a:pt x="275" y="448"/>
                  </a:lnTo>
                  <a:lnTo>
                    <a:pt x="273" y="454"/>
                  </a:lnTo>
                  <a:lnTo>
                    <a:pt x="268" y="463"/>
                  </a:lnTo>
                  <a:lnTo>
                    <a:pt x="270" y="465"/>
                  </a:lnTo>
                  <a:lnTo>
                    <a:pt x="273" y="466"/>
                  </a:lnTo>
                  <a:lnTo>
                    <a:pt x="292" y="468"/>
                  </a:lnTo>
                  <a:lnTo>
                    <a:pt x="292" y="474"/>
                  </a:lnTo>
                  <a:lnTo>
                    <a:pt x="292" y="474"/>
                  </a:lnTo>
                  <a:lnTo>
                    <a:pt x="284" y="474"/>
                  </a:lnTo>
                  <a:lnTo>
                    <a:pt x="277" y="474"/>
                  </a:lnTo>
                  <a:lnTo>
                    <a:pt x="283" y="481"/>
                  </a:lnTo>
                  <a:lnTo>
                    <a:pt x="283" y="481"/>
                  </a:lnTo>
                  <a:lnTo>
                    <a:pt x="292" y="481"/>
                  </a:lnTo>
                  <a:lnTo>
                    <a:pt x="299" y="479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5" y="472"/>
                  </a:lnTo>
                  <a:lnTo>
                    <a:pt x="321" y="470"/>
                  </a:lnTo>
                  <a:lnTo>
                    <a:pt x="321" y="470"/>
                  </a:lnTo>
                  <a:lnTo>
                    <a:pt x="321" y="466"/>
                  </a:lnTo>
                  <a:lnTo>
                    <a:pt x="321" y="461"/>
                  </a:lnTo>
                  <a:lnTo>
                    <a:pt x="321" y="461"/>
                  </a:lnTo>
                  <a:lnTo>
                    <a:pt x="317" y="457"/>
                  </a:lnTo>
                  <a:lnTo>
                    <a:pt x="308" y="450"/>
                  </a:lnTo>
                  <a:lnTo>
                    <a:pt x="297" y="441"/>
                  </a:lnTo>
                  <a:lnTo>
                    <a:pt x="297" y="435"/>
                  </a:lnTo>
                  <a:lnTo>
                    <a:pt x="297" y="435"/>
                  </a:lnTo>
                  <a:lnTo>
                    <a:pt x="303" y="437"/>
                  </a:lnTo>
                  <a:lnTo>
                    <a:pt x="310" y="439"/>
                  </a:lnTo>
                  <a:lnTo>
                    <a:pt x="310" y="439"/>
                  </a:lnTo>
                  <a:lnTo>
                    <a:pt x="314" y="445"/>
                  </a:lnTo>
                  <a:lnTo>
                    <a:pt x="315" y="446"/>
                  </a:lnTo>
                  <a:lnTo>
                    <a:pt x="317" y="448"/>
                  </a:lnTo>
                  <a:lnTo>
                    <a:pt x="317" y="448"/>
                  </a:lnTo>
                  <a:lnTo>
                    <a:pt x="321" y="448"/>
                  </a:lnTo>
                  <a:lnTo>
                    <a:pt x="324" y="448"/>
                  </a:lnTo>
                  <a:lnTo>
                    <a:pt x="328" y="446"/>
                  </a:lnTo>
                  <a:lnTo>
                    <a:pt x="328" y="446"/>
                  </a:lnTo>
                  <a:lnTo>
                    <a:pt x="330" y="446"/>
                  </a:lnTo>
                  <a:lnTo>
                    <a:pt x="332" y="448"/>
                  </a:lnTo>
                  <a:lnTo>
                    <a:pt x="334" y="450"/>
                  </a:lnTo>
                  <a:lnTo>
                    <a:pt x="334" y="450"/>
                  </a:lnTo>
                  <a:lnTo>
                    <a:pt x="339" y="450"/>
                  </a:lnTo>
                  <a:lnTo>
                    <a:pt x="346" y="448"/>
                  </a:lnTo>
                  <a:lnTo>
                    <a:pt x="346" y="448"/>
                  </a:lnTo>
                  <a:lnTo>
                    <a:pt x="341" y="470"/>
                  </a:lnTo>
                  <a:lnTo>
                    <a:pt x="341" y="470"/>
                  </a:lnTo>
                  <a:lnTo>
                    <a:pt x="346" y="470"/>
                  </a:lnTo>
                  <a:lnTo>
                    <a:pt x="350" y="470"/>
                  </a:lnTo>
                  <a:lnTo>
                    <a:pt x="350" y="470"/>
                  </a:lnTo>
                  <a:lnTo>
                    <a:pt x="348" y="475"/>
                  </a:lnTo>
                  <a:lnTo>
                    <a:pt x="348" y="479"/>
                  </a:lnTo>
                  <a:lnTo>
                    <a:pt x="350" y="483"/>
                  </a:lnTo>
                  <a:lnTo>
                    <a:pt x="350" y="483"/>
                  </a:lnTo>
                  <a:lnTo>
                    <a:pt x="348" y="485"/>
                  </a:lnTo>
                  <a:lnTo>
                    <a:pt x="346" y="488"/>
                  </a:lnTo>
                  <a:lnTo>
                    <a:pt x="346" y="488"/>
                  </a:lnTo>
                  <a:lnTo>
                    <a:pt x="343" y="483"/>
                  </a:lnTo>
                  <a:lnTo>
                    <a:pt x="341" y="483"/>
                  </a:lnTo>
                  <a:lnTo>
                    <a:pt x="339" y="481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41" y="503"/>
                  </a:lnTo>
                  <a:lnTo>
                    <a:pt x="341" y="503"/>
                  </a:lnTo>
                  <a:lnTo>
                    <a:pt x="324" y="499"/>
                  </a:lnTo>
                  <a:lnTo>
                    <a:pt x="324" y="499"/>
                  </a:lnTo>
                  <a:lnTo>
                    <a:pt x="321" y="503"/>
                  </a:lnTo>
                  <a:lnTo>
                    <a:pt x="319" y="506"/>
                  </a:lnTo>
                  <a:lnTo>
                    <a:pt x="319" y="506"/>
                  </a:lnTo>
                  <a:lnTo>
                    <a:pt x="312" y="508"/>
                  </a:lnTo>
                  <a:lnTo>
                    <a:pt x="310" y="508"/>
                  </a:lnTo>
                  <a:lnTo>
                    <a:pt x="312" y="508"/>
                  </a:lnTo>
                  <a:lnTo>
                    <a:pt x="321" y="512"/>
                  </a:lnTo>
                  <a:lnTo>
                    <a:pt x="321" y="512"/>
                  </a:lnTo>
                  <a:lnTo>
                    <a:pt x="328" y="512"/>
                  </a:lnTo>
                  <a:lnTo>
                    <a:pt x="334" y="510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10"/>
                  </a:lnTo>
                  <a:lnTo>
                    <a:pt x="343" y="514"/>
                  </a:lnTo>
                  <a:lnTo>
                    <a:pt x="343" y="514"/>
                  </a:lnTo>
                  <a:lnTo>
                    <a:pt x="321" y="517"/>
                  </a:lnTo>
                  <a:lnTo>
                    <a:pt x="321" y="517"/>
                  </a:lnTo>
                  <a:lnTo>
                    <a:pt x="317" y="514"/>
                  </a:lnTo>
                  <a:lnTo>
                    <a:pt x="314" y="512"/>
                  </a:lnTo>
                  <a:lnTo>
                    <a:pt x="310" y="512"/>
                  </a:lnTo>
                  <a:lnTo>
                    <a:pt x="310" y="512"/>
                  </a:lnTo>
                  <a:lnTo>
                    <a:pt x="312" y="517"/>
                  </a:lnTo>
                  <a:lnTo>
                    <a:pt x="312" y="517"/>
                  </a:lnTo>
                  <a:lnTo>
                    <a:pt x="297" y="526"/>
                  </a:lnTo>
                  <a:lnTo>
                    <a:pt x="297" y="526"/>
                  </a:lnTo>
                  <a:lnTo>
                    <a:pt x="297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4" y="534"/>
                  </a:lnTo>
                  <a:lnTo>
                    <a:pt x="303" y="536"/>
                  </a:lnTo>
                  <a:lnTo>
                    <a:pt x="297" y="541"/>
                  </a:lnTo>
                  <a:lnTo>
                    <a:pt x="297" y="541"/>
                  </a:lnTo>
                  <a:lnTo>
                    <a:pt x="303" y="552"/>
                  </a:lnTo>
                  <a:lnTo>
                    <a:pt x="306" y="552"/>
                  </a:lnTo>
                  <a:lnTo>
                    <a:pt x="306" y="552"/>
                  </a:lnTo>
                  <a:lnTo>
                    <a:pt x="306" y="556"/>
                  </a:lnTo>
                  <a:lnTo>
                    <a:pt x="306" y="559"/>
                  </a:lnTo>
                  <a:lnTo>
                    <a:pt x="303" y="567"/>
                  </a:lnTo>
                  <a:lnTo>
                    <a:pt x="303" y="567"/>
                  </a:lnTo>
                  <a:lnTo>
                    <a:pt x="306" y="567"/>
                  </a:lnTo>
                  <a:lnTo>
                    <a:pt x="308" y="567"/>
                  </a:lnTo>
                  <a:lnTo>
                    <a:pt x="306" y="568"/>
                  </a:lnTo>
                  <a:lnTo>
                    <a:pt x="306" y="568"/>
                  </a:lnTo>
                  <a:lnTo>
                    <a:pt x="303" y="568"/>
                  </a:lnTo>
                  <a:lnTo>
                    <a:pt x="299" y="568"/>
                  </a:lnTo>
                  <a:lnTo>
                    <a:pt x="299" y="568"/>
                  </a:lnTo>
                  <a:lnTo>
                    <a:pt x="297" y="574"/>
                  </a:lnTo>
                  <a:lnTo>
                    <a:pt x="297" y="574"/>
                  </a:lnTo>
                  <a:lnTo>
                    <a:pt x="310" y="576"/>
                  </a:lnTo>
                  <a:lnTo>
                    <a:pt x="310" y="576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4" y="581"/>
                  </a:lnTo>
                  <a:lnTo>
                    <a:pt x="303" y="581"/>
                  </a:lnTo>
                  <a:lnTo>
                    <a:pt x="304" y="583"/>
                  </a:lnTo>
                  <a:lnTo>
                    <a:pt x="304" y="583"/>
                  </a:lnTo>
                  <a:lnTo>
                    <a:pt x="308" y="583"/>
                  </a:lnTo>
                  <a:lnTo>
                    <a:pt x="312" y="583"/>
                  </a:lnTo>
                  <a:lnTo>
                    <a:pt x="315" y="583"/>
                  </a:lnTo>
                  <a:lnTo>
                    <a:pt x="319" y="583"/>
                  </a:lnTo>
                  <a:lnTo>
                    <a:pt x="319" y="583"/>
                  </a:lnTo>
                  <a:lnTo>
                    <a:pt x="319" y="590"/>
                  </a:lnTo>
                  <a:lnTo>
                    <a:pt x="319" y="590"/>
                  </a:lnTo>
                  <a:lnTo>
                    <a:pt x="319" y="594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4" y="607"/>
                  </a:lnTo>
                  <a:lnTo>
                    <a:pt x="324" y="608"/>
                  </a:lnTo>
                  <a:lnTo>
                    <a:pt x="323" y="610"/>
                  </a:lnTo>
                  <a:lnTo>
                    <a:pt x="324" y="618"/>
                  </a:lnTo>
                  <a:lnTo>
                    <a:pt x="324" y="618"/>
                  </a:lnTo>
                  <a:lnTo>
                    <a:pt x="335" y="610"/>
                  </a:lnTo>
                  <a:lnTo>
                    <a:pt x="348" y="605"/>
                  </a:lnTo>
                  <a:lnTo>
                    <a:pt x="348" y="605"/>
                  </a:lnTo>
                  <a:lnTo>
                    <a:pt x="348" y="607"/>
                  </a:lnTo>
                  <a:lnTo>
                    <a:pt x="348" y="608"/>
                  </a:lnTo>
                  <a:lnTo>
                    <a:pt x="348" y="612"/>
                  </a:lnTo>
                  <a:lnTo>
                    <a:pt x="343" y="612"/>
                  </a:lnTo>
                  <a:lnTo>
                    <a:pt x="343" y="612"/>
                  </a:lnTo>
                  <a:lnTo>
                    <a:pt x="343" y="619"/>
                  </a:lnTo>
                  <a:lnTo>
                    <a:pt x="343" y="619"/>
                  </a:lnTo>
                  <a:lnTo>
                    <a:pt x="335" y="621"/>
                  </a:lnTo>
                  <a:lnTo>
                    <a:pt x="328" y="621"/>
                  </a:lnTo>
                  <a:lnTo>
                    <a:pt x="328" y="621"/>
                  </a:lnTo>
                  <a:lnTo>
                    <a:pt x="335" y="623"/>
                  </a:lnTo>
                  <a:lnTo>
                    <a:pt x="337" y="625"/>
                  </a:lnTo>
                  <a:lnTo>
                    <a:pt x="335" y="627"/>
                  </a:lnTo>
                  <a:lnTo>
                    <a:pt x="326" y="627"/>
                  </a:lnTo>
                  <a:lnTo>
                    <a:pt x="326" y="627"/>
                  </a:lnTo>
                  <a:lnTo>
                    <a:pt x="330" y="632"/>
                  </a:lnTo>
                  <a:lnTo>
                    <a:pt x="332" y="634"/>
                  </a:lnTo>
                  <a:lnTo>
                    <a:pt x="332" y="634"/>
                  </a:lnTo>
                  <a:lnTo>
                    <a:pt x="332" y="639"/>
                  </a:lnTo>
                  <a:lnTo>
                    <a:pt x="332" y="639"/>
                  </a:lnTo>
                  <a:lnTo>
                    <a:pt x="335" y="639"/>
                  </a:lnTo>
                  <a:lnTo>
                    <a:pt x="341" y="639"/>
                  </a:lnTo>
                  <a:lnTo>
                    <a:pt x="341" y="639"/>
                  </a:lnTo>
                  <a:lnTo>
                    <a:pt x="341" y="641"/>
                  </a:lnTo>
                  <a:lnTo>
                    <a:pt x="341" y="643"/>
                  </a:lnTo>
                  <a:lnTo>
                    <a:pt x="339" y="647"/>
                  </a:lnTo>
                  <a:lnTo>
                    <a:pt x="339" y="649"/>
                  </a:lnTo>
                  <a:lnTo>
                    <a:pt x="343" y="656"/>
                  </a:lnTo>
                  <a:lnTo>
                    <a:pt x="343" y="656"/>
                  </a:lnTo>
                  <a:lnTo>
                    <a:pt x="346" y="652"/>
                  </a:lnTo>
                  <a:lnTo>
                    <a:pt x="348" y="650"/>
                  </a:lnTo>
                  <a:lnTo>
                    <a:pt x="350" y="652"/>
                  </a:lnTo>
                  <a:lnTo>
                    <a:pt x="350" y="652"/>
                  </a:lnTo>
                  <a:lnTo>
                    <a:pt x="352" y="654"/>
                  </a:lnTo>
                  <a:lnTo>
                    <a:pt x="350" y="656"/>
                  </a:lnTo>
                  <a:lnTo>
                    <a:pt x="348" y="659"/>
                  </a:lnTo>
                  <a:lnTo>
                    <a:pt x="350" y="663"/>
                  </a:lnTo>
                  <a:lnTo>
                    <a:pt x="350" y="663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7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65" y="669"/>
                  </a:lnTo>
                  <a:lnTo>
                    <a:pt x="368" y="667"/>
                  </a:lnTo>
                  <a:lnTo>
                    <a:pt x="372" y="667"/>
                  </a:lnTo>
                  <a:lnTo>
                    <a:pt x="372" y="667"/>
                  </a:lnTo>
                  <a:lnTo>
                    <a:pt x="370" y="676"/>
                  </a:lnTo>
                  <a:lnTo>
                    <a:pt x="370" y="676"/>
                  </a:lnTo>
                  <a:lnTo>
                    <a:pt x="374" y="676"/>
                  </a:lnTo>
                  <a:lnTo>
                    <a:pt x="377" y="676"/>
                  </a:lnTo>
                  <a:lnTo>
                    <a:pt x="377" y="690"/>
                  </a:lnTo>
                  <a:lnTo>
                    <a:pt x="377" y="690"/>
                  </a:lnTo>
                  <a:lnTo>
                    <a:pt x="381" y="692"/>
                  </a:lnTo>
                  <a:lnTo>
                    <a:pt x="383" y="690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6" y="690"/>
                  </a:lnTo>
                  <a:lnTo>
                    <a:pt x="386" y="692"/>
                  </a:lnTo>
                  <a:lnTo>
                    <a:pt x="386" y="692"/>
                  </a:lnTo>
                  <a:lnTo>
                    <a:pt x="383" y="692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6"/>
                  </a:lnTo>
                  <a:lnTo>
                    <a:pt x="388" y="696"/>
                  </a:lnTo>
                  <a:lnTo>
                    <a:pt x="388" y="696"/>
                  </a:lnTo>
                  <a:lnTo>
                    <a:pt x="386" y="700"/>
                  </a:lnTo>
                  <a:lnTo>
                    <a:pt x="388" y="703"/>
                  </a:lnTo>
                  <a:lnTo>
                    <a:pt x="388" y="703"/>
                  </a:lnTo>
                  <a:lnTo>
                    <a:pt x="388" y="705"/>
                  </a:lnTo>
                  <a:lnTo>
                    <a:pt x="390" y="710"/>
                  </a:lnTo>
                  <a:lnTo>
                    <a:pt x="390" y="710"/>
                  </a:lnTo>
                  <a:lnTo>
                    <a:pt x="406" y="705"/>
                  </a:lnTo>
                  <a:lnTo>
                    <a:pt x="414" y="700"/>
                  </a:lnTo>
                  <a:lnTo>
                    <a:pt x="419" y="692"/>
                  </a:lnTo>
                  <a:lnTo>
                    <a:pt x="419" y="692"/>
                  </a:lnTo>
                  <a:lnTo>
                    <a:pt x="419" y="705"/>
                  </a:lnTo>
                  <a:lnTo>
                    <a:pt x="419" y="709"/>
                  </a:lnTo>
                  <a:lnTo>
                    <a:pt x="423" y="712"/>
                  </a:lnTo>
                  <a:lnTo>
                    <a:pt x="427" y="712"/>
                  </a:lnTo>
                  <a:lnTo>
                    <a:pt x="430" y="712"/>
                  </a:lnTo>
                  <a:lnTo>
                    <a:pt x="443" y="710"/>
                  </a:lnTo>
                  <a:lnTo>
                    <a:pt x="443" y="710"/>
                  </a:lnTo>
                  <a:lnTo>
                    <a:pt x="437" y="721"/>
                  </a:lnTo>
                  <a:lnTo>
                    <a:pt x="447" y="714"/>
                  </a:lnTo>
                  <a:lnTo>
                    <a:pt x="447" y="714"/>
                  </a:lnTo>
                  <a:lnTo>
                    <a:pt x="445" y="718"/>
                  </a:lnTo>
                  <a:lnTo>
                    <a:pt x="443" y="721"/>
                  </a:lnTo>
                  <a:lnTo>
                    <a:pt x="441" y="721"/>
                  </a:lnTo>
                  <a:lnTo>
                    <a:pt x="441" y="721"/>
                  </a:lnTo>
                  <a:lnTo>
                    <a:pt x="441" y="723"/>
                  </a:lnTo>
                  <a:lnTo>
                    <a:pt x="443" y="723"/>
                  </a:lnTo>
                  <a:lnTo>
                    <a:pt x="448" y="725"/>
                  </a:lnTo>
                  <a:lnTo>
                    <a:pt x="448" y="725"/>
                  </a:lnTo>
                  <a:lnTo>
                    <a:pt x="450" y="720"/>
                  </a:lnTo>
                  <a:lnTo>
                    <a:pt x="454" y="718"/>
                  </a:lnTo>
                  <a:lnTo>
                    <a:pt x="454" y="718"/>
                  </a:lnTo>
                  <a:lnTo>
                    <a:pt x="454" y="723"/>
                  </a:lnTo>
                  <a:lnTo>
                    <a:pt x="454" y="729"/>
                  </a:lnTo>
                  <a:lnTo>
                    <a:pt x="456" y="731"/>
                  </a:lnTo>
                  <a:lnTo>
                    <a:pt x="457" y="731"/>
                  </a:lnTo>
                  <a:lnTo>
                    <a:pt x="468" y="731"/>
                  </a:lnTo>
                  <a:lnTo>
                    <a:pt x="468" y="731"/>
                  </a:lnTo>
                  <a:lnTo>
                    <a:pt x="467" y="727"/>
                  </a:lnTo>
                  <a:lnTo>
                    <a:pt x="463" y="725"/>
                  </a:lnTo>
                  <a:lnTo>
                    <a:pt x="463" y="725"/>
                  </a:lnTo>
                  <a:lnTo>
                    <a:pt x="470" y="723"/>
                  </a:lnTo>
                  <a:lnTo>
                    <a:pt x="474" y="721"/>
                  </a:lnTo>
                  <a:lnTo>
                    <a:pt x="474" y="720"/>
                  </a:lnTo>
                  <a:lnTo>
                    <a:pt x="472" y="720"/>
                  </a:lnTo>
                  <a:lnTo>
                    <a:pt x="465" y="718"/>
                  </a:lnTo>
                  <a:lnTo>
                    <a:pt x="465" y="718"/>
                  </a:lnTo>
                  <a:lnTo>
                    <a:pt x="468" y="718"/>
                  </a:lnTo>
                  <a:lnTo>
                    <a:pt x="468" y="716"/>
                  </a:lnTo>
                  <a:lnTo>
                    <a:pt x="468" y="712"/>
                  </a:lnTo>
                  <a:lnTo>
                    <a:pt x="468" y="712"/>
                  </a:lnTo>
                  <a:lnTo>
                    <a:pt x="463" y="712"/>
                  </a:lnTo>
                  <a:lnTo>
                    <a:pt x="457" y="710"/>
                  </a:lnTo>
                  <a:lnTo>
                    <a:pt x="457" y="710"/>
                  </a:lnTo>
                  <a:lnTo>
                    <a:pt x="461" y="709"/>
                  </a:lnTo>
                  <a:lnTo>
                    <a:pt x="463" y="707"/>
                  </a:lnTo>
                  <a:lnTo>
                    <a:pt x="465" y="707"/>
                  </a:lnTo>
                  <a:lnTo>
                    <a:pt x="465" y="707"/>
                  </a:lnTo>
                  <a:lnTo>
                    <a:pt x="468" y="705"/>
                  </a:lnTo>
                  <a:lnTo>
                    <a:pt x="470" y="703"/>
                  </a:lnTo>
                  <a:lnTo>
                    <a:pt x="470" y="703"/>
                  </a:lnTo>
                  <a:lnTo>
                    <a:pt x="468" y="700"/>
                  </a:lnTo>
                  <a:lnTo>
                    <a:pt x="468" y="698"/>
                  </a:lnTo>
                  <a:lnTo>
                    <a:pt x="468" y="696"/>
                  </a:lnTo>
                  <a:lnTo>
                    <a:pt x="468" y="696"/>
                  </a:lnTo>
                  <a:lnTo>
                    <a:pt x="476" y="690"/>
                  </a:lnTo>
                  <a:lnTo>
                    <a:pt x="476" y="690"/>
                  </a:lnTo>
                  <a:lnTo>
                    <a:pt x="476" y="687"/>
                  </a:lnTo>
                  <a:lnTo>
                    <a:pt x="474" y="687"/>
                  </a:lnTo>
                  <a:lnTo>
                    <a:pt x="474" y="685"/>
                  </a:lnTo>
                  <a:lnTo>
                    <a:pt x="472" y="683"/>
                  </a:lnTo>
                  <a:lnTo>
                    <a:pt x="472" y="683"/>
                  </a:lnTo>
                  <a:lnTo>
                    <a:pt x="481" y="676"/>
                  </a:lnTo>
                  <a:lnTo>
                    <a:pt x="481" y="676"/>
                  </a:lnTo>
                  <a:lnTo>
                    <a:pt x="479" y="670"/>
                  </a:lnTo>
                  <a:lnTo>
                    <a:pt x="478" y="663"/>
                  </a:lnTo>
                  <a:lnTo>
                    <a:pt x="478" y="663"/>
                  </a:lnTo>
                  <a:lnTo>
                    <a:pt x="485" y="661"/>
                  </a:lnTo>
                  <a:lnTo>
                    <a:pt x="487" y="659"/>
                  </a:lnTo>
                  <a:lnTo>
                    <a:pt x="485" y="656"/>
                  </a:lnTo>
                  <a:lnTo>
                    <a:pt x="481" y="656"/>
                  </a:lnTo>
                  <a:lnTo>
                    <a:pt x="481" y="656"/>
                  </a:lnTo>
                  <a:lnTo>
                    <a:pt x="483" y="654"/>
                  </a:lnTo>
                  <a:lnTo>
                    <a:pt x="483" y="649"/>
                  </a:lnTo>
                  <a:lnTo>
                    <a:pt x="483" y="649"/>
                  </a:lnTo>
                  <a:lnTo>
                    <a:pt x="487" y="649"/>
                  </a:lnTo>
                  <a:lnTo>
                    <a:pt x="487" y="650"/>
                  </a:lnTo>
                  <a:lnTo>
                    <a:pt x="490" y="652"/>
                  </a:lnTo>
                  <a:lnTo>
                    <a:pt x="496" y="647"/>
                  </a:lnTo>
                  <a:lnTo>
                    <a:pt x="496" y="647"/>
                  </a:lnTo>
                  <a:lnTo>
                    <a:pt x="494" y="641"/>
                  </a:lnTo>
                  <a:lnTo>
                    <a:pt x="496" y="636"/>
                  </a:lnTo>
                  <a:lnTo>
                    <a:pt x="496" y="636"/>
                  </a:lnTo>
                  <a:lnTo>
                    <a:pt x="503" y="636"/>
                  </a:lnTo>
                  <a:lnTo>
                    <a:pt x="503" y="636"/>
                  </a:lnTo>
                  <a:lnTo>
                    <a:pt x="503" y="634"/>
                  </a:lnTo>
                  <a:lnTo>
                    <a:pt x="501" y="630"/>
                  </a:lnTo>
                  <a:lnTo>
                    <a:pt x="499" y="629"/>
                  </a:lnTo>
                  <a:lnTo>
                    <a:pt x="499" y="625"/>
                  </a:lnTo>
                  <a:lnTo>
                    <a:pt x="499" y="625"/>
                  </a:lnTo>
                  <a:lnTo>
                    <a:pt x="501" y="621"/>
                  </a:lnTo>
                  <a:lnTo>
                    <a:pt x="505" y="618"/>
                  </a:lnTo>
                  <a:lnTo>
                    <a:pt x="505" y="618"/>
                  </a:lnTo>
                  <a:lnTo>
                    <a:pt x="499" y="618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2" y="612"/>
                  </a:lnTo>
                  <a:lnTo>
                    <a:pt x="492" y="612"/>
                  </a:lnTo>
                  <a:lnTo>
                    <a:pt x="499" y="612"/>
                  </a:lnTo>
                  <a:lnTo>
                    <a:pt x="507" y="614"/>
                  </a:lnTo>
                  <a:lnTo>
                    <a:pt x="507" y="614"/>
                  </a:lnTo>
                  <a:lnTo>
                    <a:pt x="507" y="603"/>
                  </a:lnTo>
                  <a:lnTo>
                    <a:pt x="505" y="598"/>
                  </a:lnTo>
                  <a:lnTo>
                    <a:pt x="503" y="590"/>
                  </a:lnTo>
                  <a:lnTo>
                    <a:pt x="503" y="590"/>
                  </a:lnTo>
                  <a:lnTo>
                    <a:pt x="507" y="588"/>
                  </a:lnTo>
                  <a:lnTo>
                    <a:pt x="512" y="590"/>
                  </a:lnTo>
                  <a:lnTo>
                    <a:pt x="512" y="590"/>
                  </a:lnTo>
                  <a:lnTo>
                    <a:pt x="514" y="587"/>
                  </a:lnTo>
                  <a:lnTo>
                    <a:pt x="518" y="583"/>
                  </a:lnTo>
                  <a:lnTo>
                    <a:pt x="518" y="583"/>
                  </a:lnTo>
                  <a:lnTo>
                    <a:pt x="516" y="581"/>
                  </a:lnTo>
                  <a:lnTo>
                    <a:pt x="514" y="578"/>
                  </a:lnTo>
                  <a:lnTo>
                    <a:pt x="514" y="578"/>
                  </a:lnTo>
                  <a:lnTo>
                    <a:pt x="536" y="576"/>
                  </a:lnTo>
                  <a:lnTo>
                    <a:pt x="545" y="574"/>
                  </a:lnTo>
                  <a:lnTo>
                    <a:pt x="554" y="568"/>
                  </a:lnTo>
                  <a:lnTo>
                    <a:pt x="554" y="568"/>
                  </a:lnTo>
                  <a:lnTo>
                    <a:pt x="554" y="576"/>
                  </a:lnTo>
                  <a:lnTo>
                    <a:pt x="554" y="576"/>
                  </a:lnTo>
                  <a:lnTo>
                    <a:pt x="558" y="578"/>
                  </a:lnTo>
                  <a:lnTo>
                    <a:pt x="561" y="581"/>
                  </a:lnTo>
                  <a:lnTo>
                    <a:pt x="561" y="581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70"/>
                  </a:lnTo>
                  <a:lnTo>
                    <a:pt x="578" y="572"/>
                  </a:lnTo>
                  <a:lnTo>
                    <a:pt x="581" y="574"/>
                  </a:lnTo>
                  <a:lnTo>
                    <a:pt x="581" y="574"/>
                  </a:lnTo>
                  <a:lnTo>
                    <a:pt x="587" y="559"/>
                  </a:lnTo>
                  <a:lnTo>
                    <a:pt x="589" y="554"/>
                  </a:lnTo>
                  <a:lnTo>
                    <a:pt x="592" y="548"/>
                  </a:lnTo>
                  <a:lnTo>
                    <a:pt x="592" y="548"/>
                  </a:lnTo>
                  <a:lnTo>
                    <a:pt x="598" y="547"/>
                  </a:lnTo>
                  <a:lnTo>
                    <a:pt x="601" y="545"/>
                  </a:lnTo>
                  <a:lnTo>
                    <a:pt x="607" y="543"/>
                  </a:lnTo>
                  <a:lnTo>
                    <a:pt x="612" y="541"/>
                  </a:lnTo>
                  <a:lnTo>
                    <a:pt x="612" y="541"/>
                  </a:lnTo>
                  <a:lnTo>
                    <a:pt x="614" y="537"/>
                  </a:lnTo>
                  <a:lnTo>
                    <a:pt x="618" y="534"/>
                  </a:lnTo>
                  <a:lnTo>
                    <a:pt x="620" y="530"/>
                  </a:lnTo>
                  <a:lnTo>
                    <a:pt x="621" y="526"/>
                  </a:lnTo>
                  <a:lnTo>
                    <a:pt x="621" y="526"/>
                  </a:lnTo>
                  <a:lnTo>
                    <a:pt x="625" y="526"/>
                  </a:lnTo>
                  <a:lnTo>
                    <a:pt x="629" y="525"/>
                  </a:lnTo>
                  <a:lnTo>
                    <a:pt x="631" y="525"/>
                  </a:lnTo>
                  <a:lnTo>
                    <a:pt x="634" y="525"/>
                  </a:lnTo>
                  <a:lnTo>
                    <a:pt x="634" y="525"/>
                  </a:lnTo>
                  <a:lnTo>
                    <a:pt x="636" y="521"/>
                  </a:lnTo>
                  <a:lnTo>
                    <a:pt x="636" y="517"/>
                  </a:lnTo>
                  <a:lnTo>
                    <a:pt x="636" y="514"/>
                  </a:lnTo>
                  <a:lnTo>
                    <a:pt x="636" y="512"/>
                  </a:lnTo>
                  <a:lnTo>
                    <a:pt x="636" y="512"/>
                  </a:lnTo>
                  <a:lnTo>
                    <a:pt x="629" y="499"/>
                  </a:lnTo>
                  <a:lnTo>
                    <a:pt x="629" y="499"/>
                  </a:lnTo>
                  <a:lnTo>
                    <a:pt x="638" y="506"/>
                  </a:lnTo>
                  <a:lnTo>
                    <a:pt x="645" y="508"/>
                  </a:lnTo>
                  <a:lnTo>
                    <a:pt x="654" y="510"/>
                  </a:lnTo>
                  <a:lnTo>
                    <a:pt x="669" y="510"/>
                  </a:lnTo>
                  <a:lnTo>
                    <a:pt x="667" y="503"/>
                  </a:lnTo>
                  <a:lnTo>
                    <a:pt x="667" y="503"/>
                  </a:lnTo>
                  <a:lnTo>
                    <a:pt x="671" y="505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83" y="499"/>
                  </a:lnTo>
                  <a:lnTo>
                    <a:pt x="683" y="499"/>
                  </a:lnTo>
                  <a:lnTo>
                    <a:pt x="687" y="503"/>
                  </a:lnTo>
                  <a:lnTo>
                    <a:pt x="691" y="505"/>
                  </a:lnTo>
                  <a:lnTo>
                    <a:pt x="691" y="505"/>
                  </a:lnTo>
                  <a:lnTo>
                    <a:pt x="700" y="503"/>
                  </a:lnTo>
                  <a:lnTo>
                    <a:pt x="711" y="499"/>
                  </a:lnTo>
                  <a:lnTo>
                    <a:pt x="711" y="499"/>
                  </a:lnTo>
                  <a:lnTo>
                    <a:pt x="713" y="496"/>
                  </a:lnTo>
                  <a:lnTo>
                    <a:pt x="713" y="496"/>
                  </a:lnTo>
                  <a:lnTo>
                    <a:pt x="718" y="496"/>
                  </a:lnTo>
                  <a:lnTo>
                    <a:pt x="722" y="496"/>
                  </a:lnTo>
                  <a:lnTo>
                    <a:pt x="725" y="496"/>
                  </a:lnTo>
                  <a:lnTo>
                    <a:pt x="725" y="496"/>
                  </a:lnTo>
                  <a:lnTo>
                    <a:pt x="733" y="490"/>
                  </a:lnTo>
                  <a:lnTo>
                    <a:pt x="733" y="490"/>
                  </a:lnTo>
                  <a:lnTo>
                    <a:pt x="733" y="483"/>
                  </a:lnTo>
                  <a:lnTo>
                    <a:pt x="733" y="483"/>
                  </a:lnTo>
                  <a:lnTo>
                    <a:pt x="734" y="483"/>
                  </a:lnTo>
                  <a:lnTo>
                    <a:pt x="738" y="485"/>
                  </a:lnTo>
                  <a:lnTo>
                    <a:pt x="740" y="485"/>
                  </a:lnTo>
                  <a:lnTo>
                    <a:pt x="744" y="485"/>
                  </a:lnTo>
                  <a:lnTo>
                    <a:pt x="744" y="485"/>
                  </a:lnTo>
                  <a:lnTo>
                    <a:pt x="744" y="477"/>
                  </a:lnTo>
                  <a:lnTo>
                    <a:pt x="744" y="477"/>
                  </a:lnTo>
                  <a:lnTo>
                    <a:pt x="749" y="475"/>
                  </a:lnTo>
                  <a:lnTo>
                    <a:pt x="749" y="475"/>
                  </a:lnTo>
                  <a:lnTo>
                    <a:pt x="753" y="475"/>
                  </a:lnTo>
                  <a:lnTo>
                    <a:pt x="755" y="475"/>
                  </a:lnTo>
                  <a:lnTo>
                    <a:pt x="756" y="477"/>
                  </a:lnTo>
                  <a:lnTo>
                    <a:pt x="760" y="477"/>
                  </a:lnTo>
                  <a:lnTo>
                    <a:pt x="760" y="477"/>
                  </a:lnTo>
                  <a:lnTo>
                    <a:pt x="762" y="474"/>
                  </a:lnTo>
                  <a:lnTo>
                    <a:pt x="764" y="470"/>
                  </a:lnTo>
                  <a:lnTo>
                    <a:pt x="764" y="470"/>
                  </a:lnTo>
                  <a:lnTo>
                    <a:pt x="775" y="470"/>
                  </a:lnTo>
                  <a:lnTo>
                    <a:pt x="784" y="470"/>
                  </a:lnTo>
                  <a:lnTo>
                    <a:pt x="784" y="470"/>
                  </a:lnTo>
                  <a:lnTo>
                    <a:pt x="785" y="468"/>
                  </a:lnTo>
                  <a:lnTo>
                    <a:pt x="785" y="466"/>
                  </a:lnTo>
                  <a:lnTo>
                    <a:pt x="785" y="465"/>
                  </a:lnTo>
                  <a:lnTo>
                    <a:pt x="784" y="463"/>
                  </a:lnTo>
                  <a:lnTo>
                    <a:pt x="784" y="463"/>
                  </a:lnTo>
                  <a:lnTo>
                    <a:pt x="785" y="463"/>
                  </a:lnTo>
                  <a:lnTo>
                    <a:pt x="787" y="461"/>
                  </a:lnTo>
                  <a:lnTo>
                    <a:pt x="791" y="461"/>
                  </a:lnTo>
                  <a:lnTo>
                    <a:pt x="791" y="461"/>
                  </a:lnTo>
                  <a:lnTo>
                    <a:pt x="793" y="457"/>
                  </a:lnTo>
                  <a:lnTo>
                    <a:pt x="793" y="454"/>
                  </a:lnTo>
                  <a:lnTo>
                    <a:pt x="795" y="450"/>
                  </a:lnTo>
                  <a:lnTo>
                    <a:pt x="796" y="448"/>
                  </a:lnTo>
                  <a:lnTo>
                    <a:pt x="796" y="448"/>
                  </a:lnTo>
                  <a:lnTo>
                    <a:pt x="798" y="446"/>
                  </a:lnTo>
                  <a:lnTo>
                    <a:pt x="802" y="446"/>
                  </a:lnTo>
                  <a:lnTo>
                    <a:pt x="806" y="446"/>
                  </a:lnTo>
                  <a:lnTo>
                    <a:pt x="807" y="446"/>
                  </a:lnTo>
                  <a:lnTo>
                    <a:pt x="807" y="441"/>
                  </a:lnTo>
                  <a:lnTo>
                    <a:pt x="807" y="441"/>
                  </a:lnTo>
                  <a:lnTo>
                    <a:pt x="796" y="443"/>
                  </a:lnTo>
                  <a:lnTo>
                    <a:pt x="789" y="443"/>
                  </a:lnTo>
                  <a:lnTo>
                    <a:pt x="782" y="441"/>
                  </a:lnTo>
                  <a:lnTo>
                    <a:pt x="782" y="441"/>
                  </a:lnTo>
                  <a:lnTo>
                    <a:pt x="776" y="437"/>
                  </a:lnTo>
                  <a:lnTo>
                    <a:pt x="769" y="434"/>
                  </a:lnTo>
                  <a:lnTo>
                    <a:pt x="769" y="434"/>
                  </a:lnTo>
                  <a:lnTo>
                    <a:pt x="764" y="435"/>
                  </a:lnTo>
                  <a:lnTo>
                    <a:pt x="760" y="437"/>
                  </a:lnTo>
                  <a:lnTo>
                    <a:pt x="758" y="439"/>
                  </a:lnTo>
                  <a:lnTo>
                    <a:pt x="755" y="441"/>
                  </a:lnTo>
                  <a:lnTo>
                    <a:pt x="755" y="441"/>
                  </a:lnTo>
                  <a:lnTo>
                    <a:pt x="749" y="441"/>
                  </a:lnTo>
                  <a:lnTo>
                    <a:pt x="745" y="441"/>
                  </a:lnTo>
                  <a:lnTo>
                    <a:pt x="736" y="439"/>
                  </a:lnTo>
                  <a:lnTo>
                    <a:pt x="736" y="439"/>
                  </a:lnTo>
                  <a:lnTo>
                    <a:pt x="740" y="437"/>
                  </a:lnTo>
                  <a:lnTo>
                    <a:pt x="740" y="435"/>
                  </a:lnTo>
                  <a:lnTo>
                    <a:pt x="738" y="432"/>
                  </a:lnTo>
                  <a:lnTo>
                    <a:pt x="738" y="430"/>
                  </a:lnTo>
                  <a:lnTo>
                    <a:pt x="740" y="430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53" y="424"/>
                  </a:lnTo>
                  <a:lnTo>
                    <a:pt x="753" y="421"/>
                  </a:lnTo>
                  <a:lnTo>
                    <a:pt x="751" y="419"/>
                  </a:lnTo>
                  <a:lnTo>
                    <a:pt x="751" y="419"/>
                  </a:lnTo>
                  <a:lnTo>
                    <a:pt x="744" y="417"/>
                  </a:lnTo>
                  <a:lnTo>
                    <a:pt x="731" y="419"/>
                  </a:lnTo>
                  <a:lnTo>
                    <a:pt x="707" y="421"/>
                  </a:lnTo>
                  <a:lnTo>
                    <a:pt x="707" y="421"/>
                  </a:lnTo>
                  <a:lnTo>
                    <a:pt x="713" y="414"/>
                  </a:lnTo>
                  <a:lnTo>
                    <a:pt x="713" y="414"/>
                  </a:lnTo>
                  <a:lnTo>
                    <a:pt x="733" y="415"/>
                  </a:lnTo>
                  <a:lnTo>
                    <a:pt x="755" y="414"/>
                  </a:lnTo>
                  <a:lnTo>
                    <a:pt x="755" y="414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49" y="406"/>
                  </a:lnTo>
                  <a:lnTo>
                    <a:pt x="744" y="406"/>
                  </a:lnTo>
                  <a:lnTo>
                    <a:pt x="744" y="406"/>
                  </a:lnTo>
                  <a:lnTo>
                    <a:pt x="742" y="403"/>
                  </a:lnTo>
                  <a:lnTo>
                    <a:pt x="742" y="403"/>
                  </a:lnTo>
                  <a:lnTo>
                    <a:pt x="733" y="401"/>
                  </a:lnTo>
                  <a:lnTo>
                    <a:pt x="724" y="401"/>
                  </a:lnTo>
                  <a:lnTo>
                    <a:pt x="705" y="404"/>
                  </a:lnTo>
                  <a:lnTo>
                    <a:pt x="705" y="404"/>
                  </a:lnTo>
                  <a:lnTo>
                    <a:pt x="709" y="403"/>
                  </a:lnTo>
                  <a:lnTo>
                    <a:pt x="711" y="401"/>
                  </a:lnTo>
                  <a:lnTo>
                    <a:pt x="711" y="397"/>
                  </a:lnTo>
                  <a:lnTo>
                    <a:pt x="709" y="394"/>
                  </a:lnTo>
                  <a:lnTo>
                    <a:pt x="711" y="392"/>
                  </a:lnTo>
                  <a:lnTo>
                    <a:pt x="713" y="392"/>
                  </a:lnTo>
                  <a:lnTo>
                    <a:pt x="713" y="392"/>
                  </a:lnTo>
                  <a:lnTo>
                    <a:pt x="714" y="394"/>
                  </a:lnTo>
                  <a:lnTo>
                    <a:pt x="716" y="395"/>
                  </a:lnTo>
                  <a:lnTo>
                    <a:pt x="718" y="397"/>
                  </a:lnTo>
                  <a:lnTo>
                    <a:pt x="718" y="397"/>
                  </a:lnTo>
                  <a:lnTo>
                    <a:pt x="722" y="397"/>
                  </a:lnTo>
                  <a:lnTo>
                    <a:pt x="725" y="397"/>
                  </a:lnTo>
                  <a:lnTo>
                    <a:pt x="727" y="395"/>
                  </a:lnTo>
                  <a:lnTo>
                    <a:pt x="733" y="395"/>
                  </a:lnTo>
                  <a:lnTo>
                    <a:pt x="733" y="395"/>
                  </a:lnTo>
                  <a:lnTo>
                    <a:pt x="767" y="406"/>
                  </a:lnTo>
                  <a:lnTo>
                    <a:pt x="767" y="406"/>
                  </a:lnTo>
                  <a:lnTo>
                    <a:pt x="769" y="408"/>
                  </a:lnTo>
                  <a:lnTo>
                    <a:pt x="769" y="412"/>
                  </a:lnTo>
                  <a:lnTo>
                    <a:pt x="771" y="417"/>
                  </a:lnTo>
                  <a:lnTo>
                    <a:pt x="771" y="417"/>
                  </a:lnTo>
                  <a:lnTo>
                    <a:pt x="778" y="424"/>
                  </a:lnTo>
                  <a:lnTo>
                    <a:pt x="785" y="432"/>
                  </a:lnTo>
                  <a:lnTo>
                    <a:pt x="795" y="435"/>
                  </a:lnTo>
                  <a:lnTo>
                    <a:pt x="806" y="435"/>
                  </a:lnTo>
                  <a:lnTo>
                    <a:pt x="806" y="435"/>
                  </a:lnTo>
                  <a:lnTo>
                    <a:pt x="807" y="435"/>
                  </a:lnTo>
                  <a:lnTo>
                    <a:pt x="807" y="435"/>
                  </a:lnTo>
                  <a:lnTo>
                    <a:pt x="815" y="439"/>
                  </a:lnTo>
                  <a:lnTo>
                    <a:pt x="818" y="432"/>
                  </a:lnTo>
                  <a:lnTo>
                    <a:pt x="818" y="432"/>
                  </a:lnTo>
                  <a:lnTo>
                    <a:pt x="815" y="432"/>
                  </a:lnTo>
                  <a:lnTo>
                    <a:pt x="811" y="430"/>
                  </a:lnTo>
                  <a:lnTo>
                    <a:pt x="813" y="428"/>
                  </a:lnTo>
                  <a:lnTo>
                    <a:pt x="813" y="428"/>
                  </a:lnTo>
                  <a:lnTo>
                    <a:pt x="818" y="417"/>
                  </a:lnTo>
                  <a:lnTo>
                    <a:pt x="813" y="417"/>
                  </a:lnTo>
                  <a:lnTo>
                    <a:pt x="813" y="417"/>
                  </a:lnTo>
                  <a:lnTo>
                    <a:pt x="811" y="415"/>
                  </a:lnTo>
                  <a:lnTo>
                    <a:pt x="811" y="412"/>
                  </a:lnTo>
                  <a:lnTo>
                    <a:pt x="811" y="408"/>
                  </a:lnTo>
                  <a:lnTo>
                    <a:pt x="811" y="404"/>
                  </a:lnTo>
                  <a:lnTo>
                    <a:pt x="811" y="404"/>
                  </a:lnTo>
                  <a:lnTo>
                    <a:pt x="807" y="404"/>
                  </a:lnTo>
                  <a:lnTo>
                    <a:pt x="804" y="404"/>
                  </a:lnTo>
                  <a:lnTo>
                    <a:pt x="804" y="399"/>
                  </a:lnTo>
                  <a:lnTo>
                    <a:pt x="804" y="399"/>
                  </a:lnTo>
                  <a:lnTo>
                    <a:pt x="800" y="399"/>
                  </a:lnTo>
                  <a:lnTo>
                    <a:pt x="796" y="399"/>
                  </a:lnTo>
                  <a:lnTo>
                    <a:pt x="796" y="399"/>
                  </a:lnTo>
                  <a:lnTo>
                    <a:pt x="798" y="395"/>
                  </a:lnTo>
                  <a:lnTo>
                    <a:pt x="798" y="395"/>
                  </a:lnTo>
                  <a:lnTo>
                    <a:pt x="793" y="390"/>
                  </a:lnTo>
                  <a:lnTo>
                    <a:pt x="793" y="390"/>
                  </a:lnTo>
                  <a:lnTo>
                    <a:pt x="789" y="388"/>
                  </a:lnTo>
                  <a:lnTo>
                    <a:pt x="784" y="388"/>
                  </a:lnTo>
                  <a:lnTo>
                    <a:pt x="784" y="388"/>
                  </a:lnTo>
                  <a:lnTo>
                    <a:pt x="782" y="384"/>
                  </a:lnTo>
                  <a:lnTo>
                    <a:pt x="784" y="384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800" y="392"/>
                  </a:lnTo>
                  <a:lnTo>
                    <a:pt x="800" y="392"/>
                  </a:lnTo>
                  <a:lnTo>
                    <a:pt x="809" y="394"/>
                  </a:lnTo>
                  <a:lnTo>
                    <a:pt x="813" y="394"/>
                  </a:lnTo>
                  <a:lnTo>
                    <a:pt x="813" y="392"/>
                  </a:lnTo>
                  <a:lnTo>
                    <a:pt x="813" y="392"/>
                  </a:lnTo>
                  <a:lnTo>
                    <a:pt x="806" y="388"/>
                  </a:lnTo>
                  <a:lnTo>
                    <a:pt x="806" y="388"/>
                  </a:lnTo>
                  <a:lnTo>
                    <a:pt x="809" y="384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3" y="383"/>
                  </a:lnTo>
                  <a:lnTo>
                    <a:pt x="811" y="383"/>
                  </a:lnTo>
                  <a:lnTo>
                    <a:pt x="804" y="381"/>
                  </a:lnTo>
                  <a:lnTo>
                    <a:pt x="804" y="381"/>
                  </a:lnTo>
                  <a:lnTo>
                    <a:pt x="813" y="375"/>
                  </a:lnTo>
                  <a:lnTo>
                    <a:pt x="813" y="375"/>
                  </a:lnTo>
                  <a:lnTo>
                    <a:pt x="811" y="372"/>
                  </a:lnTo>
                  <a:lnTo>
                    <a:pt x="811" y="370"/>
                  </a:lnTo>
                  <a:lnTo>
                    <a:pt x="813" y="368"/>
                  </a:lnTo>
                  <a:lnTo>
                    <a:pt x="813" y="368"/>
                  </a:lnTo>
                  <a:lnTo>
                    <a:pt x="807" y="366"/>
                  </a:lnTo>
                  <a:lnTo>
                    <a:pt x="804" y="366"/>
                  </a:lnTo>
                  <a:lnTo>
                    <a:pt x="804" y="363"/>
                  </a:lnTo>
                  <a:lnTo>
                    <a:pt x="800" y="363"/>
                  </a:lnTo>
                  <a:lnTo>
                    <a:pt x="800" y="363"/>
                  </a:lnTo>
                  <a:lnTo>
                    <a:pt x="798" y="363"/>
                  </a:lnTo>
                  <a:lnTo>
                    <a:pt x="798" y="363"/>
                  </a:lnTo>
                  <a:lnTo>
                    <a:pt x="800" y="357"/>
                  </a:lnTo>
                  <a:lnTo>
                    <a:pt x="800" y="357"/>
                  </a:lnTo>
                  <a:lnTo>
                    <a:pt x="793" y="355"/>
                  </a:lnTo>
                  <a:lnTo>
                    <a:pt x="785" y="353"/>
                  </a:lnTo>
                  <a:lnTo>
                    <a:pt x="785" y="353"/>
                  </a:lnTo>
                  <a:lnTo>
                    <a:pt x="776" y="348"/>
                  </a:lnTo>
                  <a:lnTo>
                    <a:pt x="776" y="348"/>
                  </a:lnTo>
                  <a:lnTo>
                    <a:pt x="780" y="348"/>
                  </a:lnTo>
                  <a:lnTo>
                    <a:pt x="793" y="348"/>
                  </a:lnTo>
                  <a:lnTo>
                    <a:pt x="807" y="350"/>
                  </a:lnTo>
                  <a:lnTo>
                    <a:pt x="818" y="348"/>
                  </a:lnTo>
                  <a:lnTo>
                    <a:pt x="818" y="342"/>
                  </a:lnTo>
                  <a:lnTo>
                    <a:pt x="818" y="342"/>
                  </a:lnTo>
                  <a:lnTo>
                    <a:pt x="824" y="342"/>
                  </a:lnTo>
                  <a:lnTo>
                    <a:pt x="829" y="341"/>
                  </a:lnTo>
                  <a:lnTo>
                    <a:pt x="829" y="341"/>
                  </a:lnTo>
                  <a:lnTo>
                    <a:pt x="829" y="335"/>
                  </a:lnTo>
                  <a:lnTo>
                    <a:pt x="829" y="328"/>
                  </a:lnTo>
                  <a:lnTo>
                    <a:pt x="829" y="328"/>
                  </a:lnTo>
                  <a:lnTo>
                    <a:pt x="822" y="328"/>
                  </a:lnTo>
                  <a:lnTo>
                    <a:pt x="815" y="326"/>
                  </a:lnTo>
                  <a:lnTo>
                    <a:pt x="815" y="326"/>
                  </a:lnTo>
                  <a:lnTo>
                    <a:pt x="813" y="332"/>
                  </a:lnTo>
                  <a:lnTo>
                    <a:pt x="811" y="335"/>
                  </a:lnTo>
                  <a:lnTo>
                    <a:pt x="811" y="335"/>
                  </a:lnTo>
                  <a:lnTo>
                    <a:pt x="811" y="332"/>
                  </a:lnTo>
                  <a:lnTo>
                    <a:pt x="811" y="328"/>
                  </a:lnTo>
                  <a:lnTo>
                    <a:pt x="811" y="328"/>
                  </a:lnTo>
                  <a:lnTo>
                    <a:pt x="806" y="328"/>
                  </a:lnTo>
                  <a:lnTo>
                    <a:pt x="804" y="326"/>
                  </a:lnTo>
                  <a:lnTo>
                    <a:pt x="804" y="326"/>
                  </a:lnTo>
                  <a:lnTo>
                    <a:pt x="804" y="321"/>
                  </a:lnTo>
                  <a:lnTo>
                    <a:pt x="804" y="319"/>
                  </a:lnTo>
                  <a:lnTo>
                    <a:pt x="806" y="319"/>
                  </a:lnTo>
                  <a:lnTo>
                    <a:pt x="806" y="319"/>
                  </a:lnTo>
                  <a:lnTo>
                    <a:pt x="806" y="310"/>
                  </a:lnTo>
                  <a:lnTo>
                    <a:pt x="806" y="310"/>
                  </a:lnTo>
                  <a:lnTo>
                    <a:pt x="809" y="310"/>
                  </a:lnTo>
                  <a:lnTo>
                    <a:pt x="811" y="310"/>
                  </a:lnTo>
                  <a:lnTo>
                    <a:pt x="811" y="312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09" y="313"/>
                  </a:lnTo>
                  <a:lnTo>
                    <a:pt x="807" y="317"/>
                  </a:lnTo>
                  <a:lnTo>
                    <a:pt x="807" y="324"/>
                  </a:lnTo>
                  <a:lnTo>
                    <a:pt x="807" y="324"/>
                  </a:lnTo>
                  <a:lnTo>
                    <a:pt x="816" y="322"/>
                  </a:lnTo>
                  <a:lnTo>
                    <a:pt x="826" y="324"/>
                  </a:lnTo>
                  <a:lnTo>
                    <a:pt x="826" y="319"/>
                  </a:lnTo>
                  <a:lnTo>
                    <a:pt x="826" y="319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16" y="313"/>
                  </a:lnTo>
                  <a:lnTo>
                    <a:pt x="837" y="317"/>
                  </a:lnTo>
                  <a:lnTo>
                    <a:pt x="840" y="321"/>
                  </a:lnTo>
                  <a:lnTo>
                    <a:pt x="840" y="321"/>
                  </a:lnTo>
                  <a:lnTo>
                    <a:pt x="844" y="321"/>
                  </a:lnTo>
                  <a:lnTo>
                    <a:pt x="849" y="321"/>
                  </a:lnTo>
                  <a:lnTo>
                    <a:pt x="855" y="319"/>
                  </a:lnTo>
                  <a:lnTo>
                    <a:pt x="851" y="312"/>
                  </a:lnTo>
                  <a:lnTo>
                    <a:pt x="851" y="312"/>
                  </a:lnTo>
                  <a:lnTo>
                    <a:pt x="827" y="313"/>
                  </a:lnTo>
                  <a:lnTo>
                    <a:pt x="827" y="313"/>
                  </a:lnTo>
                  <a:lnTo>
                    <a:pt x="829" y="308"/>
                  </a:lnTo>
                  <a:lnTo>
                    <a:pt x="831" y="304"/>
                  </a:lnTo>
                  <a:lnTo>
                    <a:pt x="829" y="302"/>
                  </a:lnTo>
                  <a:lnTo>
                    <a:pt x="829" y="302"/>
                  </a:lnTo>
                  <a:lnTo>
                    <a:pt x="827" y="301"/>
                  </a:lnTo>
                  <a:lnTo>
                    <a:pt x="826" y="302"/>
                  </a:lnTo>
                  <a:lnTo>
                    <a:pt x="822" y="306"/>
                  </a:lnTo>
                  <a:lnTo>
                    <a:pt x="822" y="306"/>
                  </a:lnTo>
                  <a:lnTo>
                    <a:pt x="820" y="306"/>
                  </a:lnTo>
                  <a:lnTo>
                    <a:pt x="820" y="304"/>
                  </a:lnTo>
                  <a:lnTo>
                    <a:pt x="820" y="302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4" y="297"/>
                  </a:lnTo>
                  <a:lnTo>
                    <a:pt x="824" y="293"/>
                  </a:lnTo>
                  <a:lnTo>
                    <a:pt x="822" y="290"/>
                  </a:lnTo>
                  <a:lnTo>
                    <a:pt x="822" y="290"/>
                  </a:lnTo>
                  <a:lnTo>
                    <a:pt x="815" y="288"/>
                  </a:lnTo>
                  <a:lnTo>
                    <a:pt x="811" y="286"/>
                  </a:lnTo>
                  <a:lnTo>
                    <a:pt x="811" y="286"/>
                  </a:lnTo>
                  <a:lnTo>
                    <a:pt x="813" y="284"/>
                  </a:lnTo>
                  <a:lnTo>
                    <a:pt x="818" y="284"/>
                  </a:lnTo>
                  <a:lnTo>
                    <a:pt x="833" y="284"/>
                  </a:lnTo>
                  <a:lnTo>
                    <a:pt x="833" y="284"/>
                  </a:lnTo>
                  <a:lnTo>
                    <a:pt x="835" y="288"/>
                  </a:lnTo>
                  <a:lnTo>
                    <a:pt x="837" y="291"/>
                  </a:lnTo>
                  <a:lnTo>
                    <a:pt x="837" y="291"/>
                  </a:lnTo>
                  <a:lnTo>
                    <a:pt x="842" y="291"/>
                  </a:lnTo>
                  <a:lnTo>
                    <a:pt x="842" y="290"/>
                  </a:lnTo>
                  <a:lnTo>
                    <a:pt x="842" y="288"/>
                  </a:lnTo>
                  <a:lnTo>
                    <a:pt x="844" y="288"/>
                  </a:lnTo>
                  <a:lnTo>
                    <a:pt x="844" y="288"/>
                  </a:lnTo>
                  <a:lnTo>
                    <a:pt x="840" y="264"/>
                  </a:lnTo>
                  <a:lnTo>
                    <a:pt x="835" y="264"/>
                  </a:lnTo>
                  <a:lnTo>
                    <a:pt x="835" y="264"/>
                  </a:lnTo>
                  <a:lnTo>
                    <a:pt x="837" y="262"/>
                  </a:lnTo>
                  <a:lnTo>
                    <a:pt x="838" y="259"/>
                  </a:lnTo>
                  <a:lnTo>
                    <a:pt x="837" y="257"/>
                  </a:lnTo>
                  <a:lnTo>
                    <a:pt x="835" y="255"/>
                  </a:lnTo>
                  <a:lnTo>
                    <a:pt x="831" y="253"/>
                  </a:lnTo>
                  <a:lnTo>
                    <a:pt x="826" y="253"/>
                  </a:lnTo>
                  <a:lnTo>
                    <a:pt x="826" y="257"/>
                  </a:lnTo>
                  <a:lnTo>
                    <a:pt x="826" y="257"/>
                  </a:lnTo>
                  <a:lnTo>
                    <a:pt x="822" y="259"/>
                  </a:lnTo>
                  <a:lnTo>
                    <a:pt x="820" y="259"/>
                  </a:lnTo>
                  <a:lnTo>
                    <a:pt x="820" y="257"/>
                  </a:lnTo>
                  <a:lnTo>
                    <a:pt x="820" y="257"/>
                  </a:lnTo>
                  <a:lnTo>
                    <a:pt x="811" y="261"/>
                  </a:lnTo>
                  <a:lnTo>
                    <a:pt x="807" y="261"/>
                  </a:lnTo>
                  <a:lnTo>
                    <a:pt x="807" y="259"/>
                  </a:lnTo>
                  <a:lnTo>
                    <a:pt x="811" y="257"/>
                  </a:lnTo>
                  <a:lnTo>
                    <a:pt x="826" y="248"/>
                  </a:lnTo>
                  <a:lnTo>
                    <a:pt x="826" y="248"/>
                  </a:lnTo>
                  <a:lnTo>
                    <a:pt x="822" y="242"/>
                  </a:lnTo>
                  <a:lnTo>
                    <a:pt x="820" y="235"/>
                  </a:lnTo>
                  <a:lnTo>
                    <a:pt x="820" y="235"/>
                  </a:lnTo>
                  <a:lnTo>
                    <a:pt x="842" y="239"/>
                  </a:lnTo>
                  <a:lnTo>
                    <a:pt x="864" y="242"/>
                  </a:lnTo>
                  <a:lnTo>
                    <a:pt x="864" y="242"/>
                  </a:lnTo>
                  <a:lnTo>
                    <a:pt x="864" y="237"/>
                  </a:lnTo>
                  <a:lnTo>
                    <a:pt x="864" y="231"/>
                  </a:lnTo>
                  <a:lnTo>
                    <a:pt x="860" y="231"/>
                  </a:lnTo>
                  <a:lnTo>
                    <a:pt x="857" y="220"/>
                  </a:lnTo>
                  <a:lnTo>
                    <a:pt x="857" y="220"/>
                  </a:lnTo>
                  <a:lnTo>
                    <a:pt x="851" y="220"/>
                  </a:lnTo>
                  <a:lnTo>
                    <a:pt x="847" y="222"/>
                  </a:lnTo>
                  <a:lnTo>
                    <a:pt x="849" y="224"/>
                  </a:lnTo>
                  <a:lnTo>
                    <a:pt x="849" y="224"/>
                  </a:lnTo>
                  <a:lnTo>
                    <a:pt x="846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35" y="220"/>
                  </a:lnTo>
                  <a:lnTo>
                    <a:pt x="829" y="219"/>
                  </a:lnTo>
                  <a:lnTo>
                    <a:pt x="833" y="219"/>
                  </a:lnTo>
                  <a:lnTo>
                    <a:pt x="833" y="211"/>
                  </a:lnTo>
                  <a:lnTo>
                    <a:pt x="833" y="211"/>
                  </a:lnTo>
                  <a:lnTo>
                    <a:pt x="840" y="213"/>
                  </a:lnTo>
                  <a:lnTo>
                    <a:pt x="847" y="213"/>
                  </a:lnTo>
                  <a:lnTo>
                    <a:pt x="847" y="213"/>
                  </a:lnTo>
                  <a:lnTo>
                    <a:pt x="846" y="210"/>
                  </a:lnTo>
                  <a:lnTo>
                    <a:pt x="844" y="206"/>
                  </a:lnTo>
                  <a:lnTo>
                    <a:pt x="844" y="206"/>
                  </a:lnTo>
                  <a:lnTo>
                    <a:pt x="840" y="204"/>
                  </a:lnTo>
                  <a:lnTo>
                    <a:pt x="837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20" y="202"/>
                  </a:lnTo>
                  <a:lnTo>
                    <a:pt x="811" y="202"/>
                  </a:lnTo>
                  <a:lnTo>
                    <a:pt x="811" y="197"/>
                  </a:lnTo>
                  <a:lnTo>
                    <a:pt x="811" y="191"/>
                  </a:lnTo>
                  <a:lnTo>
                    <a:pt x="811" y="191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31" y="197"/>
                  </a:lnTo>
                  <a:lnTo>
                    <a:pt x="835" y="199"/>
                  </a:lnTo>
                  <a:lnTo>
                    <a:pt x="835" y="199"/>
                  </a:lnTo>
                  <a:lnTo>
                    <a:pt x="837" y="193"/>
                  </a:lnTo>
                  <a:lnTo>
                    <a:pt x="837" y="188"/>
                  </a:lnTo>
                  <a:lnTo>
                    <a:pt x="837" y="188"/>
                  </a:lnTo>
                  <a:lnTo>
                    <a:pt x="840" y="184"/>
                  </a:lnTo>
                  <a:lnTo>
                    <a:pt x="844" y="182"/>
                  </a:lnTo>
                  <a:lnTo>
                    <a:pt x="847" y="180"/>
                  </a:lnTo>
                  <a:lnTo>
                    <a:pt x="849" y="177"/>
                  </a:lnTo>
                  <a:lnTo>
                    <a:pt x="849" y="177"/>
                  </a:lnTo>
                  <a:lnTo>
                    <a:pt x="849" y="166"/>
                  </a:lnTo>
                  <a:lnTo>
                    <a:pt x="849" y="155"/>
                  </a:lnTo>
                  <a:lnTo>
                    <a:pt x="849" y="155"/>
                  </a:lnTo>
                  <a:lnTo>
                    <a:pt x="871" y="155"/>
                  </a:lnTo>
                  <a:lnTo>
                    <a:pt x="871" y="155"/>
                  </a:lnTo>
                  <a:lnTo>
                    <a:pt x="871" y="149"/>
                  </a:lnTo>
                  <a:lnTo>
                    <a:pt x="871" y="146"/>
                  </a:lnTo>
                  <a:lnTo>
                    <a:pt x="871" y="146"/>
                  </a:lnTo>
                  <a:lnTo>
                    <a:pt x="877" y="142"/>
                  </a:lnTo>
                  <a:lnTo>
                    <a:pt x="878" y="140"/>
                  </a:lnTo>
                  <a:lnTo>
                    <a:pt x="878" y="138"/>
                  </a:lnTo>
                  <a:lnTo>
                    <a:pt x="875" y="137"/>
                  </a:lnTo>
                  <a:lnTo>
                    <a:pt x="864" y="133"/>
                  </a:lnTo>
                  <a:lnTo>
                    <a:pt x="851" y="133"/>
                  </a:lnTo>
                  <a:lnTo>
                    <a:pt x="851" y="133"/>
                  </a:lnTo>
                  <a:lnTo>
                    <a:pt x="847" y="135"/>
                  </a:lnTo>
                  <a:lnTo>
                    <a:pt x="842" y="138"/>
                  </a:lnTo>
                  <a:lnTo>
                    <a:pt x="840" y="140"/>
                  </a:lnTo>
                  <a:lnTo>
                    <a:pt x="838" y="138"/>
                  </a:lnTo>
                  <a:lnTo>
                    <a:pt x="837" y="137"/>
                  </a:lnTo>
                  <a:lnTo>
                    <a:pt x="835" y="133"/>
                  </a:lnTo>
                  <a:lnTo>
                    <a:pt x="835" y="133"/>
                  </a:lnTo>
                  <a:lnTo>
                    <a:pt x="835" y="128"/>
                  </a:lnTo>
                  <a:lnTo>
                    <a:pt x="835" y="124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44" y="124"/>
                  </a:lnTo>
                  <a:lnTo>
                    <a:pt x="851" y="124"/>
                  </a:lnTo>
                  <a:lnTo>
                    <a:pt x="851" y="124"/>
                  </a:lnTo>
                  <a:lnTo>
                    <a:pt x="875" y="128"/>
                  </a:lnTo>
                  <a:lnTo>
                    <a:pt x="886" y="129"/>
                  </a:lnTo>
                  <a:lnTo>
                    <a:pt x="891" y="128"/>
                  </a:lnTo>
                  <a:lnTo>
                    <a:pt x="897" y="126"/>
                  </a:lnTo>
                  <a:lnTo>
                    <a:pt x="897" y="126"/>
                  </a:lnTo>
                  <a:lnTo>
                    <a:pt x="898" y="122"/>
                  </a:lnTo>
                  <a:lnTo>
                    <a:pt x="900" y="118"/>
                  </a:lnTo>
                  <a:lnTo>
                    <a:pt x="900" y="118"/>
                  </a:lnTo>
                  <a:lnTo>
                    <a:pt x="904" y="118"/>
                  </a:lnTo>
                  <a:lnTo>
                    <a:pt x="906" y="117"/>
                  </a:lnTo>
                  <a:lnTo>
                    <a:pt x="906" y="111"/>
                  </a:lnTo>
                  <a:lnTo>
                    <a:pt x="906" y="111"/>
                  </a:lnTo>
                  <a:lnTo>
                    <a:pt x="897" y="109"/>
                  </a:lnTo>
                  <a:lnTo>
                    <a:pt x="897" y="109"/>
                  </a:lnTo>
                  <a:lnTo>
                    <a:pt x="886" y="113"/>
                  </a:lnTo>
                  <a:lnTo>
                    <a:pt x="871" y="117"/>
                  </a:lnTo>
                  <a:lnTo>
                    <a:pt x="871" y="117"/>
                  </a:lnTo>
                  <a:lnTo>
                    <a:pt x="860" y="115"/>
                  </a:lnTo>
                  <a:lnTo>
                    <a:pt x="857" y="113"/>
                  </a:lnTo>
                  <a:lnTo>
                    <a:pt x="857" y="113"/>
                  </a:lnTo>
                  <a:lnTo>
                    <a:pt x="858" y="111"/>
                  </a:lnTo>
                  <a:lnTo>
                    <a:pt x="869" y="109"/>
                  </a:lnTo>
                  <a:lnTo>
                    <a:pt x="869" y="109"/>
                  </a:lnTo>
                  <a:lnTo>
                    <a:pt x="878" y="107"/>
                  </a:lnTo>
                  <a:lnTo>
                    <a:pt x="891" y="107"/>
                  </a:lnTo>
                  <a:lnTo>
                    <a:pt x="911" y="109"/>
                  </a:lnTo>
                  <a:lnTo>
                    <a:pt x="911" y="104"/>
                  </a:lnTo>
                  <a:lnTo>
                    <a:pt x="911" y="104"/>
                  </a:lnTo>
                  <a:lnTo>
                    <a:pt x="920" y="102"/>
                  </a:lnTo>
                  <a:lnTo>
                    <a:pt x="924" y="102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9" y="98"/>
                  </a:lnTo>
                  <a:lnTo>
                    <a:pt x="929" y="95"/>
                  </a:lnTo>
                  <a:lnTo>
                    <a:pt x="929" y="95"/>
                  </a:lnTo>
                  <a:lnTo>
                    <a:pt x="937" y="91"/>
                  </a:lnTo>
                  <a:lnTo>
                    <a:pt x="942" y="91"/>
                  </a:lnTo>
                  <a:lnTo>
                    <a:pt x="948" y="91"/>
                  </a:lnTo>
                  <a:lnTo>
                    <a:pt x="955" y="89"/>
                  </a:lnTo>
                  <a:lnTo>
                    <a:pt x="957" y="84"/>
                  </a:lnTo>
                  <a:lnTo>
                    <a:pt x="957" y="84"/>
                  </a:lnTo>
                  <a:lnTo>
                    <a:pt x="953" y="80"/>
                  </a:lnTo>
                  <a:lnTo>
                    <a:pt x="949" y="77"/>
                  </a:lnTo>
                  <a:lnTo>
                    <a:pt x="949" y="77"/>
                  </a:lnTo>
                  <a:lnTo>
                    <a:pt x="937" y="75"/>
                  </a:lnTo>
                  <a:lnTo>
                    <a:pt x="911" y="75"/>
                  </a:lnTo>
                  <a:lnTo>
                    <a:pt x="888" y="73"/>
                  </a:lnTo>
                  <a:lnTo>
                    <a:pt x="875" y="75"/>
                  </a:lnTo>
                  <a:lnTo>
                    <a:pt x="875" y="78"/>
                  </a:lnTo>
                  <a:lnTo>
                    <a:pt x="875" y="78"/>
                  </a:lnTo>
                  <a:lnTo>
                    <a:pt x="855" y="84"/>
                  </a:lnTo>
                  <a:lnTo>
                    <a:pt x="849" y="84"/>
                  </a:lnTo>
                  <a:lnTo>
                    <a:pt x="840" y="82"/>
                  </a:lnTo>
                  <a:lnTo>
                    <a:pt x="840" y="82"/>
                  </a:lnTo>
                  <a:lnTo>
                    <a:pt x="840" y="86"/>
                  </a:lnTo>
                  <a:lnTo>
                    <a:pt x="840" y="86"/>
                  </a:lnTo>
                  <a:lnTo>
                    <a:pt x="837" y="86"/>
                  </a:lnTo>
                  <a:lnTo>
                    <a:pt x="837" y="86"/>
                  </a:lnTo>
                  <a:lnTo>
                    <a:pt x="835" y="80"/>
                  </a:lnTo>
                  <a:lnTo>
                    <a:pt x="833" y="77"/>
                  </a:lnTo>
                  <a:lnTo>
                    <a:pt x="833" y="77"/>
                  </a:lnTo>
                  <a:lnTo>
                    <a:pt x="827" y="84"/>
                  </a:lnTo>
                  <a:lnTo>
                    <a:pt x="824" y="87"/>
                  </a:lnTo>
                  <a:lnTo>
                    <a:pt x="820" y="89"/>
                  </a:lnTo>
                  <a:lnTo>
                    <a:pt x="820" y="89"/>
                  </a:lnTo>
                  <a:lnTo>
                    <a:pt x="815" y="89"/>
                  </a:lnTo>
                  <a:lnTo>
                    <a:pt x="811" y="89"/>
                  </a:lnTo>
                  <a:lnTo>
                    <a:pt x="811" y="89"/>
                  </a:lnTo>
                  <a:lnTo>
                    <a:pt x="807" y="95"/>
                  </a:lnTo>
                  <a:lnTo>
                    <a:pt x="804" y="98"/>
                  </a:lnTo>
                  <a:lnTo>
                    <a:pt x="804" y="98"/>
                  </a:lnTo>
                  <a:lnTo>
                    <a:pt x="795" y="100"/>
                  </a:lnTo>
                  <a:lnTo>
                    <a:pt x="785" y="102"/>
                  </a:lnTo>
                  <a:lnTo>
                    <a:pt x="767" y="102"/>
                  </a:lnTo>
                  <a:lnTo>
                    <a:pt x="767" y="102"/>
                  </a:lnTo>
                  <a:lnTo>
                    <a:pt x="765" y="98"/>
                  </a:lnTo>
                  <a:lnTo>
                    <a:pt x="764" y="97"/>
                  </a:lnTo>
                  <a:lnTo>
                    <a:pt x="764" y="97"/>
                  </a:lnTo>
                  <a:lnTo>
                    <a:pt x="771" y="91"/>
                  </a:lnTo>
                  <a:lnTo>
                    <a:pt x="771" y="91"/>
                  </a:lnTo>
                  <a:lnTo>
                    <a:pt x="775" y="91"/>
                  </a:lnTo>
                  <a:lnTo>
                    <a:pt x="778" y="93"/>
                  </a:lnTo>
                  <a:lnTo>
                    <a:pt x="780" y="93"/>
                  </a:lnTo>
                  <a:lnTo>
                    <a:pt x="784" y="95"/>
                  </a:lnTo>
                  <a:lnTo>
                    <a:pt x="785" y="89"/>
                  </a:lnTo>
                  <a:lnTo>
                    <a:pt x="785" y="89"/>
                  </a:lnTo>
                  <a:lnTo>
                    <a:pt x="798" y="82"/>
                  </a:lnTo>
                  <a:lnTo>
                    <a:pt x="798" y="82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791" y="67"/>
                  </a:lnTo>
                  <a:lnTo>
                    <a:pt x="782" y="66"/>
                  </a:lnTo>
                  <a:lnTo>
                    <a:pt x="775" y="67"/>
                  </a:lnTo>
                  <a:lnTo>
                    <a:pt x="775" y="67"/>
                  </a:lnTo>
                  <a:lnTo>
                    <a:pt x="773" y="67"/>
                  </a:lnTo>
                  <a:lnTo>
                    <a:pt x="773" y="69"/>
                  </a:lnTo>
                  <a:lnTo>
                    <a:pt x="773" y="73"/>
                  </a:lnTo>
                  <a:lnTo>
                    <a:pt x="773" y="77"/>
                  </a:lnTo>
                  <a:lnTo>
                    <a:pt x="771" y="78"/>
                  </a:lnTo>
                  <a:lnTo>
                    <a:pt x="767" y="78"/>
                  </a:lnTo>
                  <a:lnTo>
                    <a:pt x="767" y="78"/>
                  </a:lnTo>
                  <a:lnTo>
                    <a:pt x="751" y="80"/>
                  </a:lnTo>
                  <a:lnTo>
                    <a:pt x="736" y="78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3"/>
                  </a:lnTo>
                  <a:lnTo>
                    <a:pt x="738" y="69"/>
                  </a:lnTo>
                  <a:lnTo>
                    <a:pt x="736" y="67"/>
                  </a:lnTo>
                  <a:lnTo>
                    <a:pt x="736" y="67"/>
                  </a:lnTo>
                  <a:lnTo>
                    <a:pt x="727" y="66"/>
                  </a:lnTo>
                  <a:lnTo>
                    <a:pt x="714" y="66"/>
                  </a:lnTo>
                  <a:lnTo>
                    <a:pt x="696" y="69"/>
                  </a:lnTo>
                  <a:lnTo>
                    <a:pt x="696" y="69"/>
                  </a:lnTo>
                  <a:lnTo>
                    <a:pt x="682" y="67"/>
                  </a:lnTo>
                  <a:lnTo>
                    <a:pt x="671" y="67"/>
                  </a:lnTo>
                  <a:lnTo>
                    <a:pt x="671" y="67"/>
                  </a:lnTo>
                  <a:lnTo>
                    <a:pt x="663" y="69"/>
                  </a:lnTo>
                  <a:lnTo>
                    <a:pt x="656" y="71"/>
                  </a:lnTo>
                  <a:lnTo>
                    <a:pt x="643" y="77"/>
                  </a:lnTo>
                  <a:lnTo>
                    <a:pt x="643" y="77"/>
                  </a:lnTo>
                  <a:lnTo>
                    <a:pt x="636" y="77"/>
                  </a:lnTo>
                  <a:lnTo>
                    <a:pt x="629" y="77"/>
                  </a:lnTo>
                  <a:lnTo>
                    <a:pt x="629" y="77"/>
                  </a:lnTo>
                  <a:lnTo>
                    <a:pt x="658" y="67"/>
                  </a:lnTo>
                  <a:lnTo>
                    <a:pt x="658" y="62"/>
                  </a:lnTo>
                  <a:lnTo>
                    <a:pt x="658" y="62"/>
                  </a:lnTo>
                  <a:lnTo>
                    <a:pt x="669" y="60"/>
                  </a:lnTo>
                  <a:lnTo>
                    <a:pt x="669" y="60"/>
                  </a:lnTo>
                  <a:lnTo>
                    <a:pt x="685" y="58"/>
                  </a:lnTo>
                  <a:lnTo>
                    <a:pt x="703" y="58"/>
                  </a:lnTo>
                  <a:lnTo>
                    <a:pt x="733" y="62"/>
                  </a:lnTo>
                  <a:lnTo>
                    <a:pt x="733" y="62"/>
                  </a:lnTo>
                  <a:lnTo>
                    <a:pt x="738" y="60"/>
                  </a:lnTo>
                  <a:lnTo>
                    <a:pt x="742" y="60"/>
                  </a:lnTo>
                  <a:lnTo>
                    <a:pt x="742" y="60"/>
                  </a:lnTo>
                  <a:lnTo>
                    <a:pt x="762" y="62"/>
                  </a:lnTo>
                  <a:lnTo>
                    <a:pt x="762" y="62"/>
                  </a:lnTo>
                  <a:lnTo>
                    <a:pt x="782" y="60"/>
                  </a:lnTo>
                  <a:lnTo>
                    <a:pt x="782" y="60"/>
                  </a:lnTo>
                  <a:lnTo>
                    <a:pt x="796" y="60"/>
                  </a:lnTo>
                  <a:lnTo>
                    <a:pt x="806" y="60"/>
                  </a:lnTo>
                  <a:lnTo>
                    <a:pt x="813" y="60"/>
                  </a:lnTo>
                  <a:lnTo>
                    <a:pt x="813" y="60"/>
                  </a:lnTo>
                  <a:lnTo>
                    <a:pt x="829" y="47"/>
                  </a:lnTo>
                  <a:lnTo>
                    <a:pt x="829" y="47"/>
                  </a:lnTo>
                  <a:lnTo>
                    <a:pt x="822" y="42"/>
                  </a:lnTo>
                  <a:lnTo>
                    <a:pt x="815" y="38"/>
                  </a:lnTo>
                  <a:lnTo>
                    <a:pt x="815" y="38"/>
                  </a:lnTo>
                  <a:lnTo>
                    <a:pt x="809" y="38"/>
                  </a:lnTo>
                  <a:lnTo>
                    <a:pt x="804" y="38"/>
                  </a:lnTo>
                  <a:lnTo>
                    <a:pt x="800" y="40"/>
                  </a:lnTo>
                  <a:lnTo>
                    <a:pt x="796" y="40"/>
                  </a:lnTo>
                  <a:lnTo>
                    <a:pt x="796" y="40"/>
                  </a:lnTo>
                  <a:lnTo>
                    <a:pt x="795" y="38"/>
                  </a:lnTo>
                  <a:lnTo>
                    <a:pt x="795" y="36"/>
                  </a:lnTo>
                  <a:lnTo>
                    <a:pt x="793" y="33"/>
                  </a:lnTo>
                  <a:lnTo>
                    <a:pt x="793" y="33"/>
                  </a:lnTo>
                  <a:lnTo>
                    <a:pt x="784" y="33"/>
                  </a:lnTo>
                  <a:lnTo>
                    <a:pt x="775" y="33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769" y="33"/>
                  </a:lnTo>
                  <a:lnTo>
                    <a:pt x="767" y="20"/>
                  </a:lnTo>
                  <a:lnTo>
                    <a:pt x="767" y="20"/>
                  </a:lnTo>
                  <a:lnTo>
                    <a:pt x="762" y="18"/>
                  </a:lnTo>
                  <a:lnTo>
                    <a:pt x="760" y="16"/>
                  </a:lnTo>
                  <a:lnTo>
                    <a:pt x="760" y="16"/>
                  </a:lnTo>
                  <a:lnTo>
                    <a:pt x="753" y="15"/>
                  </a:lnTo>
                  <a:lnTo>
                    <a:pt x="749" y="18"/>
                  </a:lnTo>
                  <a:lnTo>
                    <a:pt x="747" y="20"/>
                  </a:lnTo>
                  <a:lnTo>
                    <a:pt x="744" y="24"/>
                  </a:lnTo>
                  <a:lnTo>
                    <a:pt x="744" y="24"/>
                  </a:lnTo>
                  <a:lnTo>
                    <a:pt x="734" y="24"/>
                  </a:lnTo>
                  <a:lnTo>
                    <a:pt x="725" y="26"/>
                  </a:lnTo>
                  <a:lnTo>
                    <a:pt x="725" y="26"/>
                  </a:lnTo>
                  <a:lnTo>
                    <a:pt x="733" y="20"/>
                  </a:lnTo>
                  <a:lnTo>
                    <a:pt x="742" y="13"/>
                  </a:lnTo>
                  <a:lnTo>
                    <a:pt x="742" y="9"/>
                  </a:lnTo>
                  <a:lnTo>
                    <a:pt x="742" y="9"/>
                  </a:lnTo>
                  <a:lnTo>
                    <a:pt x="725" y="9"/>
                  </a:lnTo>
                  <a:lnTo>
                    <a:pt x="707" y="9"/>
                  </a:lnTo>
                  <a:lnTo>
                    <a:pt x="707" y="9"/>
                  </a:lnTo>
                  <a:lnTo>
                    <a:pt x="700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4" y="7"/>
                  </a:lnTo>
                  <a:lnTo>
                    <a:pt x="667" y="9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0" y="5"/>
                  </a:lnTo>
                  <a:lnTo>
                    <a:pt x="654" y="5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34" y="0"/>
                  </a:lnTo>
                  <a:lnTo>
                    <a:pt x="618" y="2"/>
                  </a:lnTo>
                  <a:lnTo>
                    <a:pt x="600" y="4"/>
                  </a:lnTo>
                  <a:lnTo>
                    <a:pt x="581" y="4"/>
                  </a:lnTo>
                  <a:lnTo>
                    <a:pt x="581" y="4"/>
                  </a:lnTo>
                  <a:lnTo>
                    <a:pt x="574" y="2"/>
                  </a:lnTo>
                  <a:lnTo>
                    <a:pt x="569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2"/>
                  </a:lnTo>
                  <a:lnTo>
                    <a:pt x="561" y="4"/>
                  </a:lnTo>
                  <a:lnTo>
                    <a:pt x="561" y="9"/>
                  </a:lnTo>
                  <a:lnTo>
                    <a:pt x="561" y="9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7" y="13"/>
                  </a:lnTo>
                  <a:lnTo>
                    <a:pt x="547" y="13"/>
                  </a:lnTo>
                  <a:lnTo>
                    <a:pt x="538" y="11"/>
                  </a:lnTo>
                  <a:lnTo>
                    <a:pt x="532" y="11"/>
                  </a:lnTo>
                  <a:lnTo>
                    <a:pt x="527" y="11"/>
                  </a:lnTo>
                  <a:lnTo>
                    <a:pt x="525" y="18"/>
                  </a:lnTo>
                  <a:lnTo>
                    <a:pt x="525" y="18"/>
                  </a:lnTo>
                  <a:lnTo>
                    <a:pt x="527" y="18"/>
                  </a:lnTo>
                  <a:lnTo>
                    <a:pt x="529" y="18"/>
                  </a:lnTo>
                  <a:lnTo>
                    <a:pt x="529" y="20"/>
                  </a:lnTo>
                  <a:lnTo>
                    <a:pt x="529" y="20"/>
                  </a:lnTo>
                  <a:lnTo>
                    <a:pt x="523" y="20"/>
                  </a:lnTo>
                  <a:lnTo>
                    <a:pt x="518" y="20"/>
                  </a:lnTo>
                  <a:lnTo>
                    <a:pt x="518" y="20"/>
                  </a:lnTo>
                  <a:lnTo>
                    <a:pt x="514" y="26"/>
                  </a:lnTo>
                  <a:lnTo>
                    <a:pt x="514" y="27"/>
                  </a:lnTo>
                  <a:lnTo>
                    <a:pt x="518" y="27"/>
                  </a:lnTo>
                  <a:lnTo>
                    <a:pt x="518" y="27"/>
                  </a:lnTo>
                  <a:lnTo>
                    <a:pt x="519" y="33"/>
                  </a:lnTo>
                  <a:lnTo>
                    <a:pt x="519" y="33"/>
                  </a:lnTo>
                  <a:lnTo>
                    <a:pt x="516" y="33"/>
                  </a:lnTo>
                  <a:lnTo>
                    <a:pt x="514" y="31"/>
                  </a:lnTo>
                  <a:lnTo>
                    <a:pt x="510" y="26"/>
                  </a:lnTo>
                  <a:lnTo>
                    <a:pt x="510" y="26"/>
                  </a:lnTo>
                  <a:lnTo>
                    <a:pt x="505" y="27"/>
                  </a:lnTo>
                  <a:lnTo>
                    <a:pt x="499" y="31"/>
                  </a:lnTo>
                  <a:lnTo>
                    <a:pt x="499" y="31"/>
                  </a:lnTo>
                  <a:lnTo>
                    <a:pt x="501" y="31"/>
                  </a:lnTo>
                  <a:lnTo>
                    <a:pt x="501" y="33"/>
                  </a:lnTo>
                  <a:lnTo>
                    <a:pt x="503" y="38"/>
                  </a:lnTo>
                  <a:lnTo>
                    <a:pt x="503" y="38"/>
                  </a:lnTo>
                  <a:lnTo>
                    <a:pt x="496" y="35"/>
                  </a:lnTo>
                  <a:lnTo>
                    <a:pt x="488" y="33"/>
                  </a:lnTo>
                  <a:lnTo>
                    <a:pt x="488" y="33"/>
                  </a:lnTo>
                  <a:lnTo>
                    <a:pt x="487" y="26"/>
                  </a:lnTo>
                  <a:lnTo>
                    <a:pt x="485" y="20"/>
                  </a:lnTo>
                  <a:lnTo>
                    <a:pt x="485" y="20"/>
                  </a:lnTo>
                  <a:lnTo>
                    <a:pt x="465" y="22"/>
                  </a:lnTo>
                  <a:lnTo>
                    <a:pt x="450" y="24"/>
                  </a:lnTo>
                  <a:lnTo>
                    <a:pt x="450" y="27"/>
                  </a:lnTo>
                  <a:lnTo>
                    <a:pt x="450" y="27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4" y="31"/>
                  </a:lnTo>
                  <a:lnTo>
                    <a:pt x="454" y="31"/>
                  </a:lnTo>
                  <a:lnTo>
                    <a:pt x="454" y="29"/>
                  </a:lnTo>
                  <a:lnTo>
                    <a:pt x="456" y="29"/>
                  </a:lnTo>
                  <a:lnTo>
                    <a:pt x="456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40"/>
                  </a:lnTo>
                  <a:lnTo>
                    <a:pt x="450" y="40"/>
                  </a:lnTo>
                  <a:lnTo>
                    <a:pt x="459" y="40"/>
                  </a:lnTo>
                  <a:lnTo>
                    <a:pt x="456" y="40"/>
                  </a:lnTo>
                  <a:lnTo>
                    <a:pt x="439" y="42"/>
                  </a:lnTo>
                  <a:lnTo>
                    <a:pt x="439" y="42"/>
                  </a:lnTo>
                  <a:lnTo>
                    <a:pt x="441" y="53"/>
                  </a:lnTo>
                  <a:lnTo>
                    <a:pt x="441" y="53"/>
                  </a:lnTo>
                  <a:lnTo>
                    <a:pt x="434" y="49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1" y="46"/>
                  </a:lnTo>
                  <a:lnTo>
                    <a:pt x="417" y="47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06" y="49"/>
                  </a:lnTo>
                  <a:lnTo>
                    <a:pt x="399" y="47"/>
                  </a:lnTo>
                  <a:lnTo>
                    <a:pt x="399" y="47"/>
                  </a:lnTo>
                  <a:lnTo>
                    <a:pt x="399" y="49"/>
                  </a:lnTo>
                  <a:lnTo>
                    <a:pt x="399" y="51"/>
                  </a:lnTo>
                  <a:lnTo>
                    <a:pt x="399" y="55"/>
                  </a:lnTo>
                  <a:lnTo>
                    <a:pt x="405" y="55"/>
                  </a:lnTo>
                  <a:lnTo>
                    <a:pt x="405" y="55"/>
                  </a:lnTo>
                  <a:lnTo>
                    <a:pt x="410" y="64"/>
                  </a:lnTo>
                  <a:lnTo>
                    <a:pt x="410" y="64"/>
                  </a:lnTo>
                  <a:lnTo>
                    <a:pt x="430" y="78"/>
                  </a:lnTo>
                  <a:lnTo>
                    <a:pt x="450" y="91"/>
                  </a:lnTo>
                  <a:lnTo>
                    <a:pt x="450" y="91"/>
                  </a:lnTo>
                  <a:lnTo>
                    <a:pt x="439" y="87"/>
                  </a:lnTo>
                  <a:lnTo>
                    <a:pt x="432" y="86"/>
                  </a:lnTo>
                  <a:lnTo>
                    <a:pt x="432" y="86"/>
                  </a:lnTo>
                  <a:lnTo>
                    <a:pt x="428" y="91"/>
                  </a:lnTo>
                  <a:lnTo>
                    <a:pt x="425" y="97"/>
                  </a:lnTo>
                  <a:lnTo>
                    <a:pt x="425" y="97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0" y="91"/>
                  </a:lnTo>
                  <a:lnTo>
                    <a:pt x="406" y="91"/>
                  </a:lnTo>
                  <a:lnTo>
                    <a:pt x="406" y="91"/>
                  </a:lnTo>
                  <a:lnTo>
                    <a:pt x="399" y="84"/>
                  </a:lnTo>
                  <a:lnTo>
                    <a:pt x="392" y="75"/>
                  </a:lnTo>
                  <a:lnTo>
                    <a:pt x="392" y="75"/>
                  </a:lnTo>
                  <a:lnTo>
                    <a:pt x="392" y="71"/>
                  </a:lnTo>
                  <a:lnTo>
                    <a:pt x="392" y="67"/>
                  </a:lnTo>
                  <a:lnTo>
                    <a:pt x="392" y="67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6" y="51"/>
                  </a:lnTo>
                  <a:lnTo>
                    <a:pt x="357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54" y="60"/>
                  </a:lnTo>
                  <a:lnTo>
                    <a:pt x="352" y="71"/>
                  </a:lnTo>
                  <a:lnTo>
                    <a:pt x="352" y="80"/>
                  </a:lnTo>
                  <a:lnTo>
                    <a:pt x="350" y="91"/>
                  </a:lnTo>
                  <a:lnTo>
                    <a:pt x="350" y="91"/>
                  </a:lnTo>
                  <a:close/>
                  <a:moveTo>
                    <a:pt x="448" y="731"/>
                  </a:moveTo>
                  <a:lnTo>
                    <a:pt x="448" y="731"/>
                  </a:lnTo>
                  <a:lnTo>
                    <a:pt x="450" y="738"/>
                  </a:lnTo>
                  <a:lnTo>
                    <a:pt x="450" y="738"/>
                  </a:lnTo>
                  <a:lnTo>
                    <a:pt x="454" y="736"/>
                  </a:lnTo>
                  <a:lnTo>
                    <a:pt x="456" y="734"/>
                  </a:lnTo>
                  <a:lnTo>
                    <a:pt x="454" y="731"/>
                  </a:lnTo>
                  <a:lnTo>
                    <a:pt x="448" y="731"/>
                  </a:lnTo>
                  <a:lnTo>
                    <a:pt x="448" y="731"/>
                  </a:lnTo>
                  <a:close/>
                  <a:moveTo>
                    <a:pt x="556" y="559"/>
                  </a:moveTo>
                  <a:lnTo>
                    <a:pt x="556" y="559"/>
                  </a:lnTo>
                  <a:lnTo>
                    <a:pt x="561" y="557"/>
                  </a:lnTo>
                  <a:lnTo>
                    <a:pt x="563" y="559"/>
                  </a:lnTo>
                  <a:lnTo>
                    <a:pt x="561" y="561"/>
                  </a:lnTo>
                  <a:lnTo>
                    <a:pt x="556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59"/>
                  </a:lnTo>
                  <a:lnTo>
                    <a:pt x="556" y="559"/>
                  </a:lnTo>
                  <a:lnTo>
                    <a:pt x="556" y="559"/>
                  </a:lnTo>
                  <a:close/>
                  <a:moveTo>
                    <a:pt x="454" y="91"/>
                  </a:moveTo>
                  <a:lnTo>
                    <a:pt x="454" y="91"/>
                  </a:lnTo>
                  <a:lnTo>
                    <a:pt x="456" y="93"/>
                  </a:lnTo>
                  <a:lnTo>
                    <a:pt x="456" y="95"/>
                  </a:lnTo>
                  <a:lnTo>
                    <a:pt x="456" y="97"/>
                  </a:lnTo>
                  <a:lnTo>
                    <a:pt x="454" y="97"/>
                  </a:lnTo>
                  <a:lnTo>
                    <a:pt x="454" y="97"/>
                  </a:lnTo>
                  <a:lnTo>
                    <a:pt x="450" y="93"/>
                  </a:lnTo>
                  <a:lnTo>
                    <a:pt x="450" y="91"/>
                  </a:lnTo>
                  <a:lnTo>
                    <a:pt x="454" y="91"/>
                  </a:lnTo>
                  <a:lnTo>
                    <a:pt x="454" y="91"/>
                  </a:lnTo>
                  <a:close/>
                  <a:moveTo>
                    <a:pt x="621" y="77"/>
                  </a:moveTo>
                  <a:lnTo>
                    <a:pt x="621" y="77"/>
                  </a:lnTo>
                  <a:lnTo>
                    <a:pt x="627" y="77"/>
                  </a:lnTo>
                  <a:lnTo>
                    <a:pt x="627" y="80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20" y="84"/>
                  </a:lnTo>
                  <a:lnTo>
                    <a:pt x="618" y="82"/>
                  </a:lnTo>
                  <a:lnTo>
                    <a:pt x="620" y="78"/>
                  </a:lnTo>
                  <a:lnTo>
                    <a:pt x="621" y="77"/>
                  </a:lnTo>
                  <a:lnTo>
                    <a:pt x="621" y="77"/>
                  </a:lnTo>
                  <a:close/>
                  <a:moveTo>
                    <a:pt x="361" y="543"/>
                  </a:moveTo>
                  <a:lnTo>
                    <a:pt x="357" y="552"/>
                  </a:lnTo>
                  <a:lnTo>
                    <a:pt x="357" y="552"/>
                  </a:lnTo>
                  <a:lnTo>
                    <a:pt x="350" y="552"/>
                  </a:lnTo>
                  <a:lnTo>
                    <a:pt x="348" y="552"/>
                  </a:lnTo>
                  <a:lnTo>
                    <a:pt x="350" y="548"/>
                  </a:lnTo>
                  <a:lnTo>
                    <a:pt x="350" y="548"/>
                  </a:lnTo>
                  <a:lnTo>
                    <a:pt x="361" y="543"/>
                  </a:lnTo>
                  <a:lnTo>
                    <a:pt x="361" y="543"/>
                  </a:lnTo>
                  <a:close/>
                  <a:moveTo>
                    <a:pt x="341" y="519"/>
                  </a:moveTo>
                  <a:lnTo>
                    <a:pt x="341" y="519"/>
                  </a:lnTo>
                  <a:lnTo>
                    <a:pt x="345" y="519"/>
                  </a:lnTo>
                  <a:lnTo>
                    <a:pt x="346" y="519"/>
                  </a:lnTo>
                  <a:lnTo>
                    <a:pt x="346" y="525"/>
                  </a:lnTo>
                  <a:lnTo>
                    <a:pt x="341" y="534"/>
                  </a:lnTo>
                  <a:lnTo>
                    <a:pt x="341" y="534"/>
                  </a:lnTo>
                  <a:lnTo>
                    <a:pt x="306" y="528"/>
                  </a:lnTo>
                  <a:lnTo>
                    <a:pt x="306" y="528"/>
                  </a:lnTo>
                  <a:lnTo>
                    <a:pt x="315" y="526"/>
                  </a:lnTo>
                  <a:lnTo>
                    <a:pt x="319" y="525"/>
                  </a:lnTo>
                  <a:lnTo>
                    <a:pt x="324" y="525"/>
                  </a:lnTo>
                  <a:lnTo>
                    <a:pt x="324" y="525"/>
                  </a:lnTo>
                  <a:lnTo>
                    <a:pt x="326" y="526"/>
                  </a:lnTo>
                  <a:lnTo>
                    <a:pt x="326" y="528"/>
                  </a:lnTo>
                  <a:lnTo>
                    <a:pt x="328" y="528"/>
                  </a:lnTo>
                  <a:lnTo>
                    <a:pt x="328" y="528"/>
                  </a:lnTo>
                  <a:lnTo>
                    <a:pt x="328" y="530"/>
                  </a:lnTo>
                  <a:lnTo>
                    <a:pt x="328" y="530"/>
                  </a:lnTo>
                  <a:lnTo>
                    <a:pt x="332" y="532"/>
                  </a:lnTo>
                  <a:lnTo>
                    <a:pt x="339" y="532"/>
                  </a:lnTo>
                  <a:lnTo>
                    <a:pt x="339" y="532"/>
                  </a:lnTo>
                  <a:lnTo>
                    <a:pt x="337" y="525"/>
                  </a:lnTo>
                  <a:lnTo>
                    <a:pt x="339" y="519"/>
                  </a:lnTo>
                  <a:lnTo>
                    <a:pt x="341" y="519"/>
                  </a:lnTo>
                  <a:close/>
                  <a:moveTo>
                    <a:pt x="725" y="441"/>
                  </a:moveTo>
                  <a:lnTo>
                    <a:pt x="725" y="441"/>
                  </a:lnTo>
                  <a:lnTo>
                    <a:pt x="729" y="441"/>
                  </a:lnTo>
                  <a:lnTo>
                    <a:pt x="729" y="443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4" y="443"/>
                  </a:lnTo>
                  <a:lnTo>
                    <a:pt x="722" y="443"/>
                  </a:lnTo>
                  <a:lnTo>
                    <a:pt x="725" y="441"/>
                  </a:lnTo>
                  <a:lnTo>
                    <a:pt x="725" y="441"/>
                  </a:lnTo>
                  <a:close/>
                  <a:moveTo>
                    <a:pt x="707" y="421"/>
                  </a:moveTo>
                  <a:lnTo>
                    <a:pt x="707" y="421"/>
                  </a:lnTo>
                  <a:lnTo>
                    <a:pt x="707" y="432"/>
                  </a:lnTo>
                  <a:lnTo>
                    <a:pt x="707" y="432"/>
                  </a:lnTo>
                  <a:lnTo>
                    <a:pt x="722" y="430"/>
                  </a:lnTo>
                  <a:lnTo>
                    <a:pt x="734" y="432"/>
                  </a:lnTo>
                  <a:lnTo>
                    <a:pt x="734" y="432"/>
                  </a:lnTo>
                  <a:lnTo>
                    <a:pt x="720" y="432"/>
                  </a:lnTo>
                  <a:lnTo>
                    <a:pt x="705" y="434"/>
                  </a:lnTo>
                  <a:lnTo>
                    <a:pt x="705" y="434"/>
                  </a:lnTo>
                  <a:lnTo>
                    <a:pt x="705" y="432"/>
                  </a:lnTo>
                  <a:lnTo>
                    <a:pt x="703" y="426"/>
                  </a:lnTo>
                  <a:lnTo>
                    <a:pt x="703" y="423"/>
                  </a:lnTo>
                  <a:lnTo>
                    <a:pt x="705" y="421"/>
                  </a:lnTo>
                  <a:lnTo>
                    <a:pt x="707" y="421"/>
                  </a:lnTo>
                  <a:lnTo>
                    <a:pt x="707" y="421"/>
                  </a:lnTo>
                  <a:close/>
                  <a:moveTo>
                    <a:pt x="297" y="404"/>
                  </a:moveTo>
                  <a:lnTo>
                    <a:pt x="297" y="404"/>
                  </a:lnTo>
                  <a:lnTo>
                    <a:pt x="299" y="412"/>
                  </a:lnTo>
                  <a:lnTo>
                    <a:pt x="299" y="412"/>
                  </a:lnTo>
                  <a:lnTo>
                    <a:pt x="303" y="412"/>
                  </a:lnTo>
                  <a:lnTo>
                    <a:pt x="303" y="410"/>
                  </a:lnTo>
                  <a:lnTo>
                    <a:pt x="301" y="406"/>
                  </a:lnTo>
                  <a:lnTo>
                    <a:pt x="297" y="404"/>
                  </a:lnTo>
                  <a:lnTo>
                    <a:pt x="297" y="404"/>
                  </a:lnTo>
                  <a:close/>
                  <a:moveTo>
                    <a:pt x="796" y="373"/>
                  </a:moveTo>
                  <a:lnTo>
                    <a:pt x="796" y="373"/>
                  </a:lnTo>
                  <a:lnTo>
                    <a:pt x="800" y="373"/>
                  </a:lnTo>
                  <a:lnTo>
                    <a:pt x="802" y="375"/>
                  </a:lnTo>
                  <a:lnTo>
                    <a:pt x="802" y="377"/>
                  </a:lnTo>
                  <a:lnTo>
                    <a:pt x="798" y="377"/>
                  </a:lnTo>
                  <a:lnTo>
                    <a:pt x="798" y="377"/>
                  </a:lnTo>
                  <a:lnTo>
                    <a:pt x="795" y="375"/>
                  </a:lnTo>
                  <a:lnTo>
                    <a:pt x="793" y="373"/>
                  </a:lnTo>
                  <a:lnTo>
                    <a:pt x="796" y="373"/>
                  </a:lnTo>
                  <a:lnTo>
                    <a:pt x="796" y="373"/>
                  </a:lnTo>
                  <a:close/>
                  <a:moveTo>
                    <a:pt x="764" y="361"/>
                  </a:moveTo>
                  <a:lnTo>
                    <a:pt x="764" y="361"/>
                  </a:lnTo>
                  <a:lnTo>
                    <a:pt x="765" y="361"/>
                  </a:lnTo>
                  <a:lnTo>
                    <a:pt x="767" y="363"/>
                  </a:lnTo>
                  <a:lnTo>
                    <a:pt x="769" y="366"/>
                  </a:lnTo>
                  <a:lnTo>
                    <a:pt x="769" y="366"/>
                  </a:lnTo>
                  <a:lnTo>
                    <a:pt x="776" y="366"/>
                  </a:lnTo>
                  <a:lnTo>
                    <a:pt x="784" y="366"/>
                  </a:lnTo>
                  <a:lnTo>
                    <a:pt x="784" y="366"/>
                  </a:lnTo>
                  <a:lnTo>
                    <a:pt x="782" y="368"/>
                  </a:lnTo>
                  <a:lnTo>
                    <a:pt x="780" y="370"/>
                  </a:lnTo>
                  <a:lnTo>
                    <a:pt x="778" y="370"/>
                  </a:lnTo>
                  <a:lnTo>
                    <a:pt x="778" y="370"/>
                  </a:lnTo>
                  <a:lnTo>
                    <a:pt x="782" y="372"/>
                  </a:lnTo>
                  <a:lnTo>
                    <a:pt x="784" y="373"/>
                  </a:lnTo>
                  <a:lnTo>
                    <a:pt x="782" y="375"/>
                  </a:lnTo>
                  <a:lnTo>
                    <a:pt x="782" y="375"/>
                  </a:lnTo>
                  <a:lnTo>
                    <a:pt x="782" y="383"/>
                  </a:lnTo>
                  <a:lnTo>
                    <a:pt x="782" y="383"/>
                  </a:lnTo>
                  <a:lnTo>
                    <a:pt x="767" y="379"/>
                  </a:lnTo>
                  <a:lnTo>
                    <a:pt x="764" y="377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67" y="373"/>
                  </a:lnTo>
                  <a:lnTo>
                    <a:pt x="765" y="372"/>
                  </a:lnTo>
                  <a:lnTo>
                    <a:pt x="767" y="370"/>
                  </a:lnTo>
                  <a:lnTo>
                    <a:pt x="767" y="370"/>
                  </a:lnTo>
                  <a:lnTo>
                    <a:pt x="764" y="370"/>
                  </a:lnTo>
                  <a:lnTo>
                    <a:pt x="760" y="370"/>
                  </a:lnTo>
                  <a:lnTo>
                    <a:pt x="756" y="368"/>
                  </a:lnTo>
                  <a:lnTo>
                    <a:pt x="756" y="368"/>
                  </a:lnTo>
                  <a:lnTo>
                    <a:pt x="749" y="372"/>
                  </a:lnTo>
                  <a:lnTo>
                    <a:pt x="747" y="373"/>
                  </a:lnTo>
                  <a:lnTo>
                    <a:pt x="751" y="370"/>
                  </a:lnTo>
                  <a:lnTo>
                    <a:pt x="751" y="370"/>
                  </a:lnTo>
                  <a:lnTo>
                    <a:pt x="758" y="364"/>
                  </a:lnTo>
                  <a:lnTo>
                    <a:pt x="764" y="361"/>
                  </a:lnTo>
                  <a:lnTo>
                    <a:pt x="764" y="361"/>
                  </a:lnTo>
                  <a:close/>
                  <a:moveTo>
                    <a:pt x="771" y="335"/>
                  </a:moveTo>
                  <a:lnTo>
                    <a:pt x="771" y="335"/>
                  </a:lnTo>
                  <a:lnTo>
                    <a:pt x="773" y="335"/>
                  </a:lnTo>
                  <a:lnTo>
                    <a:pt x="775" y="337"/>
                  </a:lnTo>
                  <a:lnTo>
                    <a:pt x="773" y="337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41"/>
                  </a:lnTo>
                  <a:lnTo>
                    <a:pt x="775" y="342"/>
                  </a:lnTo>
                  <a:lnTo>
                    <a:pt x="775" y="342"/>
                  </a:lnTo>
                  <a:lnTo>
                    <a:pt x="756" y="353"/>
                  </a:lnTo>
                  <a:lnTo>
                    <a:pt x="756" y="353"/>
                  </a:lnTo>
                  <a:lnTo>
                    <a:pt x="758" y="355"/>
                  </a:lnTo>
                  <a:lnTo>
                    <a:pt x="760" y="357"/>
                  </a:lnTo>
                  <a:lnTo>
                    <a:pt x="760" y="357"/>
                  </a:lnTo>
                  <a:lnTo>
                    <a:pt x="755" y="357"/>
                  </a:lnTo>
                  <a:lnTo>
                    <a:pt x="751" y="355"/>
                  </a:lnTo>
                  <a:lnTo>
                    <a:pt x="745" y="355"/>
                  </a:lnTo>
                  <a:lnTo>
                    <a:pt x="740" y="355"/>
                  </a:lnTo>
                  <a:lnTo>
                    <a:pt x="740" y="355"/>
                  </a:lnTo>
                  <a:lnTo>
                    <a:pt x="738" y="357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8" y="368"/>
                  </a:lnTo>
                  <a:lnTo>
                    <a:pt x="742" y="368"/>
                  </a:lnTo>
                  <a:lnTo>
                    <a:pt x="742" y="368"/>
                  </a:lnTo>
                  <a:lnTo>
                    <a:pt x="744" y="372"/>
                  </a:lnTo>
                  <a:lnTo>
                    <a:pt x="747" y="375"/>
                  </a:lnTo>
                  <a:lnTo>
                    <a:pt x="747" y="375"/>
                  </a:lnTo>
                  <a:lnTo>
                    <a:pt x="745" y="375"/>
                  </a:lnTo>
                  <a:lnTo>
                    <a:pt x="744" y="375"/>
                  </a:lnTo>
                  <a:lnTo>
                    <a:pt x="740" y="375"/>
                  </a:lnTo>
                  <a:lnTo>
                    <a:pt x="740" y="370"/>
                  </a:lnTo>
                  <a:lnTo>
                    <a:pt x="740" y="370"/>
                  </a:lnTo>
                  <a:lnTo>
                    <a:pt x="738" y="370"/>
                  </a:lnTo>
                  <a:lnTo>
                    <a:pt x="736" y="370"/>
                  </a:lnTo>
                  <a:lnTo>
                    <a:pt x="733" y="370"/>
                  </a:lnTo>
                  <a:lnTo>
                    <a:pt x="733" y="370"/>
                  </a:lnTo>
                  <a:lnTo>
                    <a:pt x="727" y="361"/>
                  </a:lnTo>
                  <a:lnTo>
                    <a:pt x="727" y="361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3" y="355"/>
                  </a:lnTo>
                  <a:lnTo>
                    <a:pt x="733" y="353"/>
                  </a:lnTo>
                  <a:lnTo>
                    <a:pt x="733" y="353"/>
                  </a:lnTo>
                  <a:lnTo>
                    <a:pt x="740" y="353"/>
                  </a:lnTo>
                  <a:lnTo>
                    <a:pt x="749" y="353"/>
                  </a:lnTo>
                  <a:lnTo>
                    <a:pt x="749" y="350"/>
                  </a:lnTo>
                  <a:lnTo>
                    <a:pt x="749" y="350"/>
                  </a:lnTo>
                  <a:lnTo>
                    <a:pt x="755" y="350"/>
                  </a:lnTo>
                  <a:lnTo>
                    <a:pt x="760" y="348"/>
                  </a:lnTo>
                  <a:lnTo>
                    <a:pt x="760" y="342"/>
                  </a:lnTo>
                  <a:lnTo>
                    <a:pt x="760" y="342"/>
                  </a:lnTo>
                  <a:lnTo>
                    <a:pt x="764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39"/>
                  </a:lnTo>
                  <a:lnTo>
                    <a:pt x="769" y="337"/>
                  </a:lnTo>
                  <a:lnTo>
                    <a:pt x="771" y="335"/>
                  </a:lnTo>
                  <a:lnTo>
                    <a:pt x="771" y="335"/>
                  </a:lnTo>
                  <a:close/>
                  <a:moveTo>
                    <a:pt x="242" y="310"/>
                  </a:moveTo>
                  <a:lnTo>
                    <a:pt x="242" y="310"/>
                  </a:lnTo>
                  <a:lnTo>
                    <a:pt x="237" y="313"/>
                  </a:lnTo>
                  <a:lnTo>
                    <a:pt x="237" y="313"/>
                  </a:lnTo>
                  <a:lnTo>
                    <a:pt x="237" y="315"/>
                  </a:lnTo>
                  <a:lnTo>
                    <a:pt x="242" y="313"/>
                  </a:lnTo>
                  <a:lnTo>
                    <a:pt x="242" y="313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2" y="310"/>
                  </a:lnTo>
                  <a:lnTo>
                    <a:pt x="242" y="310"/>
                  </a:lnTo>
                  <a:close/>
                  <a:moveTo>
                    <a:pt x="835" y="297"/>
                  </a:moveTo>
                  <a:lnTo>
                    <a:pt x="835" y="297"/>
                  </a:lnTo>
                  <a:lnTo>
                    <a:pt x="835" y="304"/>
                  </a:lnTo>
                  <a:lnTo>
                    <a:pt x="835" y="304"/>
                  </a:lnTo>
                  <a:lnTo>
                    <a:pt x="844" y="306"/>
                  </a:lnTo>
                  <a:lnTo>
                    <a:pt x="844" y="306"/>
                  </a:lnTo>
                  <a:lnTo>
                    <a:pt x="844" y="299"/>
                  </a:lnTo>
                  <a:lnTo>
                    <a:pt x="844" y="299"/>
                  </a:lnTo>
                  <a:lnTo>
                    <a:pt x="840" y="299"/>
                  </a:lnTo>
                  <a:lnTo>
                    <a:pt x="838" y="299"/>
                  </a:lnTo>
                  <a:lnTo>
                    <a:pt x="835" y="297"/>
                  </a:lnTo>
                  <a:lnTo>
                    <a:pt x="835" y="297"/>
                  </a:lnTo>
                  <a:close/>
                  <a:moveTo>
                    <a:pt x="804" y="288"/>
                  </a:moveTo>
                  <a:lnTo>
                    <a:pt x="804" y="288"/>
                  </a:lnTo>
                  <a:lnTo>
                    <a:pt x="806" y="288"/>
                  </a:lnTo>
                  <a:lnTo>
                    <a:pt x="807" y="288"/>
                  </a:lnTo>
                  <a:lnTo>
                    <a:pt x="806" y="291"/>
                  </a:lnTo>
                  <a:lnTo>
                    <a:pt x="800" y="297"/>
                  </a:lnTo>
                  <a:lnTo>
                    <a:pt x="800" y="297"/>
                  </a:lnTo>
                  <a:lnTo>
                    <a:pt x="800" y="290"/>
                  </a:lnTo>
                  <a:lnTo>
                    <a:pt x="800" y="288"/>
                  </a:lnTo>
                  <a:lnTo>
                    <a:pt x="804" y="288"/>
                  </a:lnTo>
                  <a:lnTo>
                    <a:pt x="804" y="288"/>
                  </a:lnTo>
                  <a:close/>
                  <a:moveTo>
                    <a:pt x="860" y="275"/>
                  </a:moveTo>
                  <a:lnTo>
                    <a:pt x="860" y="275"/>
                  </a:lnTo>
                  <a:lnTo>
                    <a:pt x="857" y="279"/>
                  </a:lnTo>
                  <a:lnTo>
                    <a:pt x="851" y="281"/>
                  </a:lnTo>
                  <a:lnTo>
                    <a:pt x="851" y="281"/>
                  </a:lnTo>
                  <a:lnTo>
                    <a:pt x="853" y="286"/>
                  </a:lnTo>
                  <a:lnTo>
                    <a:pt x="851" y="295"/>
                  </a:lnTo>
                  <a:lnTo>
                    <a:pt x="851" y="295"/>
                  </a:lnTo>
                  <a:lnTo>
                    <a:pt x="867" y="291"/>
                  </a:lnTo>
                  <a:lnTo>
                    <a:pt x="867" y="291"/>
                  </a:lnTo>
                  <a:lnTo>
                    <a:pt x="875" y="288"/>
                  </a:lnTo>
                  <a:lnTo>
                    <a:pt x="873" y="286"/>
                  </a:lnTo>
                  <a:lnTo>
                    <a:pt x="867" y="288"/>
                  </a:lnTo>
                  <a:lnTo>
                    <a:pt x="867" y="288"/>
                  </a:lnTo>
                  <a:lnTo>
                    <a:pt x="860" y="275"/>
                  </a:lnTo>
                  <a:lnTo>
                    <a:pt x="860" y="275"/>
                  </a:lnTo>
                  <a:close/>
                  <a:moveTo>
                    <a:pt x="847" y="248"/>
                  </a:moveTo>
                  <a:lnTo>
                    <a:pt x="847" y="248"/>
                  </a:lnTo>
                  <a:lnTo>
                    <a:pt x="851" y="259"/>
                  </a:lnTo>
                  <a:lnTo>
                    <a:pt x="853" y="262"/>
                  </a:lnTo>
                  <a:lnTo>
                    <a:pt x="855" y="264"/>
                  </a:lnTo>
                  <a:lnTo>
                    <a:pt x="855" y="262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1" y="253"/>
                  </a:lnTo>
                  <a:lnTo>
                    <a:pt x="847" y="248"/>
                  </a:lnTo>
                  <a:lnTo>
                    <a:pt x="847" y="248"/>
                  </a:lnTo>
                  <a:close/>
                  <a:moveTo>
                    <a:pt x="0" y="217"/>
                  </a:moveTo>
                  <a:lnTo>
                    <a:pt x="6" y="220"/>
                  </a:lnTo>
                  <a:lnTo>
                    <a:pt x="6" y="220"/>
                  </a:lnTo>
                  <a:lnTo>
                    <a:pt x="7" y="219"/>
                  </a:lnTo>
                  <a:lnTo>
                    <a:pt x="6" y="21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840" y="126"/>
                  </a:moveTo>
                  <a:lnTo>
                    <a:pt x="840" y="131"/>
                  </a:lnTo>
                  <a:lnTo>
                    <a:pt x="840" y="131"/>
                  </a:lnTo>
                  <a:lnTo>
                    <a:pt x="844" y="131"/>
                  </a:lnTo>
                  <a:lnTo>
                    <a:pt x="844" y="129"/>
                  </a:lnTo>
                  <a:lnTo>
                    <a:pt x="842" y="128"/>
                  </a:lnTo>
                  <a:lnTo>
                    <a:pt x="840" y="126"/>
                  </a:lnTo>
                  <a:lnTo>
                    <a:pt x="840" y="126"/>
                  </a:lnTo>
                  <a:close/>
                  <a:moveTo>
                    <a:pt x="837" y="64"/>
                  </a:moveTo>
                  <a:lnTo>
                    <a:pt x="840" y="75"/>
                  </a:lnTo>
                  <a:lnTo>
                    <a:pt x="840" y="75"/>
                  </a:lnTo>
                  <a:lnTo>
                    <a:pt x="840" y="67"/>
                  </a:lnTo>
                  <a:lnTo>
                    <a:pt x="840" y="66"/>
                  </a:lnTo>
                  <a:lnTo>
                    <a:pt x="837" y="64"/>
                  </a:lnTo>
                  <a:lnTo>
                    <a:pt x="837" y="64"/>
                  </a:lnTo>
                  <a:close/>
                  <a:moveTo>
                    <a:pt x="299" y="56"/>
                  </a:moveTo>
                  <a:lnTo>
                    <a:pt x="299" y="56"/>
                  </a:lnTo>
                  <a:lnTo>
                    <a:pt x="308" y="67"/>
                  </a:lnTo>
                  <a:lnTo>
                    <a:pt x="315" y="73"/>
                  </a:lnTo>
                  <a:lnTo>
                    <a:pt x="326" y="75"/>
                  </a:lnTo>
                  <a:lnTo>
                    <a:pt x="341" y="78"/>
                  </a:lnTo>
                  <a:lnTo>
                    <a:pt x="341" y="78"/>
                  </a:lnTo>
                  <a:lnTo>
                    <a:pt x="335" y="71"/>
                  </a:lnTo>
                  <a:lnTo>
                    <a:pt x="335" y="71"/>
                  </a:lnTo>
                  <a:lnTo>
                    <a:pt x="299" y="56"/>
                  </a:lnTo>
                  <a:lnTo>
                    <a:pt x="299" y="56"/>
                  </a:lnTo>
                  <a:close/>
                  <a:moveTo>
                    <a:pt x="472" y="40"/>
                  </a:moveTo>
                  <a:lnTo>
                    <a:pt x="472" y="40"/>
                  </a:lnTo>
                  <a:lnTo>
                    <a:pt x="478" y="44"/>
                  </a:lnTo>
                  <a:lnTo>
                    <a:pt x="483" y="47"/>
                  </a:lnTo>
                  <a:lnTo>
                    <a:pt x="483" y="47"/>
                  </a:lnTo>
                  <a:lnTo>
                    <a:pt x="481" y="49"/>
                  </a:lnTo>
                  <a:lnTo>
                    <a:pt x="481" y="53"/>
                  </a:lnTo>
                  <a:lnTo>
                    <a:pt x="481" y="55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78" y="47"/>
                  </a:lnTo>
                  <a:lnTo>
                    <a:pt x="476" y="46"/>
                  </a:lnTo>
                  <a:lnTo>
                    <a:pt x="476" y="46"/>
                  </a:lnTo>
                  <a:lnTo>
                    <a:pt x="468" y="44"/>
                  </a:lnTo>
                  <a:lnTo>
                    <a:pt x="463" y="44"/>
                  </a:lnTo>
                  <a:lnTo>
                    <a:pt x="461" y="44"/>
                  </a:lnTo>
                  <a:lnTo>
                    <a:pt x="463" y="44"/>
                  </a:lnTo>
                  <a:lnTo>
                    <a:pt x="472" y="40"/>
                  </a:lnTo>
                  <a:lnTo>
                    <a:pt x="472" y="40"/>
                  </a:lnTo>
                  <a:close/>
                  <a:moveTo>
                    <a:pt x="585" y="33"/>
                  </a:moveTo>
                  <a:lnTo>
                    <a:pt x="585" y="33"/>
                  </a:lnTo>
                  <a:lnTo>
                    <a:pt x="589" y="33"/>
                  </a:lnTo>
                  <a:lnTo>
                    <a:pt x="592" y="35"/>
                  </a:lnTo>
                  <a:lnTo>
                    <a:pt x="594" y="35"/>
                  </a:lnTo>
                  <a:lnTo>
                    <a:pt x="592" y="35"/>
                  </a:lnTo>
                  <a:lnTo>
                    <a:pt x="592" y="35"/>
                  </a:lnTo>
                  <a:lnTo>
                    <a:pt x="585" y="35"/>
                  </a:lnTo>
                  <a:lnTo>
                    <a:pt x="585" y="40"/>
                  </a:lnTo>
                  <a:lnTo>
                    <a:pt x="585" y="40"/>
                  </a:lnTo>
                  <a:lnTo>
                    <a:pt x="583" y="38"/>
                  </a:lnTo>
                  <a:lnTo>
                    <a:pt x="583" y="36"/>
                  </a:lnTo>
                  <a:lnTo>
                    <a:pt x="583" y="35"/>
                  </a:lnTo>
                  <a:lnTo>
                    <a:pt x="585" y="33"/>
                  </a:lnTo>
                  <a:lnTo>
                    <a:pt x="585" y="33"/>
                  </a:lnTo>
                  <a:close/>
                  <a:moveTo>
                    <a:pt x="669" y="26"/>
                  </a:moveTo>
                  <a:lnTo>
                    <a:pt x="669" y="26"/>
                  </a:lnTo>
                  <a:lnTo>
                    <a:pt x="682" y="26"/>
                  </a:lnTo>
                  <a:lnTo>
                    <a:pt x="696" y="26"/>
                  </a:lnTo>
                  <a:lnTo>
                    <a:pt x="720" y="27"/>
                  </a:lnTo>
                  <a:lnTo>
                    <a:pt x="720" y="27"/>
                  </a:lnTo>
                  <a:lnTo>
                    <a:pt x="683" y="29"/>
                  </a:lnTo>
                  <a:lnTo>
                    <a:pt x="647" y="33"/>
                  </a:lnTo>
                  <a:lnTo>
                    <a:pt x="647" y="33"/>
                  </a:lnTo>
                  <a:lnTo>
                    <a:pt x="656" y="29"/>
                  </a:lnTo>
                  <a:lnTo>
                    <a:pt x="669" y="26"/>
                  </a:lnTo>
                  <a:lnTo>
                    <a:pt x="669" y="26"/>
                  </a:lnTo>
                  <a:close/>
                  <a:moveTo>
                    <a:pt x="614" y="20"/>
                  </a:moveTo>
                  <a:lnTo>
                    <a:pt x="614" y="20"/>
                  </a:lnTo>
                  <a:lnTo>
                    <a:pt x="616" y="22"/>
                  </a:lnTo>
                  <a:lnTo>
                    <a:pt x="618" y="26"/>
                  </a:lnTo>
                  <a:lnTo>
                    <a:pt x="620" y="31"/>
                  </a:lnTo>
                  <a:lnTo>
                    <a:pt x="620" y="31"/>
                  </a:lnTo>
                  <a:lnTo>
                    <a:pt x="629" y="29"/>
                  </a:lnTo>
                  <a:lnTo>
                    <a:pt x="640" y="27"/>
                  </a:lnTo>
                  <a:lnTo>
                    <a:pt x="640" y="27"/>
                  </a:lnTo>
                  <a:lnTo>
                    <a:pt x="643" y="29"/>
                  </a:lnTo>
                  <a:lnTo>
                    <a:pt x="643" y="29"/>
                  </a:lnTo>
                  <a:lnTo>
                    <a:pt x="636" y="33"/>
                  </a:lnTo>
                  <a:lnTo>
                    <a:pt x="618" y="35"/>
                  </a:lnTo>
                  <a:lnTo>
                    <a:pt x="618" y="35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1" y="27"/>
                  </a:lnTo>
                  <a:lnTo>
                    <a:pt x="612" y="22"/>
                  </a:lnTo>
                  <a:lnTo>
                    <a:pt x="614" y="20"/>
                  </a:lnTo>
                  <a:lnTo>
                    <a:pt x="614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C1B4668C-BD85-4324-B147-7DA12498A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315" y="2786860"/>
              <a:ext cx="179444" cy="225417"/>
            </a:xfrm>
            <a:custGeom>
              <a:avLst/>
              <a:gdLst>
                <a:gd name="T0" fmla="*/ 15 w 121"/>
                <a:gd name="T1" fmla="*/ 64 h 152"/>
                <a:gd name="T2" fmla="*/ 22 w 121"/>
                <a:gd name="T3" fmla="*/ 64 h 152"/>
                <a:gd name="T4" fmla="*/ 20 w 121"/>
                <a:gd name="T5" fmla="*/ 66 h 152"/>
                <a:gd name="T6" fmla="*/ 20 w 121"/>
                <a:gd name="T7" fmla="*/ 80 h 152"/>
                <a:gd name="T8" fmla="*/ 24 w 121"/>
                <a:gd name="T9" fmla="*/ 75 h 152"/>
                <a:gd name="T10" fmla="*/ 50 w 121"/>
                <a:gd name="T11" fmla="*/ 86 h 152"/>
                <a:gd name="T12" fmla="*/ 24 w 121"/>
                <a:gd name="T13" fmla="*/ 82 h 152"/>
                <a:gd name="T14" fmla="*/ 30 w 121"/>
                <a:gd name="T15" fmla="*/ 106 h 152"/>
                <a:gd name="T16" fmla="*/ 46 w 121"/>
                <a:gd name="T17" fmla="*/ 99 h 152"/>
                <a:gd name="T18" fmla="*/ 59 w 121"/>
                <a:gd name="T19" fmla="*/ 99 h 152"/>
                <a:gd name="T20" fmla="*/ 51 w 121"/>
                <a:gd name="T21" fmla="*/ 90 h 152"/>
                <a:gd name="T22" fmla="*/ 62 w 121"/>
                <a:gd name="T23" fmla="*/ 88 h 152"/>
                <a:gd name="T24" fmla="*/ 70 w 121"/>
                <a:gd name="T25" fmla="*/ 80 h 152"/>
                <a:gd name="T26" fmla="*/ 70 w 121"/>
                <a:gd name="T27" fmla="*/ 79 h 152"/>
                <a:gd name="T28" fmla="*/ 79 w 121"/>
                <a:gd name="T29" fmla="*/ 86 h 152"/>
                <a:gd name="T30" fmla="*/ 77 w 121"/>
                <a:gd name="T31" fmla="*/ 73 h 152"/>
                <a:gd name="T32" fmla="*/ 66 w 121"/>
                <a:gd name="T33" fmla="*/ 71 h 152"/>
                <a:gd name="T34" fmla="*/ 59 w 121"/>
                <a:gd name="T35" fmla="*/ 60 h 152"/>
                <a:gd name="T36" fmla="*/ 51 w 121"/>
                <a:gd name="T37" fmla="*/ 64 h 152"/>
                <a:gd name="T38" fmla="*/ 50 w 121"/>
                <a:gd name="T39" fmla="*/ 59 h 152"/>
                <a:gd name="T40" fmla="*/ 55 w 121"/>
                <a:gd name="T41" fmla="*/ 53 h 152"/>
                <a:gd name="T42" fmla="*/ 46 w 121"/>
                <a:gd name="T43" fmla="*/ 39 h 152"/>
                <a:gd name="T44" fmla="*/ 53 w 121"/>
                <a:gd name="T45" fmla="*/ 24 h 152"/>
                <a:gd name="T46" fmla="*/ 55 w 121"/>
                <a:gd name="T47" fmla="*/ 31 h 152"/>
                <a:gd name="T48" fmla="*/ 59 w 121"/>
                <a:gd name="T49" fmla="*/ 31 h 152"/>
                <a:gd name="T50" fmla="*/ 71 w 121"/>
                <a:gd name="T51" fmla="*/ 26 h 152"/>
                <a:gd name="T52" fmla="*/ 101 w 121"/>
                <a:gd name="T53" fmla="*/ 17 h 152"/>
                <a:gd name="T54" fmla="*/ 106 w 121"/>
                <a:gd name="T55" fmla="*/ 20 h 152"/>
                <a:gd name="T56" fmla="*/ 110 w 121"/>
                <a:gd name="T57" fmla="*/ 11 h 152"/>
                <a:gd name="T58" fmla="*/ 119 w 121"/>
                <a:gd name="T59" fmla="*/ 11 h 152"/>
                <a:gd name="T60" fmla="*/ 113 w 121"/>
                <a:gd name="T61" fmla="*/ 0 h 152"/>
                <a:gd name="T62" fmla="*/ 108 w 121"/>
                <a:gd name="T63" fmla="*/ 4 h 152"/>
                <a:gd name="T64" fmla="*/ 102 w 121"/>
                <a:gd name="T65" fmla="*/ 8 h 152"/>
                <a:gd name="T66" fmla="*/ 93 w 121"/>
                <a:gd name="T67" fmla="*/ 4 h 152"/>
                <a:gd name="T68" fmla="*/ 84 w 121"/>
                <a:gd name="T69" fmla="*/ 0 h 152"/>
                <a:gd name="T70" fmla="*/ 75 w 121"/>
                <a:gd name="T71" fmla="*/ 8 h 152"/>
                <a:gd name="T72" fmla="*/ 60 w 121"/>
                <a:gd name="T73" fmla="*/ 8 h 152"/>
                <a:gd name="T74" fmla="*/ 59 w 121"/>
                <a:gd name="T75" fmla="*/ 11 h 152"/>
                <a:gd name="T76" fmla="*/ 53 w 121"/>
                <a:gd name="T77" fmla="*/ 15 h 152"/>
                <a:gd name="T78" fmla="*/ 46 w 121"/>
                <a:gd name="T79" fmla="*/ 17 h 152"/>
                <a:gd name="T80" fmla="*/ 42 w 121"/>
                <a:gd name="T81" fmla="*/ 19 h 152"/>
                <a:gd name="T82" fmla="*/ 35 w 121"/>
                <a:gd name="T83" fmla="*/ 24 h 152"/>
                <a:gd name="T84" fmla="*/ 20 w 121"/>
                <a:gd name="T85" fmla="*/ 35 h 152"/>
                <a:gd name="T86" fmla="*/ 13 w 121"/>
                <a:gd name="T87" fmla="*/ 44 h 152"/>
                <a:gd name="T88" fmla="*/ 13 w 121"/>
                <a:gd name="T89" fmla="*/ 48 h 152"/>
                <a:gd name="T90" fmla="*/ 57 w 121"/>
                <a:gd name="T91" fmla="*/ 68 h 152"/>
                <a:gd name="T92" fmla="*/ 57 w 121"/>
                <a:gd name="T93" fmla="*/ 75 h 152"/>
                <a:gd name="T94" fmla="*/ 57 w 121"/>
                <a:gd name="T95" fmla="*/ 68 h 152"/>
                <a:gd name="T96" fmla="*/ 53 w 121"/>
                <a:gd name="T97" fmla="*/ 66 h 152"/>
                <a:gd name="T98" fmla="*/ 50 w 121"/>
                <a:gd name="T99" fmla="*/ 64 h 152"/>
                <a:gd name="T100" fmla="*/ 0 w 121"/>
                <a:gd name="T101" fmla="*/ 46 h 152"/>
                <a:gd name="T102" fmla="*/ 2 w 121"/>
                <a:gd name="T103" fmla="*/ 46 h 152"/>
                <a:gd name="T104" fmla="*/ 59 w 121"/>
                <a:gd name="T105" fmla="*/ 144 h 152"/>
                <a:gd name="T106" fmla="*/ 101 w 121"/>
                <a:gd name="T107" fmla="*/ 152 h 152"/>
                <a:gd name="T108" fmla="*/ 81 w 121"/>
                <a:gd name="T109" fmla="*/ 141 h 152"/>
                <a:gd name="T110" fmla="*/ 8 w 121"/>
                <a:gd name="T111" fmla="*/ 80 h 152"/>
                <a:gd name="T112" fmla="*/ 11 w 121"/>
                <a:gd name="T113" fmla="*/ 80 h 152"/>
                <a:gd name="T114" fmla="*/ 101 w 121"/>
                <a:gd name="T115" fmla="*/ 80 h 152"/>
                <a:gd name="T116" fmla="*/ 99 w 121"/>
                <a:gd name="T117" fmla="*/ 75 h 152"/>
                <a:gd name="T118" fmla="*/ 102 w 121"/>
                <a:gd name="T119" fmla="*/ 64 h 152"/>
                <a:gd name="T120" fmla="*/ 106 w 121"/>
                <a:gd name="T121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" h="152">
                  <a:moveTo>
                    <a:pt x="4" y="48"/>
                  </a:moveTo>
                  <a:lnTo>
                    <a:pt x="4" y="48"/>
                  </a:lnTo>
                  <a:lnTo>
                    <a:pt x="15" y="60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6"/>
                  </a:lnTo>
                  <a:lnTo>
                    <a:pt x="22" y="68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4" y="75"/>
                  </a:lnTo>
                  <a:lnTo>
                    <a:pt x="24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9" y="79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2" y="84"/>
                  </a:lnTo>
                  <a:lnTo>
                    <a:pt x="37" y="82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28" y="95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50" y="106"/>
                  </a:lnTo>
                  <a:lnTo>
                    <a:pt x="50" y="106"/>
                  </a:lnTo>
                  <a:lnTo>
                    <a:pt x="48" y="102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53" y="99"/>
                  </a:lnTo>
                  <a:lnTo>
                    <a:pt x="59" y="99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9" y="86"/>
                  </a:lnTo>
                  <a:lnTo>
                    <a:pt x="62" y="88"/>
                  </a:lnTo>
                  <a:lnTo>
                    <a:pt x="64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4" y="79"/>
                  </a:lnTo>
                  <a:lnTo>
                    <a:pt x="64" y="79"/>
                  </a:lnTo>
                  <a:lnTo>
                    <a:pt x="70" y="79"/>
                  </a:lnTo>
                  <a:lnTo>
                    <a:pt x="73" y="79"/>
                  </a:lnTo>
                  <a:lnTo>
                    <a:pt x="73" y="79"/>
                  </a:lnTo>
                  <a:lnTo>
                    <a:pt x="77" y="84"/>
                  </a:lnTo>
                  <a:lnTo>
                    <a:pt x="79" y="86"/>
                  </a:lnTo>
                  <a:lnTo>
                    <a:pt x="79" y="82"/>
                  </a:lnTo>
                  <a:lnTo>
                    <a:pt x="79" y="82"/>
                  </a:lnTo>
                  <a:lnTo>
                    <a:pt x="79" y="79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1" y="71"/>
                  </a:lnTo>
                  <a:lnTo>
                    <a:pt x="66" y="71"/>
                  </a:lnTo>
                  <a:lnTo>
                    <a:pt x="66" y="71"/>
                  </a:lnTo>
                  <a:lnTo>
                    <a:pt x="62" y="66"/>
                  </a:lnTo>
                  <a:lnTo>
                    <a:pt x="60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5" y="60"/>
                  </a:lnTo>
                  <a:lnTo>
                    <a:pt x="55" y="62"/>
                  </a:lnTo>
                  <a:lnTo>
                    <a:pt x="53" y="64"/>
                  </a:lnTo>
                  <a:lnTo>
                    <a:pt x="51" y="64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60"/>
                  </a:lnTo>
                  <a:lnTo>
                    <a:pt x="50" y="59"/>
                  </a:lnTo>
                  <a:lnTo>
                    <a:pt x="50" y="53"/>
                  </a:lnTo>
                  <a:lnTo>
                    <a:pt x="50" y="53"/>
                  </a:lnTo>
                  <a:lnTo>
                    <a:pt x="53" y="55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0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50" y="26"/>
                  </a:lnTo>
                  <a:lnTo>
                    <a:pt x="53" y="24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31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9" y="35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68" y="31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84" y="19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6" y="20"/>
                  </a:lnTo>
                  <a:lnTo>
                    <a:pt x="108" y="17"/>
                  </a:lnTo>
                  <a:lnTo>
                    <a:pt x="110" y="13"/>
                  </a:lnTo>
                  <a:lnTo>
                    <a:pt x="110" y="13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21" y="9"/>
                  </a:lnTo>
                  <a:lnTo>
                    <a:pt x="121" y="6"/>
                  </a:lnTo>
                  <a:lnTo>
                    <a:pt x="119" y="4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4"/>
                  </a:lnTo>
                  <a:lnTo>
                    <a:pt x="108" y="4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4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84" y="0"/>
                  </a:lnTo>
                  <a:lnTo>
                    <a:pt x="81" y="2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5" y="8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59" y="8"/>
                  </a:lnTo>
                  <a:lnTo>
                    <a:pt x="57" y="9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57" y="13"/>
                  </a:lnTo>
                  <a:lnTo>
                    <a:pt x="57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19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9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6" y="26"/>
                  </a:lnTo>
                  <a:lnTo>
                    <a:pt x="19" y="28"/>
                  </a:lnTo>
                  <a:lnTo>
                    <a:pt x="20" y="35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4" y="48"/>
                  </a:lnTo>
                  <a:close/>
                  <a:moveTo>
                    <a:pt x="57" y="68"/>
                  </a:moveTo>
                  <a:lnTo>
                    <a:pt x="57" y="68"/>
                  </a:lnTo>
                  <a:lnTo>
                    <a:pt x="60" y="73"/>
                  </a:lnTo>
                  <a:lnTo>
                    <a:pt x="60" y="77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8"/>
                  </a:lnTo>
                  <a:close/>
                  <a:moveTo>
                    <a:pt x="51" y="64"/>
                  </a:moveTo>
                  <a:lnTo>
                    <a:pt x="51" y="64"/>
                  </a:lnTo>
                  <a:lnTo>
                    <a:pt x="53" y="64"/>
                  </a:lnTo>
                  <a:lnTo>
                    <a:pt x="53" y="66"/>
                  </a:lnTo>
                  <a:lnTo>
                    <a:pt x="53" y="68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1" y="64"/>
                  </a:lnTo>
                  <a:lnTo>
                    <a:pt x="51" y="64"/>
                  </a:lnTo>
                  <a:close/>
                  <a:moveTo>
                    <a:pt x="0" y="46"/>
                  </a:moveTo>
                  <a:lnTo>
                    <a:pt x="2" y="51"/>
                  </a:lnTo>
                  <a:lnTo>
                    <a:pt x="2" y="51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62" y="137"/>
                  </a:moveTo>
                  <a:lnTo>
                    <a:pt x="59" y="144"/>
                  </a:lnTo>
                  <a:lnTo>
                    <a:pt x="59" y="144"/>
                  </a:lnTo>
                  <a:lnTo>
                    <a:pt x="79" y="148"/>
                  </a:lnTo>
                  <a:lnTo>
                    <a:pt x="101" y="152"/>
                  </a:lnTo>
                  <a:lnTo>
                    <a:pt x="101" y="152"/>
                  </a:lnTo>
                  <a:lnTo>
                    <a:pt x="99" y="146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81" y="141"/>
                  </a:lnTo>
                  <a:lnTo>
                    <a:pt x="62" y="137"/>
                  </a:lnTo>
                  <a:lnTo>
                    <a:pt x="62" y="137"/>
                  </a:lnTo>
                  <a:close/>
                  <a:moveTo>
                    <a:pt x="8" y="80"/>
                  </a:moveTo>
                  <a:lnTo>
                    <a:pt x="8" y="80"/>
                  </a:lnTo>
                  <a:lnTo>
                    <a:pt x="15" y="86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1" y="80"/>
                  </a:lnTo>
                  <a:lnTo>
                    <a:pt x="8" y="80"/>
                  </a:lnTo>
                  <a:lnTo>
                    <a:pt x="8" y="80"/>
                  </a:lnTo>
                  <a:close/>
                  <a:moveTo>
                    <a:pt x="99" y="75"/>
                  </a:moveTo>
                  <a:lnTo>
                    <a:pt x="101" y="80"/>
                  </a:lnTo>
                  <a:lnTo>
                    <a:pt x="101" y="80"/>
                  </a:lnTo>
                  <a:lnTo>
                    <a:pt x="101" y="77"/>
                  </a:lnTo>
                  <a:lnTo>
                    <a:pt x="101" y="77"/>
                  </a:lnTo>
                  <a:lnTo>
                    <a:pt x="99" y="75"/>
                  </a:lnTo>
                  <a:lnTo>
                    <a:pt x="99" y="75"/>
                  </a:lnTo>
                  <a:close/>
                  <a:moveTo>
                    <a:pt x="99" y="57"/>
                  </a:moveTo>
                  <a:lnTo>
                    <a:pt x="99" y="57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8" y="64"/>
                  </a:lnTo>
                  <a:lnTo>
                    <a:pt x="108" y="60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99" y="57"/>
                  </a:lnTo>
                  <a:lnTo>
                    <a:pt x="99" y="5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ED2203F8-8240-4051-9934-7FD634FB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188" y="3706323"/>
              <a:ext cx="114192" cy="213553"/>
            </a:xfrm>
            <a:custGeom>
              <a:avLst/>
              <a:gdLst>
                <a:gd name="T0" fmla="*/ 0 w 77"/>
                <a:gd name="T1" fmla="*/ 144 h 144"/>
                <a:gd name="T2" fmla="*/ 9 w 77"/>
                <a:gd name="T3" fmla="*/ 144 h 144"/>
                <a:gd name="T4" fmla="*/ 20 w 77"/>
                <a:gd name="T5" fmla="*/ 136 h 144"/>
                <a:gd name="T6" fmla="*/ 25 w 77"/>
                <a:gd name="T7" fmla="*/ 136 h 144"/>
                <a:gd name="T8" fmla="*/ 31 w 77"/>
                <a:gd name="T9" fmla="*/ 136 h 144"/>
                <a:gd name="T10" fmla="*/ 38 w 77"/>
                <a:gd name="T11" fmla="*/ 129 h 144"/>
                <a:gd name="T12" fmla="*/ 46 w 77"/>
                <a:gd name="T13" fmla="*/ 127 h 144"/>
                <a:gd name="T14" fmla="*/ 60 w 77"/>
                <a:gd name="T15" fmla="*/ 127 h 144"/>
                <a:gd name="T16" fmla="*/ 67 w 77"/>
                <a:gd name="T17" fmla="*/ 125 h 144"/>
                <a:gd name="T18" fmla="*/ 71 w 77"/>
                <a:gd name="T19" fmla="*/ 118 h 144"/>
                <a:gd name="T20" fmla="*/ 77 w 77"/>
                <a:gd name="T21" fmla="*/ 116 h 144"/>
                <a:gd name="T22" fmla="*/ 73 w 77"/>
                <a:gd name="T23" fmla="*/ 109 h 144"/>
                <a:gd name="T24" fmla="*/ 66 w 77"/>
                <a:gd name="T25" fmla="*/ 100 h 144"/>
                <a:gd name="T26" fmla="*/ 66 w 77"/>
                <a:gd name="T27" fmla="*/ 98 h 144"/>
                <a:gd name="T28" fmla="*/ 66 w 77"/>
                <a:gd name="T29" fmla="*/ 96 h 144"/>
                <a:gd name="T30" fmla="*/ 66 w 77"/>
                <a:gd name="T31" fmla="*/ 94 h 144"/>
                <a:gd name="T32" fmla="*/ 66 w 77"/>
                <a:gd name="T33" fmla="*/ 87 h 144"/>
                <a:gd name="T34" fmla="*/ 67 w 77"/>
                <a:gd name="T35" fmla="*/ 73 h 144"/>
                <a:gd name="T36" fmla="*/ 66 w 77"/>
                <a:gd name="T37" fmla="*/ 67 h 144"/>
                <a:gd name="T38" fmla="*/ 62 w 77"/>
                <a:gd name="T39" fmla="*/ 62 h 144"/>
                <a:gd name="T40" fmla="*/ 62 w 77"/>
                <a:gd name="T41" fmla="*/ 54 h 144"/>
                <a:gd name="T42" fmla="*/ 64 w 77"/>
                <a:gd name="T43" fmla="*/ 47 h 144"/>
                <a:gd name="T44" fmla="*/ 62 w 77"/>
                <a:gd name="T45" fmla="*/ 43 h 144"/>
                <a:gd name="T46" fmla="*/ 62 w 77"/>
                <a:gd name="T47" fmla="*/ 40 h 144"/>
                <a:gd name="T48" fmla="*/ 64 w 77"/>
                <a:gd name="T49" fmla="*/ 36 h 144"/>
                <a:gd name="T50" fmla="*/ 62 w 77"/>
                <a:gd name="T51" fmla="*/ 25 h 144"/>
                <a:gd name="T52" fmla="*/ 62 w 77"/>
                <a:gd name="T53" fmla="*/ 22 h 144"/>
                <a:gd name="T54" fmla="*/ 56 w 77"/>
                <a:gd name="T55" fmla="*/ 16 h 144"/>
                <a:gd name="T56" fmla="*/ 56 w 77"/>
                <a:gd name="T57" fmla="*/ 12 h 144"/>
                <a:gd name="T58" fmla="*/ 56 w 77"/>
                <a:gd name="T59" fmla="*/ 2 h 144"/>
                <a:gd name="T60" fmla="*/ 46 w 77"/>
                <a:gd name="T61" fmla="*/ 3 h 144"/>
                <a:gd name="T62" fmla="*/ 35 w 77"/>
                <a:gd name="T63" fmla="*/ 2 h 144"/>
                <a:gd name="T64" fmla="*/ 22 w 77"/>
                <a:gd name="T65" fmla="*/ 2 h 144"/>
                <a:gd name="T66" fmla="*/ 16 w 77"/>
                <a:gd name="T67" fmla="*/ 11 h 144"/>
                <a:gd name="T68" fmla="*/ 16 w 77"/>
                <a:gd name="T69" fmla="*/ 16 h 144"/>
                <a:gd name="T70" fmla="*/ 18 w 77"/>
                <a:gd name="T71" fmla="*/ 20 h 144"/>
                <a:gd name="T72" fmla="*/ 16 w 77"/>
                <a:gd name="T73" fmla="*/ 31 h 144"/>
                <a:gd name="T74" fmla="*/ 16 w 77"/>
                <a:gd name="T75" fmla="*/ 42 h 144"/>
                <a:gd name="T76" fmla="*/ 16 w 77"/>
                <a:gd name="T77" fmla="*/ 43 h 144"/>
                <a:gd name="T78" fmla="*/ 20 w 77"/>
                <a:gd name="T79" fmla="*/ 49 h 144"/>
                <a:gd name="T80" fmla="*/ 20 w 77"/>
                <a:gd name="T81" fmla="*/ 53 h 144"/>
                <a:gd name="T82" fmla="*/ 20 w 77"/>
                <a:gd name="T83" fmla="*/ 65 h 144"/>
                <a:gd name="T84" fmla="*/ 15 w 77"/>
                <a:gd name="T85" fmla="*/ 74 h 144"/>
                <a:gd name="T86" fmla="*/ 11 w 77"/>
                <a:gd name="T87" fmla="*/ 87 h 144"/>
                <a:gd name="T88" fmla="*/ 7 w 77"/>
                <a:gd name="T89" fmla="*/ 94 h 144"/>
                <a:gd name="T90" fmla="*/ 2 w 77"/>
                <a:gd name="T91" fmla="*/ 111 h 144"/>
                <a:gd name="T92" fmla="*/ 4 w 77"/>
                <a:gd name="T93" fmla="*/ 122 h 144"/>
                <a:gd name="T94" fmla="*/ 4 w 77"/>
                <a:gd name="T95" fmla="*/ 131 h 144"/>
                <a:gd name="T96" fmla="*/ 0 w 77"/>
                <a:gd name="T9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0" y="144"/>
                  </a:lnTo>
                  <a:lnTo>
                    <a:pt x="9" y="144"/>
                  </a:lnTo>
                  <a:lnTo>
                    <a:pt x="9" y="144"/>
                  </a:lnTo>
                  <a:lnTo>
                    <a:pt x="15" y="140"/>
                  </a:lnTo>
                  <a:lnTo>
                    <a:pt x="20" y="136"/>
                  </a:lnTo>
                  <a:lnTo>
                    <a:pt x="20" y="136"/>
                  </a:lnTo>
                  <a:lnTo>
                    <a:pt x="25" y="136"/>
                  </a:lnTo>
                  <a:lnTo>
                    <a:pt x="31" y="136"/>
                  </a:lnTo>
                  <a:lnTo>
                    <a:pt x="31" y="136"/>
                  </a:lnTo>
                  <a:lnTo>
                    <a:pt x="35" y="133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46" y="127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69" y="120"/>
                  </a:lnTo>
                  <a:lnTo>
                    <a:pt x="71" y="118"/>
                  </a:lnTo>
                  <a:lnTo>
                    <a:pt x="75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3" y="109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7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4"/>
                  </a:lnTo>
                  <a:lnTo>
                    <a:pt x="66" y="93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6" y="67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0" y="58"/>
                  </a:lnTo>
                  <a:lnTo>
                    <a:pt x="62" y="54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4" y="36"/>
                  </a:lnTo>
                  <a:lnTo>
                    <a:pt x="64" y="33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2"/>
                  </a:lnTo>
                  <a:lnTo>
                    <a:pt x="60" y="18"/>
                  </a:lnTo>
                  <a:lnTo>
                    <a:pt x="56" y="16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6" y="7"/>
                  </a:lnTo>
                  <a:lnTo>
                    <a:pt x="56" y="2"/>
                  </a:lnTo>
                  <a:lnTo>
                    <a:pt x="46" y="0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35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3"/>
                  </a:lnTo>
                  <a:lnTo>
                    <a:pt x="18" y="45"/>
                  </a:lnTo>
                  <a:lnTo>
                    <a:pt x="20" y="4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18" y="69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7" y="94"/>
                  </a:lnTo>
                  <a:lnTo>
                    <a:pt x="5" y="100"/>
                  </a:lnTo>
                  <a:lnTo>
                    <a:pt x="2" y="111"/>
                  </a:lnTo>
                  <a:lnTo>
                    <a:pt x="4" y="122"/>
                  </a:lnTo>
                  <a:lnTo>
                    <a:pt x="4" y="122"/>
                  </a:lnTo>
                  <a:lnTo>
                    <a:pt x="4" y="125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0195F359-D649-4FD1-B334-468686D1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2156" y="2319714"/>
              <a:ext cx="212070" cy="272873"/>
            </a:xfrm>
            <a:custGeom>
              <a:avLst/>
              <a:gdLst>
                <a:gd name="T0" fmla="*/ 31 w 143"/>
                <a:gd name="T1" fmla="*/ 64 h 184"/>
                <a:gd name="T2" fmla="*/ 28 w 143"/>
                <a:gd name="T3" fmla="*/ 66 h 184"/>
                <a:gd name="T4" fmla="*/ 28 w 143"/>
                <a:gd name="T5" fmla="*/ 71 h 184"/>
                <a:gd name="T6" fmla="*/ 22 w 143"/>
                <a:gd name="T7" fmla="*/ 75 h 184"/>
                <a:gd name="T8" fmla="*/ 15 w 143"/>
                <a:gd name="T9" fmla="*/ 78 h 184"/>
                <a:gd name="T10" fmla="*/ 6 w 143"/>
                <a:gd name="T11" fmla="*/ 84 h 184"/>
                <a:gd name="T12" fmla="*/ 8 w 143"/>
                <a:gd name="T13" fmla="*/ 102 h 184"/>
                <a:gd name="T14" fmla="*/ 4 w 143"/>
                <a:gd name="T15" fmla="*/ 106 h 184"/>
                <a:gd name="T16" fmla="*/ 8 w 143"/>
                <a:gd name="T17" fmla="*/ 115 h 184"/>
                <a:gd name="T18" fmla="*/ 10 w 143"/>
                <a:gd name="T19" fmla="*/ 124 h 184"/>
                <a:gd name="T20" fmla="*/ 11 w 143"/>
                <a:gd name="T21" fmla="*/ 130 h 184"/>
                <a:gd name="T22" fmla="*/ 11 w 143"/>
                <a:gd name="T23" fmla="*/ 139 h 184"/>
                <a:gd name="T24" fmla="*/ 24 w 143"/>
                <a:gd name="T25" fmla="*/ 140 h 184"/>
                <a:gd name="T26" fmla="*/ 31 w 143"/>
                <a:gd name="T27" fmla="*/ 142 h 184"/>
                <a:gd name="T28" fmla="*/ 40 w 143"/>
                <a:gd name="T29" fmla="*/ 144 h 184"/>
                <a:gd name="T30" fmla="*/ 40 w 143"/>
                <a:gd name="T31" fmla="*/ 153 h 184"/>
                <a:gd name="T32" fmla="*/ 39 w 143"/>
                <a:gd name="T33" fmla="*/ 170 h 184"/>
                <a:gd name="T34" fmla="*/ 48 w 143"/>
                <a:gd name="T35" fmla="*/ 175 h 184"/>
                <a:gd name="T36" fmla="*/ 55 w 143"/>
                <a:gd name="T37" fmla="*/ 173 h 184"/>
                <a:gd name="T38" fmla="*/ 73 w 143"/>
                <a:gd name="T39" fmla="*/ 184 h 184"/>
                <a:gd name="T40" fmla="*/ 84 w 143"/>
                <a:gd name="T41" fmla="*/ 177 h 184"/>
                <a:gd name="T42" fmla="*/ 92 w 143"/>
                <a:gd name="T43" fmla="*/ 175 h 184"/>
                <a:gd name="T44" fmla="*/ 99 w 143"/>
                <a:gd name="T45" fmla="*/ 171 h 184"/>
                <a:gd name="T46" fmla="*/ 108 w 143"/>
                <a:gd name="T47" fmla="*/ 171 h 184"/>
                <a:gd name="T48" fmla="*/ 115 w 143"/>
                <a:gd name="T49" fmla="*/ 177 h 184"/>
                <a:gd name="T50" fmla="*/ 115 w 143"/>
                <a:gd name="T51" fmla="*/ 168 h 184"/>
                <a:gd name="T52" fmla="*/ 112 w 143"/>
                <a:gd name="T53" fmla="*/ 162 h 184"/>
                <a:gd name="T54" fmla="*/ 122 w 143"/>
                <a:gd name="T55" fmla="*/ 159 h 184"/>
                <a:gd name="T56" fmla="*/ 126 w 143"/>
                <a:gd name="T57" fmla="*/ 148 h 184"/>
                <a:gd name="T58" fmla="*/ 124 w 143"/>
                <a:gd name="T59" fmla="*/ 140 h 184"/>
                <a:gd name="T60" fmla="*/ 115 w 143"/>
                <a:gd name="T61" fmla="*/ 135 h 184"/>
                <a:gd name="T62" fmla="*/ 112 w 143"/>
                <a:gd name="T63" fmla="*/ 124 h 184"/>
                <a:gd name="T64" fmla="*/ 104 w 143"/>
                <a:gd name="T65" fmla="*/ 111 h 184"/>
                <a:gd name="T66" fmla="*/ 115 w 143"/>
                <a:gd name="T67" fmla="*/ 108 h 184"/>
                <a:gd name="T68" fmla="*/ 126 w 143"/>
                <a:gd name="T69" fmla="*/ 99 h 184"/>
                <a:gd name="T70" fmla="*/ 143 w 143"/>
                <a:gd name="T71" fmla="*/ 95 h 184"/>
                <a:gd name="T72" fmla="*/ 141 w 143"/>
                <a:gd name="T73" fmla="*/ 71 h 184"/>
                <a:gd name="T74" fmla="*/ 139 w 143"/>
                <a:gd name="T75" fmla="*/ 55 h 184"/>
                <a:gd name="T76" fmla="*/ 135 w 143"/>
                <a:gd name="T77" fmla="*/ 44 h 184"/>
                <a:gd name="T78" fmla="*/ 137 w 143"/>
                <a:gd name="T79" fmla="*/ 29 h 184"/>
                <a:gd name="T80" fmla="*/ 113 w 143"/>
                <a:gd name="T81" fmla="*/ 18 h 184"/>
                <a:gd name="T82" fmla="*/ 102 w 143"/>
                <a:gd name="T83" fmla="*/ 26 h 184"/>
                <a:gd name="T84" fmla="*/ 95 w 143"/>
                <a:gd name="T85" fmla="*/ 26 h 184"/>
                <a:gd name="T86" fmla="*/ 92 w 143"/>
                <a:gd name="T87" fmla="*/ 33 h 184"/>
                <a:gd name="T88" fmla="*/ 77 w 143"/>
                <a:gd name="T89" fmla="*/ 24 h 184"/>
                <a:gd name="T90" fmla="*/ 71 w 143"/>
                <a:gd name="T91" fmla="*/ 15 h 184"/>
                <a:gd name="T92" fmla="*/ 71 w 143"/>
                <a:gd name="T93" fmla="*/ 2 h 184"/>
                <a:gd name="T94" fmla="*/ 51 w 143"/>
                <a:gd name="T95" fmla="*/ 0 h 184"/>
                <a:gd name="T96" fmla="*/ 53 w 143"/>
                <a:gd name="T97" fmla="*/ 9 h 184"/>
                <a:gd name="T98" fmla="*/ 55 w 143"/>
                <a:gd name="T99" fmla="*/ 31 h 184"/>
                <a:gd name="T100" fmla="*/ 53 w 143"/>
                <a:gd name="T101" fmla="*/ 37 h 184"/>
                <a:gd name="T102" fmla="*/ 50 w 143"/>
                <a:gd name="T103" fmla="*/ 38 h 184"/>
                <a:gd name="T104" fmla="*/ 42 w 143"/>
                <a:gd name="T105" fmla="*/ 42 h 184"/>
                <a:gd name="T106" fmla="*/ 33 w 143"/>
                <a:gd name="T107" fmla="*/ 44 h 184"/>
                <a:gd name="T108" fmla="*/ 28 w 143"/>
                <a:gd name="T109" fmla="*/ 49 h 184"/>
                <a:gd name="T110" fmla="*/ 31 w 143"/>
                <a:gd name="T111" fmla="*/ 5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3" h="184">
                  <a:moveTo>
                    <a:pt x="30" y="53"/>
                  </a:moveTo>
                  <a:lnTo>
                    <a:pt x="30" y="53"/>
                  </a:lnTo>
                  <a:lnTo>
                    <a:pt x="31" y="60"/>
                  </a:lnTo>
                  <a:lnTo>
                    <a:pt x="31" y="64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26" y="73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0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0" y="77"/>
                  </a:lnTo>
                  <a:lnTo>
                    <a:pt x="8" y="7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2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4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10" y="124"/>
                  </a:lnTo>
                  <a:lnTo>
                    <a:pt x="10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0" y="133"/>
                  </a:lnTo>
                  <a:lnTo>
                    <a:pt x="11" y="137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7" y="137"/>
                  </a:lnTo>
                  <a:lnTo>
                    <a:pt x="22" y="137"/>
                  </a:lnTo>
                  <a:lnTo>
                    <a:pt x="24" y="140"/>
                  </a:lnTo>
                  <a:lnTo>
                    <a:pt x="24" y="140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2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1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7" y="159"/>
                  </a:lnTo>
                  <a:lnTo>
                    <a:pt x="39" y="162"/>
                  </a:lnTo>
                  <a:lnTo>
                    <a:pt x="39" y="162"/>
                  </a:lnTo>
                  <a:lnTo>
                    <a:pt x="39" y="170"/>
                  </a:lnTo>
                  <a:lnTo>
                    <a:pt x="39" y="173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1" y="171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61" y="175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5" y="181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84" y="177"/>
                  </a:lnTo>
                  <a:lnTo>
                    <a:pt x="88" y="177"/>
                  </a:lnTo>
                  <a:lnTo>
                    <a:pt x="88" y="177"/>
                  </a:lnTo>
                  <a:lnTo>
                    <a:pt x="92" y="175"/>
                  </a:lnTo>
                  <a:lnTo>
                    <a:pt x="92" y="175"/>
                  </a:lnTo>
                  <a:lnTo>
                    <a:pt x="95" y="171"/>
                  </a:lnTo>
                  <a:lnTo>
                    <a:pt x="95" y="171"/>
                  </a:lnTo>
                  <a:lnTo>
                    <a:pt x="97" y="171"/>
                  </a:lnTo>
                  <a:lnTo>
                    <a:pt x="99" y="171"/>
                  </a:lnTo>
                  <a:lnTo>
                    <a:pt x="102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8" y="171"/>
                  </a:lnTo>
                  <a:lnTo>
                    <a:pt x="108" y="173"/>
                  </a:lnTo>
                  <a:lnTo>
                    <a:pt x="112" y="177"/>
                  </a:lnTo>
                  <a:lnTo>
                    <a:pt x="112" y="177"/>
                  </a:lnTo>
                  <a:lnTo>
                    <a:pt x="115" y="177"/>
                  </a:lnTo>
                  <a:lnTo>
                    <a:pt x="115" y="177"/>
                  </a:lnTo>
                  <a:lnTo>
                    <a:pt x="115" y="171"/>
                  </a:lnTo>
                  <a:lnTo>
                    <a:pt x="115" y="171"/>
                  </a:lnTo>
                  <a:lnTo>
                    <a:pt x="115" y="168"/>
                  </a:lnTo>
                  <a:lnTo>
                    <a:pt x="113" y="166"/>
                  </a:lnTo>
                  <a:lnTo>
                    <a:pt x="112" y="164"/>
                  </a:lnTo>
                  <a:lnTo>
                    <a:pt x="112" y="164"/>
                  </a:lnTo>
                  <a:lnTo>
                    <a:pt x="112" y="162"/>
                  </a:lnTo>
                  <a:lnTo>
                    <a:pt x="117" y="160"/>
                  </a:lnTo>
                  <a:lnTo>
                    <a:pt x="117" y="160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2" y="151"/>
                  </a:lnTo>
                  <a:lnTo>
                    <a:pt x="126" y="148"/>
                  </a:lnTo>
                  <a:lnTo>
                    <a:pt x="128" y="146"/>
                  </a:lnTo>
                  <a:lnTo>
                    <a:pt x="128" y="146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1" y="139"/>
                  </a:lnTo>
                  <a:lnTo>
                    <a:pt x="119" y="139"/>
                  </a:lnTo>
                  <a:lnTo>
                    <a:pt x="117" y="139"/>
                  </a:lnTo>
                  <a:lnTo>
                    <a:pt x="115" y="135"/>
                  </a:lnTo>
                  <a:lnTo>
                    <a:pt x="115" y="135"/>
                  </a:lnTo>
                  <a:lnTo>
                    <a:pt x="115" y="130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08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4" y="111"/>
                  </a:lnTo>
                  <a:lnTo>
                    <a:pt x="108" y="109"/>
                  </a:lnTo>
                  <a:lnTo>
                    <a:pt x="108" y="109"/>
                  </a:lnTo>
                  <a:lnTo>
                    <a:pt x="112" y="109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5" y="106"/>
                  </a:lnTo>
                  <a:lnTo>
                    <a:pt x="119" y="102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37" y="93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3"/>
                  </a:lnTo>
                  <a:lnTo>
                    <a:pt x="141" y="71"/>
                  </a:lnTo>
                  <a:lnTo>
                    <a:pt x="139" y="69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1"/>
                  </a:lnTo>
                  <a:lnTo>
                    <a:pt x="135" y="48"/>
                  </a:lnTo>
                  <a:lnTo>
                    <a:pt x="135" y="44"/>
                  </a:lnTo>
                  <a:lnTo>
                    <a:pt x="135" y="44"/>
                  </a:lnTo>
                  <a:lnTo>
                    <a:pt x="137" y="35"/>
                  </a:lnTo>
                  <a:lnTo>
                    <a:pt x="137" y="29"/>
                  </a:lnTo>
                  <a:lnTo>
                    <a:pt x="137" y="29"/>
                  </a:lnTo>
                  <a:lnTo>
                    <a:pt x="124" y="24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13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7"/>
                  </a:lnTo>
                  <a:lnTo>
                    <a:pt x="93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7" y="24"/>
                  </a:lnTo>
                  <a:lnTo>
                    <a:pt x="75" y="24"/>
                  </a:lnTo>
                  <a:lnTo>
                    <a:pt x="75" y="18"/>
                  </a:lnTo>
                  <a:lnTo>
                    <a:pt x="75" y="18"/>
                  </a:lnTo>
                  <a:lnTo>
                    <a:pt x="71" y="15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0" y="4"/>
                  </a:lnTo>
                  <a:lnTo>
                    <a:pt x="48" y="9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31"/>
                  </a:lnTo>
                  <a:lnTo>
                    <a:pt x="55" y="37"/>
                  </a:lnTo>
                  <a:lnTo>
                    <a:pt x="55" y="37"/>
                  </a:lnTo>
                  <a:lnTo>
                    <a:pt x="55" y="38"/>
                  </a:lnTo>
                  <a:lnTo>
                    <a:pt x="53" y="37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1" y="35"/>
                  </a:lnTo>
                  <a:lnTo>
                    <a:pt x="50" y="38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4" y="44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4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0" y="53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14301234-5B4E-413D-A392-FEE1D6B7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359" y="2711227"/>
              <a:ext cx="167580" cy="87498"/>
            </a:xfrm>
            <a:custGeom>
              <a:avLst/>
              <a:gdLst>
                <a:gd name="T0" fmla="*/ 0 w 113"/>
                <a:gd name="T1" fmla="*/ 17 h 59"/>
                <a:gd name="T2" fmla="*/ 16 w 113"/>
                <a:gd name="T3" fmla="*/ 24 h 59"/>
                <a:gd name="T4" fmla="*/ 18 w 113"/>
                <a:gd name="T5" fmla="*/ 31 h 59"/>
                <a:gd name="T6" fmla="*/ 22 w 113"/>
                <a:gd name="T7" fmla="*/ 37 h 59"/>
                <a:gd name="T8" fmla="*/ 24 w 113"/>
                <a:gd name="T9" fmla="*/ 37 h 59"/>
                <a:gd name="T10" fmla="*/ 22 w 113"/>
                <a:gd name="T11" fmla="*/ 51 h 59"/>
                <a:gd name="T12" fmla="*/ 26 w 113"/>
                <a:gd name="T13" fmla="*/ 53 h 59"/>
                <a:gd name="T14" fmla="*/ 31 w 113"/>
                <a:gd name="T15" fmla="*/ 51 h 59"/>
                <a:gd name="T16" fmla="*/ 40 w 113"/>
                <a:gd name="T17" fmla="*/ 51 h 59"/>
                <a:gd name="T18" fmla="*/ 46 w 113"/>
                <a:gd name="T19" fmla="*/ 53 h 59"/>
                <a:gd name="T20" fmla="*/ 47 w 113"/>
                <a:gd name="T21" fmla="*/ 55 h 59"/>
                <a:gd name="T22" fmla="*/ 57 w 113"/>
                <a:gd name="T23" fmla="*/ 53 h 59"/>
                <a:gd name="T24" fmla="*/ 58 w 113"/>
                <a:gd name="T25" fmla="*/ 55 h 59"/>
                <a:gd name="T26" fmla="*/ 64 w 113"/>
                <a:gd name="T27" fmla="*/ 59 h 59"/>
                <a:gd name="T28" fmla="*/ 75 w 113"/>
                <a:gd name="T29" fmla="*/ 57 h 59"/>
                <a:gd name="T30" fmla="*/ 84 w 113"/>
                <a:gd name="T31" fmla="*/ 57 h 59"/>
                <a:gd name="T32" fmla="*/ 86 w 113"/>
                <a:gd name="T33" fmla="*/ 55 h 59"/>
                <a:gd name="T34" fmla="*/ 89 w 113"/>
                <a:gd name="T35" fmla="*/ 51 h 59"/>
                <a:gd name="T36" fmla="*/ 97 w 113"/>
                <a:gd name="T37" fmla="*/ 50 h 59"/>
                <a:gd name="T38" fmla="*/ 100 w 113"/>
                <a:gd name="T39" fmla="*/ 50 h 59"/>
                <a:gd name="T40" fmla="*/ 104 w 113"/>
                <a:gd name="T41" fmla="*/ 55 h 59"/>
                <a:gd name="T42" fmla="*/ 108 w 113"/>
                <a:gd name="T43" fmla="*/ 57 h 59"/>
                <a:gd name="T44" fmla="*/ 111 w 113"/>
                <a:gd name="T45" fmla="*/ 59 h 59"/>
                <a:gd name="T46" fmla="*/ 113 w 113"/>
                <a:gd name="T47" fmla="*/ 57 h 59"/>
                <a:gd name="T48" fmla="*/ 109 w 113"/>
                <a:gd name="T49" fmla="*/ 50 h 59"/>
                <a:gd name="T50" fmla="*/ 108 w 113"/>
                <a:gd name="T51" fmla="*/ 48 h 59"/>
                <a:gd name="T52" fmla="*/ 113 w 113"/>
                <a:gd name="T53" fmla="*/ 44 h 59"/>
                <a:gd name="T54" fmla="*/ 109 w 113"/>
                <a:gd name="T55" fmla="*/ 39 h 59"/>
                <a:gd name="T56" fmla="*/ 106 w 113"/>
                <a:gd name="T57" fmla="*/ 37 h 59"/>
                <a:gd name="T58" fmla="*/ 100 w 113"/>
                <a:gd name="T59" fmla="*/ 37 h 59"/>
                <a:gd name="T60" fmla="*/ 98 w 113"/>
                <a:gd name="T61" fmla="*/ 35 h 59"/>
                <a:gd name="T62" fmla="*/ 100 w 113"/>
                <a:gd name="T63" fmla="*/ 31 h 59"/>
                <a:gd name="T64" fmla="*/ 98 w 113"/>
                <a:gd name="T65" fmla="*/ 29 h 59"/>
                <a:gd name="T66" fmla="*/ 91 w 113"/>
                <a:gd name="T67" fmla="*/ 26 h 59"/>
                <a:gd name="T68" fmla="*/ 89 w 113"/>
                <a:gd name="T69" fmla="*/ 22 h 59"/>
                <a:gd name="T70" fmla="*/ 86 w 113"/>
                <a:gd name="T71" fmla="*/ 19 h 59"/>
                <a:gd name="T72" fmla="*/ 78 w 113"/>
                <a:gd name="T73" fmla="*/ 17 h 59"/>
                <a:gd name="T74" fmla="*/ 75 w 113"/>
                <a:gd name="T75" fmla="*/ 20 h 59"/>
                <a:gd name="T76" fmla="*/ 71 w 113"/>
                <a:gd name="T77" fmla="*/ 19 h 59"/>
                <a:gd name="T78" fmla="*/ 69 w 113"/>
                <a:gd name="T79" fmla="*/ 19 h 59"/>
                <a:gd name="T80" fmla="*/ 58 w 113"/>
                <a:gd name="T81" fmla="*/ 20 h 59"/>
                <a:gd name="T82" fmla="*/ 55 w 113"/>
                <a:gd name="T83" fmla="*/ 20 h 59"/>
                <a:gd name="T84" fmla="*/ 46 w 113"/>
                <a:gd name="T85" fmla="*/ 11 h 59"/>
                <a:gd name="T86" fmla="*/ 42 w 113"/>
                <a:gd name="T87" fmla="*/ 8 h 59"/>
                <a:gd name="T88" fmla="*/ 38 w 113"/>
                <a:gd name="T89" fmla="*/ 6 h 59"/>
                <a:gd name="T90" fmla="*/ 26 w 113"/>
                <a:gd name="T91" fmla="*/ 6 h 59"/>
                <a:gd name="T92" fmla="*/ 18 w 113"/>
                <a:gd name="T93" fmla="*/ 4 h 59"/>
                <a:gd name="T94" fmla="*/ 15 w 113"/>
                <a:gd name="T95" fmla="*/ 2 h 59"/>
                <a:gd name="T96" fmla="*/ 13 w 113"/>
                <a:gd name="T97" fmla="*/ 0 h 59"/>
                <a:gd name="T98" fmla="*/ 4 w 113"/>
                <a:gd name="T99" fmla="*/ 4 h 59"/>
                <a:gd name="T100" fmla="*/ 2 w 113"/>
                <a:gd name="T101" fmla="*/ 6 h 59"/>
                <a:gd name="T102" fmla="*/ 0 w 113"/>
                <a:gd name="T103" fmla="*/ 1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" h="59">
                  <a:moveTo>
                    <a:pt x="0" y="17"/>
                  </a:moveTo>
                  <a:lnTo>
                    <a:pt x="0" y="17"/>
                  </a:lnTo>
                  <a:lnTo>
                    <a:pt x="9" y="19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31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44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6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7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6" y="53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7" y="53"/>
                  </a:lnTo>
                  <a:lnTo>
                    <a:pt x="57" y="53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75" y="57"/>
                  </a:lnTo>
                  <a:lnTo>
                    <a:pt x="75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48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100" y="50"/>
                  </a:lnTo>
                  <a:lnTo>
                    <a:pt x="102" y="5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8" y="57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3" y="57"/>
                  </a:lnTo>
                  <a:lnTo>
                    <a:pt x="113" y="55"/>
                  </a:lnTo>
                  <a:lnTo>
                    <a:pt x="109" y="50"/>
                  </a:lnTo>
                  <a:lnTo>
                    <a:pt x="109" y="50"/>
                  </a:lnTo>
                  <a:lnTo>
                    <a:pt x="108" y="48"/>
                  </a:lnTo>
                  <a:lnTo>
                    <a:pt x="109" y="46"/>
                  </a:lnTo>
                  <a:lnTo>
                    <a:pt x="113" y="44"/>
                  </a:lnTo>
                  <a:lnTo>
                    <a:pt x="113" y="44"/>
                  </a:lnTo>
                  <a:lnTo>
                    <a:pt x="109" y="39"/>
                  </a:lnTo>
                  <a:lnTo>
                    <a:pt x="109" y="39"/>
                  </a:lnTo>
                  <a:lnTo>
                    <a:pt x="106" y="37"/>
                  </a:lnTo>
                  <a:lnTo>
                    <a:pt x="104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0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5" y="28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89" y="22"/>
                  </a:lnTo>
                  <a:lnTo>
                    <a:pt x="86" y="19"/>
                  </a:lnTo>
                  <a:lnTo>
                    <a:pt x="86" y="19"/>
                  </a:lnTo>
                  <a:lnTo>
                    <a:pt x="82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5" y="20"/>
                  </a:lnTo>
                  <a:lnTo>
                    <a:pt x="73" y="20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6" y="19"/>
                  </a:lnTo>
                  <a:lnTo>
                    <a:pt x="58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3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42" y="8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8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55CE3193-F474-401D-8A2B-AC0F5CD6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644037"/>
              <a:ext cx="83048" cy="26694"/>
            </a:xfrm>
            <a:custGeom>
              <a:avLst/>
              <a:gdLst>
                <a:gd name="T0" fmla="*/ 5 w 56"/>
                <a:gd name="T1" fmla="*/ 18 h 18"/>
                <a:gd name="T2" fmla="*/ 18 w 56"/>
                <a:gd name="T3" fmla="*/ 16 h 18"/>
                <a:gd name="T4" fmla="*/ 18 w 56"/>
                <a:gd name="T5" fmla="*/ 16 h 18"/>
                <a:gd name="T6" fmla="*/ 18 w 56"/>
                <a:gd name="T7" fmla="*/ 14 h 18"/>
                <a:gd name="T8" fmla="*/ 21 w 56"/>
                <a:gd name="T9" fmla="*/ 13 h 18"/>
                <a:gd name="T10" fmla="*/ 23 w 56"/>
                <a:gd name="T11" fmla="*/ 13 h 18"/>
                <a:gd name="T12" fmla="*/ 23 w 56"/>
                <a:gd name="T13" fmla="*/ 13 h 18"/>
                <a:gd name="T14" fmla="*/ 49 w 56"/>
                <a:gd name="T15" fmla="*/ 11 h 18"/>
                <a:gd name="T16" fmla="*/ 49 w 56"/>
                <a:gd name="T17" fmla="*/ 11 h 18"/>
                <a:gd name="T18" fmla="*/ 54 w 56"/>
                <a:gd name="T19" fmla="*/ 11 h 18"/>
                <a:gd name="T20" fmla="*/ 54 w 56"/>
                <a:gd name="T21" fmla="*/ 7 h 18"/>
                <a:gd name="T22" fmla="*/ 56 w 56"/>
                <a:gd name="T23" fmla="*/ 5 h 18"/>
                <a:gd name="T24" fmla="*/ 56 w 56"/>
                <a:gd name="T25" fmla="*/ 5 h 18"/>
                <a:gd name="T26" fmla="*/ 54 w 56"/>
                <a:gd name="T27" fmla="*/ 2 h 18"/>
                <a:gd name="T28" fmla="*/ 54 w 56"/>
                <a:gd name="T29" fmla="*/ 2 h 18"/>
                <a:gd name="T30" fmla="*/ 49 w 56"/>
                <a:gd name="T31" fmla="*/ 2 h 18"/>
                <a:gd name="T32" fmla="*/ 49 w 56"/>
                <a:gd name="T33" fmla="*/ 2 h 18"/>
                <a:gd name="T34" fmla="*/ 38 w 56"/>
                <a:gd name="T35" fmla="*/ 2 h 18"/>
                <a:gd name="T36" fmla="*/ 38 w 56"/>
                <a:gd name="T37" fmla="*/ 2 h 18"/>
                <a:gd name="T38" fmla="*/ 31 w 56"/>
                <a:gd name="T39" fmla="*/ 3 h 18"/>
                <a:gd name="T40" fmla="*/ 27 w 56"/>
                <a:gd name="T41" fmla="*/ 3 h 18"/>
                <a:gd name="T42" fmla="*/ 23 w 56"/>
                <a:gd name="T43" fmla="*/ 2 h 18"/>
                <a:gd name="T44" fmla="*/ 23 w 56"/>
                <a:gd name="T45" fmla="*/ 2 h 18"/>
                <a:gd name="T46" fmla="*/ 21 w 56"/>
                <a:gd name="T47" fmla="*/ 0 h 18"/>
                <a:gd name="T48" fmla="*/ 18 w 56"/>
                <a:gd name="T49" fmla="*/ 3 h 18"/>
                <a:gd name="T50" fmla="*/ 18 w 56"/>
                <a:gd name="T51" fmla="*/ 3 h 18"/>
                <a:gd name="T52" fmla="*/ 14 w 56"/>
                <a:gd name="T53" fmla="*/ 3 h 18"/>
                <a:gd name="T54" fmla="*/ 11 w 56"/>
                <a:gd name="T55" fmla="*/ 3 h 18"/>
                <a:gd name="T56" fmla="*/ 11 w 56"/>
                <a:gd name="T57" fmla="*/ 3 h 18"/>
                <a:gd name="T58" fmla="*/ 3 w 56"/>
                <a:gd name="T59" fmla="*/ 5 h 18"/>
                <a:gd name="T60" fmla="*/ 0 w 56"/>
                <a:gd name="T61" fmla="*/ 7 h 18"/>
                <a:gd name="T62" fmla="*/ 0 w 56"/>
                <a:gd name="T63" fmla="*/ 7 h 18"/>
                <a:gd name="T64" fmla="*/ 5 w 56"/>
                <a:gd name="T65" fmla="*/ 18 h 18"/>
                <a:gd name="T66" fmla="*/ 5 w 56"/>
                <a:gd name="T6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18">
                  <a:moveTo>
                    <a:pt x="5" y="18"/>
                  </a:moveTo>
                  <a:lnTo>
                    <a:pt x="18" y="16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4" y="11"/>
                  </a:lnTo>
                  <a:lnTo>
                    <a:pt x="54" y="7"/>
                  </a:lnTo>
                  <a:lnTo>
                    <a:pt x="56" y="5"/>
                  </a:lnTo>
                  <a:lnTo>
                    <a:pt x="56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3"/>
                  </a:lnTo>
                  <a:lnTo>
                    <a:pt x="27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18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7DF201B-1CB1-415B-A1A2-9B516871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340" y="3973264"/>
              <a:ext cx="142368" cy="191308"/>
            </a:xfrm>
            <a:custGeom>
              <a:avLst/>
              <a:gdLst>
                <a:gd name="T0" fmla="*/ 13 w 96"/>
                <a:gd name="T1" fmla="*/ 24 h 129"/>
                <a:gd name="T2" fmla="*/ 7 w 96"/>
                <a:gd name="T3" fmla="*/ 31 h 129"/>
                <a:gd name="T4" fmla="*/ 13 w 96"/>
                <a:gd name="T5" fmla="*/ 44 h 129"/>
                <a:gd name="T6" fmla="*/ 13 w 96"/>
                <a:gd name="T7" fmla="*/ 46 h 129"/>
                <a:gd name="T8" fmla="*/ 9 w 96"/>
                <a:gd name="T9" fmla="*/ 51 h 129"/>
                <a:gd name="T10" fmla="*/ 0 w 96"/>
                <a:gd name="T11" fmla="*/ 80 h 129"/>
                <a:gd name="T12" fmla="*/ 3 w 96"/>
                <a:gd name="T13" fmla="*/ 82 h 129"/>
                <a:gd name="T14" fmla="*/ 9 w 96"/>
                <a:gd name="T15" fmla="*/ 89 h 129"/>
                <a:gd name="T16" fmla="*/ 9 w 96"/>
                <a:gd name="T17" fmla="*/ 93 h 129"/>
                <a:gd name="T18" fmla="*/ 5 w 96"/>
                <a:gd name="T19" fmla="*/ 95 h 129"/>
                <a:gd name="T20" fmla="*/ 27 w 96"/>
                <a:gd name="T21" fmla="*/ 113 h 129"/>
                <a:gd name="T22" fmla="*/ 31 w 96"/>
                <a:gd name="T23" fmla="*/ 117 h 129"/>
                <a:gd name="T24" fmla="*/ 29 w 96"/>
                <a:gd name="T25" fmla="*/ 124 h 129"/>
                <a:gd name="T26" fmla="*/ 38 w 96"/>
                <a:gd name="T27" fmla="*/ 129 h 129"/>
                <a:gd name="T28" fmla="*/ 40 w 96"/>
                <a:gd name="T29" fmla="*/ 120 h 129"/>
                <a:gd name="T30" fmla="*/ 42 w 96"/>
                <a:gd name="T31" fmla="*/ 117 h 129"/>
                <a:gd name="T32" fmla="*/ 53 w 96"/>
                <a:gd name="T33" fmla="*/ 120 h 129"/>
                <a:gd name="T34" fmla="*/ 54 w 96"/>
                <a:gd name="T35" fmla="*/ 122 h 129"/>
                <a:gd name="T36" fmla="*/ 54 w 96"/>
                <a:gd name="T37" fmla="*/ 113 h 129"/>
                <a:gd name="T38" fmla="*/ 54 w 96"/>
                <a:gd name="T39" fmla="*/ 109 h 129"/>
                <a:gd name="T40" fmla="*/ 51 w 96"/>
                <a:gd name="T41" fmla="*/ 104 h 129"/>
                <a:gd name="T42" fmla="*/ 51 w 96"/>
                <a:gd name="T43" fmla="*/ 102 h 129"/>
                <a:gd name="T44" fmla="*/ 53 w 96"/>
                <a:gd name="T45" fmla="*/ 97 h 129"/>
                <a:gd name="T46" fmla="*/ 53 w 96"/>
                <a:gd name="T47" fmla="*/ 93 h 129"/>
                <a:gd name="T48" fmla="*/ 62 w 96"/>
                <a:gd name="T49" fmla="*/ 93 h 129"/>
                <a:gd name="T50" fmla="*/ 64 w 96"/>
                <a:gd name="T51" fmla="*/ 91 h 129"/>
                <a:gd name="T52" fmla="*/ 62 w 96"/>
                <a:gd name="T53" fmla="*/ 88 h 129"/>
                <a:gd name="T54" fmla="*/ 64 w 96"/>
                <a:gd name="T55" fmla="*/ 88 h 129"/>
                <a:gd name="T56" fmla="*/ 67 w 96"/>
                <a:gd name="T57" fmla="*/ 89 h 129"/>
                <a:gd name="T58" fmla="*/ 69 w 96"/>
                <a:gd name="T59" fmla="*/ 91 h 129"/>
                <a:gd name="T60" fmla="*/ 80 w 96"/>
                <a:gd name="T61" fmla="*/ 89 h 129"/>
                <a:gd name="T62" fmla="*/ 82 w 96"/>
                <a:gd name="T63" fmla="*/ 91 h 129"/>
                <a:gd name="T64" fmla="*/ 87 w 96"/>
                <a:gd name="T65" fmla="*/ 98 h 129"/>
                <a:gd name="T66" fmla="*/ 89 w 96"/>
                <a:gd name="T67" fmla="*/ 100 h 129"/>
                <a:gd name="T68" fmla="*/ 91 w 96"/>
                <a:gd name="T69" fmla="*/ 91 h 129"/>
                <a:gd name="T70" fmla="*/ 93 w 96"/>
                <a:gd name="T71" fmla="*/ 86 h 129"/>
                <a:gd name="T72" fmla="*/ 89 w 96"/>
                <a:gd name="T73" fmla="*/ 82 h 129"/>
                <a:gd name="T74" fmla="*/ 87 w 96"/>
                <a:gd name="T75" fmla="*/ 80 h 129"/>
                <a:gd name="T76" fmla="*/ 89 w 96"/>
                <a:gd name="T77" fmla="*/ 75 h 129"/>
                <a:gd name="T78" fmla="*/ 89 w 96"/>
                <a:gd name="T79" fmla="*/ 73 h 129"/>
                <a:gd name="T80" fmla="*/ 87 w 96"/>
                <a:gd name="T81" fmla="*/ 64 h 129"/>
                <a:gd name="T82" fmla="*/ 87 w 96"/>
                <a:gd name="T83" fmla="*/ 58 h 129"/>
                <a:gd name="T84" fmla="*/ 87 w 96"/>
                <a:gd name="T85" fmla="*/ 55 h 129"/>
                <a:gd name="T86" fmla="*/ 80 w 96"/>
                <a:gd name="T87" fmla="*/ 47 h 129"/>
                <a:gd name="T88" fmla="*/ 80 w 96"/>
                <a:gd name="T89" fmla="*/ 47 h 129"/>
                <a:gd name="T90" fmla="*/ 82 w 96"/>
                <a:gd name="T91" fmla="*/ 46 h 129"/>
                <a:gd name="T92" fmla="*/ 82 w 96"/>
                <a:gd name="T93" fmla="*/ 37 h 129"/>
                <a:gd name="T94" fmla="*/ 82 w 96"/>
                <a:gd name="T95" fmla="*/ 35 h 129"/>
                <a:gd name="T96" fmla="*/ 87 w 96"/>
                <a:gd name="T97" fmla="*/ 33 h 129"/>
                <a:gd name="T98" fmla="*/ 93 w 96"/>
                <a:gd name="T99" fmla="*/ 31 h 129"/>
                <a:gd name="T100" fmla="*/ 96 w 96"/>
                <a:gd name="T101" fmla="*/ 20 h 129"/>
                <a:gd name="T102" fmla="*/ 87 w 96"/>
                <a:gd name="T103" fmla="*/ 18 h 129"/>
                <a:gd name="T104" fmla="*/ 84 w 96"/>
                <a:gd name="T105" fmla="*/ 16 h 129"/>
                <a:gd name="T106" fmla="*/ 78 w 96"/>
                <a:gd name="T107" fmla="*/ 18 h 129"/>
                <a:gd name="T108" fmla="*/ 76 w 96"/>
                <a:gd name="T109" fmla="*/ 16 h 129"/>
                <a:gd name="T110" fmla="*/ 76 w 96"/>
                <a:gd name="T111" fmla="*/ 13 h 129"/>
                <a:gd name="T112" fmla="*/ 76 w 96"/>
                <a:gd name="T113" fmla="*/ 0 h 129"/>
                <a:gd name="T114" fmla="*/ 69 w 96"/>
                <a:gd name="T115" fmla="*/ 0 h 129"/>
                <a:gd name="T116" fmla="*/ 65 w 96"/>
                <a:gd name="T117" fmla="*/ 0 h 129"/>
                <a:gd name="T118" fmla="*/ 60 w 96"/>
                <a:gd name="T119" fmla="*/ 0 h 129"/>
                <a:gd name="T120" fmla="*/ 54 w 96"/>
                <a:gd name="T121" fmla="*/ 0 h 129"/>
                <a:gd name="T122" fmla="*/ 49 w 96"/>
                <a:gd name="T123" fmla="*/ 4 h 129"/>
                <a:gd name="T124" fmla="*/ 45 w 96"/>
                <a:gd name="T125" fmla="*/ 2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" h="129">
                  <a:moveTo>
                    <a:pt x="13" y="24"/>
                  </a:moveTo>
                  <a:lnTo>
                    <a:pt x="13" y="24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9" y="51"/>
                  </a:lnTo>
                  <a:lnTo>
                    <a:pt x="5" y="6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6"/>
                  </a:lnTo>
                  <a:lnTo>
                    <a:pt x="9" y="89"/>
                  </a:lnTo>
                  <a:lnTo>
                    <a:pt x="9" y="91"/>
                  </a:lnTo>
                  <a:lnTo>
                    <a:pt x="9" y="93"/>
                  </a:lnTo>
                  <a:lnTo>
                    <a:pt x="5" y="95"/>
                  </a:lnTo>
                  <a:lnTo>
                    <a:pt x="5" y="95"/>
                  </a:lnTo>
                  <a:lnTo>
                    <a:pt x="20" y="106"/>
                  </a:lnTo>
                  <a:lnTo>
                    <a:pt x="27" y="113"/>
                  </a:lnTo>
                  <a:lnTo>
                    <a:pt x="31" y="117"/>
                  </a:lnTo>
                  <a:lnTo>
                    <a:pt x="31" y="117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7" y="119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4" y="122"/>
                  </a:lnTo>
                  <a:lnTo>
                    <a:pt x="56" y="120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54" y="109"/>
                  </a:lnTo>
                  <a:lnTo>
                    <a:pt x="53" y="108"/>
                  </a:lnTo>
                  <a:lnTo>
                    <a:pt x="51" y="104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4" y="100"/>
                  </a:lnTo>
                  <a:lnTo>
                    <a:pt x="53" y="97"/>
                  </a:lnTo>
                  <a:lnTo>
                    <a:pt x="53" y="97"/>
                  </a:lnTo>
                  <a:lnTo>
                    <a:pt x="53" y="93"/>
                  </a:lnTo>
                  <a:lnTo>
                    <a:pt x="54" y="93"/>
                  </a:lnTo>
                  <a:lnTo>
                    <a:pt x="62" y="93"/>
                  </a:lnTo>
                  <a:lnTo>
                    <a:pt x="62" y="93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5" y="88"/>
                  </a:lnTo>
                  <a:lnTo>
                    <a:pt x="67" y="89"/>
                  </a:lnTo>
                  <a:lnTo>
                    <a:pt x="69" y="91"/>
                  </a:lnTo>
                  <a:lnTo>
                    <a:pt x="69" y="91"/>
                  </a:lnTo>
                  <a:lnTo>
                    <a:pt x="73" y="91"/>
                  </a:lnTo>
                  <a:lnTo>
                    <a:pt x="80" y="89"/>
                  </a:lnTo>
                  <a:lnTo>
                    <a:pt x="80" y="89"/>
                  </a:lnTo>
                  <a:lnTo>
                    <a:pt x="82" y="91"/>
                  </a:lnTo>
                  <a:lnTo>
                    <a:pt x="84" y="93"/>
                  </a:lnTo>
                  <a:lnTo>
                    <a:pt x="87" y="98"/>
                  </a:lnTo>
                  <a:lnTo>
                    <a:pt x="87" y="98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1"/>
                  </a:lnTo>
                  <a:lnTo>
                    <a:pt x="91" y="91"/>
                  </a:lnTo>
                  <a:lnTo>
                    <a:pt x="93" y="86"/>
                  </a:lnTo>
                  <a:lnTo>
                    <a:pt x="93" y="84"/>
                  </a:lnTo>
                  <a:lnTo>
                    <a:pt x="89" y="82"/>
                  </a:lnTo>
                  <a:lnTo>
                    <a:pt x="89" y="82"/>
                  </a:lnTo>
                  <a:lnTo>
                    <a:pt x="87" y="80"/>
                  </a:lnTo>
                  <a:lnTo>
                    <a:pt x="89" y="78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3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87" y="58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4" y="51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1"/>
                  </a:lnTo>
                  <a:lnTo>
                    <a:pt x="95" y="33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4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6" y="13"/>
                  </a:lnTo>
                  <a:lnTo>
                    <a:pt x="76" y="13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5" y="26"/>
                  </a:lnTo>
                  <a:lnTo>
                    <a:pt x="1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164CA5C0-8B5A-4F53-838C-7691E291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471" y="3884283"/>
              <a:ext cx="72668" cy="121606"/>
            </a:xfrm>
            <a:custGeom>
              <a:avLst/>
              <a:gdLst>
                <a:gd name="T0" fmla="*/ 7 w 49"/>
                <a:gd name="T1" fmla="*/ 2 h 82"/>
                <a:gd name="T2" fmla="*/ 0 w 49"/>
                <a:gd name="T3" fmla="*/ 15 h 82"/>
                <a:gd name="T4" fmla="*/ 0 w 49"/>
                <a:gd name="T5" fmla="*/ 15 h 82"/>
                <a:gd name="T6" fmla="*/ 2 w 49"/>
                <a:gd name="T7" fmla="*/ 35 h 82"/>
                <a:gd name="T8" fmla="*/ 2 w 49"/>
                <a:gd name="T9" fmla="*/ 35 h 82"/>
                <a:gd name="T10" fmla="*/ 2 w 49"/>
                <a:gd name="T11" fmla="*/ 38 h 82"/>
                <a:gd name="T12" fmla="*/ 6 w 49"/>
                <a:gd name="T13" fmla="*/ 44 h 82"/>
                <a:gd name="T14" fmla="*/ 11 w 49"/>
                <a:gd name="T15" fmla="*/ 47 h 82"/>
                <a:gd name="T16" fmla="*/ 11 w 49"/>
                <a:gd name="T17" fmla="*/ 47 h 82"/>
                <a:gd name="T18" fmla="*/ 9 w 49"/>
                <a:gd name="T19" fmla="*/ 53 h 82"/>
                <a:gd name="T20" fmla="*/ 7 w 49"/>
                <a:gd name="T21" fmla="*/ 60 h 82"/>
                <a:gd name="T22" fmla="*/ 7 w 49"/>
                <a:gd name="T23" fmla="*/ 60 h 82"/>
                <a:gd name="T24" fmla="*/ 0 w 49"/>
                <a:gd name="T25" fmla="*/ 73 h 82"/>
                <a:gd name="T26" fmla="*/ 0 w 49"/>
                <a:gd name="T27" fmla="*/ 73 h 82"/>
                <a:gd name="T28" fmla="*/ 2 w 49"/>
                <a:gd name="T29" fmla="*/ 76 h 82"/>
                <a:gd name="T30" fmla="*/ 4 w 49"/>
                <a:gd name="T31" fmla="*/ 78 h 82"/>
                <a:gd name="T32" fmla="*/ 6 w 49"/>
                <a:gd name="T33" fmla="*/ 82 h 82"/>
                <a:gd name="T34" fmla="*/ 6 w 49"/>
                <a:gd name="T35" fmla="*/ 82 h 82"/>
                <a:gd name="T36" fmla="*/ 9 w 49"/>
                <a:gd name="T37" fmla="*/ 82 h 82"/>
                <a:gd name="T38" fmla="*/ 11 w 49"/>
                <a:gd name="T39" fmla="*/ 80 h 82"/>
                <a:gd name="T40" fmla="*/ 15 w 49"/>
                <a:gd name="T41" fmla="*/ 78 h 82"/>
                <a:gd name="T42" fmla="*/ 24 w 49"/>
                <a:gd name="T43" fmla="*/ 76 h 82"/>
                <a:gd name="T44" fmla="*/ 29 w 49"/>
                <a:gd name="T45" fmla="*/ 82 h 82"/>
                <a:gd name="T46" fmla="*/ 29 w 49"/>
                <a:gd name="T47" fmla="*/ 82 h 82"/>
                <a:gd name="T48" fmla="*/ 35 w 49"/>
                <a:gd name="T49" fmla="*/ 76 h 82"/>
                <a:gd name="T50" fmla="*/ 40 w 49"/>
                <a:gd name="T51" fmla="*/ 67 h 82"/>
                <a:gd name="T52" fmla="*/ 40 w 49"/>
                <a:gd name="T53" fmla="*/ 67 h 82"/>
                <a:gd name="T54" fmla="*/ 42 w 49"/>
                <a:gd name="T55" fmla="*/ 51 h 82"/>
                <a:gd name="T56" fmla="*/ 46 w 49"/>
                <a:gd name="T57" fmla="*/ 40 h 82"/>
                <a:gd name="T58" fmla="*/ 46 w 49"/>
                <a:gd name="T59" fmla="*/ 40 h 82"/>
                <a:gd name="T60" fmla="*/ 49 w 49"/>
                <a:gd name="T61" fmla="*/ 31 h 82"/>
                <a:gd name="T62" fmla="*/ 49 w 49"/>
                <a:gd name="T63" fmla="*/ 31 h 82"/>
                <a:gd name="T64" fmla="*/ 49 w 49"/>
                <a:gd name="T65" fmla="*/ 27 h 82"/>
                <a:gd name="T66" fmla="*/ 49 w 49"/>
                <a:gd name="T67" fmla="*/ 25 h 82"/>
                <a:gd name="T68" fmla="*/ 49 w 49"/>
                <a:gd name="T69" fmla="*/ 25 h 82"/>
                <a:gd name="T70" fmla="*/ 44 w 49"/>
                <a:gd name="T71" fmla="*/ 24 h 82"/>
                <a:gd name="T72" fmla="*/ 40 w 49"/>
                <a:gd name="T73" fmla="*/ 20 h 82"/>
                <a:gd name="T74" fmla="*/ 40 w 49"/>
                <a:gd name="T75" fmla="*/ 20 h 82"/>
                <a:gd name="T76" fmla="*/ 37 w 49"/>
                <a:gd name="T77" fmla="*/ 13 h 82"/>
                <a:gd name="T78" fmla="*/ 35 w 49"/>
                <a:gd name="T79" fmla="*/ 9 h 82"/>
                <a:gd name="T80" fmla="*/ 33 w 49"/>
                <a:gd name="T81" fmla="*/ 5 h 82"/>
                <a:gd name="T82" fmla="*/ 33 w 49"/>
                <a:gd name="T83" fmla="*/ 5 h 82"/>
                <a:gd name="T84" fmla="*/ 22 w 49"/>
                <a:gd name="T85" fmla="*/ 2 h 82"/>
                <a:gd name="T86" fmla="*/ 22 w 49"/>
                <a:gd name="T87" fmla="*/ 2 h 82"/>
                <a:gd name="T88" fmla="*/ 18 w 49"/>
                <a:gd name="T89" fmla="*/ 0 h 82"/>
                <a:gd name="T90" fmla="*/ 15 w 49"/>
                <a:gd name="T91" fmla="*/ 0 h 82"/>
                <a:gd name="T92" fmla="*/ 11 w 49"/>
                <a:gd name="T93" fmla="*/ 2 h 82"/>
                <a:gd name="T94" fmla="*/ 7 w 49"/>
                <a:gd name="T95" fmla="*/ 2 h 82"/>
                <a:gd name="T96" fmla="*/ 7 w 49"/>
                <a:gd name="T9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82">
                  <a:moveTo>
                    <a:pt x="7" y="2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6" y="44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9" y="53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9" y="82"/>
                  </a:lnTo>
                  <a:lnTo>
                    <a:pt x="11" y="80"/>
                  </a:lnTo>
                  <a:lnTo>
                    <a:pt x="15" y="78"/>
                  </a:lnTo>
                  <a:lnTo>
                    <a:pt x="24" y="76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35" y="76"/>
                  </a:lnTo>
                  <a:lnTo>
                    <a:pt x="40" y="67"/>
                  </a:lnTo>
                  <a:lnTo>
                    <a:pt x="40" y="67"/>
                  </a:lnTo>
                  <a:lnTo>
                    <a:pt x="42" y="51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4" y="2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7" y="13"/>
                  </a:lnTo>
                  <a:lnTo>
                    <a:pt x="35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CA382B71-AD4C-4A37-B4EA-CC173DF34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6934" y="1704267"/>
              <a:ext cx="295118" cy="424139"/>
            </a:xfrm>
            <a:custGeom>
              <a:avLst/>
              <a:gdLst>
                <a:gd name="T0" fmla="*/ 166 w 199"/>
                <a:gd name="T1" fmla="*/ 23 h 286"/>
                <a:gd name="T2" fmla="*/ 151 w 199"/>
                <a:gd name="T3" fmla="*/ 14 h 286"/>
                <a:gd name="T4" fmla="*/ 142 w 199"/>
                <a:gd name="T5" fmla="*/ 0 h 286"/>
                <a:gd name="T6" fmla="*/ 131 w 199"/>
                <a:gd name="T7" fmla="*/ 7 h 286"/>
                <a:gd name="T8" fmla="*/ 117 w 199"/>
                <a:gd name="T9" fmla="*/ 11 h 286"/>
                <a:gd name="T10" fmla="*/ 108 w 199"/>
                <a:gd name="T11" fmla="*/ 18 h 286"/>
                <a:gd name="T12" fmla="*/ 104 w 199"/>
                <a:gd name="T13" fmla="*/ 23 h 286"/>
                <a:gd name="T14" fmla="*/ 106 w 199"/>
                <a:gd name="T15" fmla="*/ 33 h 286"/>
                <a:gd name="T16" fmla="*/ 97 w 199"/>
                <a:gd name="T17" fmla="*/ 45 h 286"/>
                <a:gd name="T18" fmla="*/ 86 w 199"/>
                <a:gd name="T19" fmla="*/ 44 h 286"/>
                <a:gd name="T20" fmla="*/ 80 w 199"/>
                <a:gd name="T21" fmla="*/ 42 h 286"/>
                <a:gd name="T22" fmla="*/ 73 w 199"/>
                <a:gd name="T23" fmla="*/ 42 h 286"/>
                <a:gd name="T24" fmla="*/ 57 w 199"/>
                <a:gd name="T25" fmla="*/ 44 h 286"/>
                <a:gd name="T26" fmla="*/ 33 w 199"/>
                <a:gd name="T27" fmla="*/ 23 h 286"/>
                <a:gd name="T28" fmla="*/ 24 w 199"/>
                <a:gd name="T29" fmla="*/ 34 h 286"/>
                <a:gd name="T30" fmla="*/ 35 w 199"/>
                <a:gd name="T31" fmla="*/ 40 h 286"/>
                <a:gd name="T32" fmla="*/ 44 w 199"/>
                <a:gd name="T33" fmla="*/ 49 h 286"/>
                <a:gd name="T34" fmla="*/ 57 w 199"/>
                <a:gd name="T35" fmla="*/ 54 h 286"/>
                <a:gd name="T36" fmla="*/ 66 w 199"/>
                <a:gd name="T37" fmla="*/ 64 h 286"/>
                <a:gd name="T38" fmla="*/ 67 w 199"/>
                <a:gd name="T39" fmla="*/ 73 h 286"/>
                <a:gd name="T40" fmla="*/ 67 w 199"/>
                <a:gd name="T41" fmla="*/ 78 h 286"/>
                <a:gd name="T42" fmla="*/ 67 w 199"/>
                <a:gd name="T43" fmla="*/ 95 h 286"/>
                <a:gd name="T44" fmla="*/ 71 w 199"/>
                <a:gd name="T45" fmla="*/ 116 h 286"/>
                <a:gd name="T46" fmla="*/ 95 w 199"/>
                <a:gd name="T47" fmla="*/ 129 h 286"/>
                <a:gd name="T48" fmla="*/ 89 w 199"/>
                <a:gd name="T49" fmla="*/ 146 h 286"/>
                <a:gd name="T50" fmla="*/ 75 w 199"/>
                <a:gd name="T51" fmla="*/ 166 h 286"/>
                <a:gd name="T52" fmla="*/ 53 w 199"/>
                <a:gd name="T53" fmla="*/ 182 h 286"/>
                <a:gd name="T54" fmla="*/ 53 w 199"/>
                <a:gd name="T55" fmla="*/ 193 h 286"/>
                <a:gd name="T56" fmla="*/ 49 w 199"/>
                <a:gd name="T57" fmla="*/ 187 h 286"/>
                <a:gd name="T58" fmla="*/ 38 w 199"/>
                <a:gd name="T59" fmla="*/ 202 h 286"/>
                <a:gd name="T60" fmla="*/ 46 w 199"/>
                <a:gd name="T61" fmla="*/ 224 h 286"/>
                <a:gd name="T62" fmla="*/ 44 w 199"/>
                <a:gd name="T63" fmla="*/ 240 h 286"/>
                <a:gd name="T64" fmla="*/ 49 w 199"/>
                <a:gd name="T65" fmla="*/ 251 h 286"/>
                <a:gd name="T66" fmla="*/ 49 w 199"/>
                <a:gd name="T67" fmla="*/ 260 h 286"/>
                <a:gd name="T68" fmla="*/ 57 w 199"/>
                <a:gd name="T69" fmla="*/ 258 h 286"/>
                <a:gd name="T70" fmla="*/ 58 w 199"/>
                <a:gd name="T71" fmla="*/ 268 h 286"/>
                <a:gd name="T72" fmla="*/ 64 w 199"/>
                <a:gd name="T73" fmla="*/ 279 h 286"/>
                <a:gd name="T74" fmla="*/ 66 w 199"/>
                <a:gd name="T75" fmla="*/ 273 h 286"/>
                <a:gd name="T76" fmla="*/ 71 w 199"/>
                <a:gd name="T77" fmla="*/ 273 h 286"/>
                <a:gd name="T78" fmla="*/ 71 w 199"/>
                <a:gd name="T79" fmla="*/ 280 h 286"/>
                <a:gd name="T80" fmla="*/ 88 w 199"/>
                <a:gd name="T81" fmla="*/ 280 h 286"/>
                <a:gd name="T82" fmla="*/ 100 w 199"/>
                <a:gd name="T83" fmla="*/ 268 h 286"/>
                <a:gd name="T84" fmla="*/ 108 w 199"/>
                <a:gd name="T85" fmla="*/ 268 h 286"/>
                <a:gd name="T86" fmla="*/ 120 w 199"/>
                <a:gd name="T87" fmla="*/ 262 h 286"/>
                <a:gd name="T88" fmla="*/ 170 w 199"/>
                <a:gd name="T89" fmla="*/ 235 h 286"/>
                <a:gd name="T90" fmla="*/ 197 w 199"/>
                <a:gd name="T91" fmla="*/ 209 h 286"/>
                <a:gd name="T92" fmla="*/ 191 w 199"/>
                <a:gd name="T93" fmla="*/ 200 h 286"/>
                <a:gd name="T94" fmla="*/ 182 w 199"/>
                <a:gd name="T95" fmla="*/ 195 h 286"/>
                <a:gd name="T96" fmla="*/ 184 w 199"/>
                <a:gd name="T97" fmla="*/ 182 h 286"/>
                <a:gd name="T98" fmla="*/ 186 w 199"/>
                <a:gd name="T99" fmla="*/ 171 h 286"/>
                <a:gd name="T100" fmla="*/ 184 w 199"/>
                <a:gd name="T101" fmla="*/ 160 h 286"/>
                <a:gd name="T102" fmla="*/ 175 w 199"/>
                <a:gd name="T103" fmla="*/ 149 h 286"/>
                <a:gd name="T104" fmla="*/ 173 w 199"/>
                <a:gd name="T105" fmla="*/ 138 h 286"/>
                <a:gd name="T106" fmla="*/ 175 w 199"/>
                <a:gd name="T107" fmla="*/ 127 h 286"/>
                <a:gd name="T108" fmla="*/ 173 w 199"/>
                <a:gd name="T109" fmla="*/ 120 h 286"/>
                <a:gd name="T110" fmla="*/ 168 w 199"/>
                <a:gd name="T111" fmla="*/ 96 h 286"/>
                <a:gd name="T112" fmla="*/ 166 w 199"/>
                <a:gd name="T113" fmla="*/ 71 h 286"/>
                <a:gd name="T114" fmla="*/ 171 w 199"/>
                <a:gd name="T115" fmla="*/ 56 h 286"/>
                <a:gd name="T116" fmla="*/ 164 w 199"/>
                <a:gd name="T117" fmla="*/ 51 h 286"/>
                <a:gd name="T118" fmla="*/ 162 w 199"/>
                <a:gd name="T119" fmla="*/ 38 h 286"/>
                <a:gd name="T120" fmla="*/ 6 w 199"/>
                <a:gd name="T121" fmla="*/ 279 h 286"/>
                <a:gd name="T122" fmla="*/ 13 w 199"/>
                <a:gd name="T123" fmla="*/ 286 h 286"/>
                <a:gd name="T124" fmla="*/ 4 w 199"/>
                <a:gd name="T125" fmla="*/ 27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9" h="286">
                  <a:moveTo>
                    <a:pt x="170" y="23"/>
                  </a:moveTo>
                  <a:lnTo>
                    <a:pt x="168" y="22"/>
                  </a:lnTo>
                  <a:lnTo>
                    <a:pt x="168" y="22"/>
                  </a:lnTo>
                  <a:lnTo>
                    <a:pt x="166" y="23"/>
                  </a:lnTo>
                  <a:lnTo>
                    <a:pt x="162" y="22"/>
                  </a:lnTo>
                  <a:lnTo>
                    <a:pt x="162" y="2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8" y="11"/>
                  </a:lnTo>
                  <a:lnTo>
                    <a:pt x="146" y="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39" y="3"/>
                  </a:lnTo>
                  <a:lnTo>
                    <a:pt x="133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9" y="9"/>
                  </a:lnTo>
                  <a:lnTo>
                    <a:pt x="117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9" y="1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4" y="40"/>
                  </a:lnTo>
                  <a:lnTo>
                    <a:pt x="98" y="44"/>
                  </a:lnTo>
                  <a:lnTo>
                    <a:pt x="98" y="44"/>
                  </a:lnTo>
                  <a:lnTo>
                    <a:pt x="97" y="45"/>
                  </a:lnTo>
                  <a:lnTo>
                    <a:pt x="95" y="47"/>
                  </a:lnTo>
                  <a:lnTo>
                    <a:pt x="95" y="51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80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4"/>
                  </a:lnTo>
                  <a:lnTo>
                    <a:pt x="77" y="44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69" y="42"/>
                  </a:lnTo>
                  <a:lnTo>
                    <a:pt x="64" y="42"/>
                  </a:lnTo>
                  <a:lnTo>
                    <a:pt x="57" y="44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9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9" y="34"/>
                  </a:lnTo>
                  <a:lnTo>
                    <a:pt x="33" y="36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8" y="45"/>
                  </a:lnTo>
                  <a:lnTo>
                    <a:pt x="40" y="47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51" y="49"/>
                  </a:lnTo>
                  <a:lnTo>
                    <a:pt x="55" y="51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60" y="5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5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7" y="73"/>
                  </a:lnTo>
                  <a:lnTo>
                    <a:pt x="66" y="74"/>
                  </a:lnTo>
                  <a:lnTo>
                    <a:pt x="66" y="76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9" y="84"/>
                  </a:lnTo>
                  <a:lnTo>
                    <a:pt x="69" y="89"/>
                  </a:lnTo>
                  <a:lnTo>
                    <a:pt x="69" y="89"/>
                  </a:lnTo>
                  <a:lnTo>
                    <a:pt x="67" y="95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5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93" y="118"/>
                  </a:lnTo>
                  <a:lnTo>
                    <a:pt x="93" y="118"/>
                  </a:lnTo>
                  <a:lnTo>
                    <a:pt x="95" y="129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42"/>
                  </a:lnTo>
                  <a:lnTo>
                    <a:pt x="89" y="146"/>
                  </a:lnTo>
                  <a:lnTo>
                    <a:pt x="80" y="153"/>
                  </a:lnTo>
                  <a:lnTo>
                    <a:pt x="80" y="153"/>
                  </a:lnTo>
                  <a:lnTo>
                    <a:pt x="77" y="162"/>
                  </a:lnTo>
                  <a:lnTo>
                    <a:pt x="75" y="166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64" y="177"/>
                  </a:lnTo>
                  <a:lnTo>
                    <a:pt x="53" y="182"/>
                  </a:lnTo>
                  <a:lnTo>
                    <a:pt x="53" y="182"/>
                  </a:lnTo>
                  <a:lnTo>
                    <a:pt x="55" y="187"/>
                  </a:lnTo>
                  <a:lnTo>
                    <a:pt x="55" y="189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3" y="191"/>
                  </a:lnTo>
                  <a:lnTo>
                    <a:pt x="51" y="189"/>
                  </a:lnTo>
                  <a:lnTo>
                    <a:pt x="49" y="187"/>
                  </a:lnTo>
                  <a:lnTo>
                    <a:pt x="49" y="187"/>
                  </a:lnTo>
                  <a:lnTo>
                    <a:pt x="42" y="202"/>
                  </a:lnTo>
                  <a:lnTo>
                    <a:pt x="38" y="202"/>
                  </a:lnTo>
                  <a:lnTo>
                    <a:pt x="38" y="202"/>
                  </a:lnTo>
                  <a:lnTo>
                    <a:pt x="40" y="207"/>
                  </a:lnTo>
                  <a:lnTo>
                    <a:pt x="42" y="215"/>
                  </a:lnTo>
                  <a:lnTo>
                    <a:pt x="46" y="220"/>
                  </a:lnTo>
                  <a:lnTo>
                    <a:pt x="46" y="224"/>
                  </a:lnTo>
                  <a:lnTo>
                    <a:pt x="46" y="224"/>
                  </a:lnTo>
                  <a:lnTo>
                    <a:pt x="46" y="231"/>
                  </a:lnTo>
                  <a:lnTo>
                    <a:pt x="44" y="240"/>
                  </a:lnTo>
                  <a:lnTo>
                    <a:pt x="44" y="240"/>
                  </a:lnTo>
                  <a:lnTo>
                    <a:pt x="44" y="253"/>
                  </a:lnTo>
                  <a:lnTo>
                    <a:pt x="44" y="253"/>
                  </a:lnTo>
                  <a:lnTo>
                    <a:pt x="46" y="251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49" y="255"/>
                  </a:lnTo>
                  <a:lnTo>
                    <a:pt x="49" y="260"/>
                  </a:lnTo>
                  <a:lnTo>
                    <a:pt x="49" y="260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6" y="264"/>
                  </a:lnTo>
                  <a:lnTo>
                    <a:pt x="67" y="266"/>
                  </a:lnTo>
                  <a:lnTo>
                    <a:pt x="67" y="268"/>
                  </a:lnTo>
                  <a:lnTo>
                    <a:pt x="58" y="268"/>
                  </a:lnTo>
                  <a:lnTo>
                    <a:pt x="57" y="279"/>
                  </a:lnTo>
                  <a:lnTo>
                    <a:pt x="57" y="279"/>
                  </a:lnTo>
                  <a:lnTo>
                    <a:pt x="60" y="277"/>
                  </a:lnTo>
                  <a:lnTo>
                    <a:pt x="64" y="279"/>
                  </a:lnTo>
                  <a:lnTo>
                    <a:pt x="64" y="279"/>
                  </a:lnTo>
                  <a:lnTo>
                    <a:pt x="62" y="277"/>
                  </a:lnTo>
                  <a:lnTo>
                    <a:pt x="62" y="275"/>
                  </a:lnTo>
                  <a:lnTo>
                    <a:pt x="66" y="273"/>
                  </a:lnTo>
                  <a:lnTo>
                    <a:pt x="69" y="271"/>
                  </a:lnTo>
                  <a:lnTo>
                    <a:pt x="69" y="271"/>
                  </a:lnTo>
                  <a:lnTo>
                    <a:pt x="69" y="273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71" y="277"/>
                  </a:lnTo>
                  <a:lnTo>
                    <a:pt x="71" y="280"/>
                  </a:lnTo>
                  <a:lnTo>
                    <a:pt x="71" y="280"/>
                  </a:lnTo>
                  <a:lnTo>
                    <a:pt x="75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3" y="275"/>
                  </a:lnTo>
                  <a:lnTo>
                    <a:pt x="97" y="269"/>
                  </a:lnTo>
                  <a:lnTo>
                    <a:pt x="100" y="268"/>
                  </a:lnTo>
                  <a:lnTo>
                    <a:pt x="100" y="268"/>
                  </a:lnTo>
                  <a:lnTo>
                    <a:pt x="104" y="268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3" y="262"/>
                  </a:lnTo>
                  <a:lnTo>
                    <a:pt x="120" y="262"/>
                  </a:lnTo>
                  <a:lnTo>
                    <a:pt x="128" y="262"/>
                  </a:lnTo>
                  <a:lnTo>
                    <a:pt x="142" y="251"/>
                  </a:lnTo>
                  <a:lnTo>
                    <a:pt x="142" y="251"/>
                  </a:lnTo>
                  <a:lnTo>
                    <a:pt x="170" y="235"/>
                  </a:lnTo>
                  <a:lnTo>
                    <a:pt x="190" y="222"/>
                  </a:lnTo>
                  <a:lnTo>
                    <a:pt x="199" y="215"/>
                  </a:lnTo>
                  <a:lnTo>
                    <a:pt x="199" y="215"/>
                  </a:lnTo>
                  <a:lnTo>
                    <a:pt x="197" y="209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3" y="200"/>
                  </a:lnTo>
                  <a:lnTo>
                    <a:pt x="191" y="200"/>
                  </a:lnTo>
                  <a:lnTo>
                    <a:pt x="188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2" y="195"/>
                  </a:lnTo>
                  <a:lnTo>
                    <a:pt x="182" y="193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4" y="182"/>
                  </a:lnTo>
                  <a:lnTo>
                    <a:pt x="186" y="177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86" y="171"/>
                  </a:lnTo>
                  <a:lnTo>
                    <a:pt x="186" y="169"/>
                  </a:lnTo>
                  <a:lnTo>
                    <a:pt x="184" y="166"/>
                  </a:lnTo>
                  <a:lnTo>
                    <a:pt x="184" y="166"/>
                  </a:lnTo>
                  <a:lnTo>
                    <a:pt x="184" y="160"/>
                  </a:lnTo>
                  <a:lnTo>
                    <a:pt x="179" y="158"/>
                  </a:lnTo>
                  <a:lnTo>
                    <a:pt x="179" y="158"/>
                  </a:lnTo>
                  <a:lnTo>
                    <a:pt x="175" y="151"/>
                  </a:lnTo>
                  <a:lnTo>
                    <a:pt x="175" y="149"/>
                  </a:lnTo>
                  <a:lnTo>
                    <a:pt x="175" y="149"/>
                  </a:lnTo>
                  <a:lnTo>
                    <a:pt x="175" y="146"/>
                  </a:lnTo>
                  <a:lnTo>
                    <a:pt x="173" y="138"/>
                  </a:lnTo>
                  <a:lnTo>
                    <a:pt x="173" y="138"/>
                  </a:lnTo>
                  <a:lnTo>
                    <a:pt x="171" y="135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5" y="127"/>
                  </a:lnTo>
                  <a:lnTo>
                    <a:pt x="173" y="126"/>
                  </a:lnTo>
                  <a:lnTo>
                    <a:pt x="173" y="122"/>
                  </a:lnTo>
                  <a:lnTo>
                    <a:pt x="173" y="120"/>
                  </a:lnTo>
                  <a:lnTo>
                    <a:pt x="173" y="120"/>
                  </a:lnTo>
                  <a:lnTo>
                    <a:pt x="173" y="115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68" y="96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4" y="76"/>
                  </a:lnTo>
                  <a:lnTo>
                    <a:pt x="166" y="71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60"/>
                  </a:lnTo>
                  <a:lnTo>
                    <a:pt x="171" y="56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66" y="53"/>
                  </a:lnTo>
                  <a:lnTo>
                    <a:pt x="164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5"/>
                  </a:lnTo>
                  <a:lnTo>
                    <a:pt x="162" y="38"/>
                  </a:lnTo>
                  <a:lnTo>
                    <a:pt x="162" y="31"/>
                  </a:lnTo>
                  <a:lnTo>
                    <a:pt x="170" y="23"/>
                  </a:lnTo>
                  <a:close/>
                  <a:moveTo>
                    <a:pt x="2" y="269"/>
                  </a:moveTo>
                  <a:lnTo>
                    <a:pt x="6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3" y="286"/>
                  </a:lnTo>
                  <a:lnTo>
                    <a:pt x="13" y="286"/>
                  </a:lnTo>
                  <a:lnTo>
                    <a:pt x="13" y="275"/>
                  </a:lnTo>
                  <a:lnTo>
                    <a:pt x="13" y="275"/>
                  </a:lnTo>
                  <a:lnTo>
                    <a:pt x="7" y="273"/>
                  </a:lnTo>
                  <a:lnTo>
                    <a:pt x="4" y="271"/>
                  </a:lnTo>
                  <a:lnTo>
                    <a:pt x="2" y="269"/>
                  </a:lnTo>
                  <a:lnTo>
                    <a:pt x="2" y="26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288A1BBE-1CF2-4C57-8EDE-A6D6CAC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4239" y="5662406"/>
              <a:ext cx="81566" cy="40042"/>
            </a:xfrm>
            <a:custGeom>
              <a:avLst/>
              <a:gdLst>
                <a:gd name="T0" fmla="*/ 38 w 55"/>
                <a:gd name="T1" fmla="*/ 0 h 27"/>
                <a:gd name="T2" fmla="*/ 38 w 55"/>
                <a:gd name="T3" fmla="*/ 0 h 27"/>
                <a:gd name="T4" fmla="*/ 29 w 55"/>
                <a:gd name="T5" fmla="*/ 11 h 27"/>
                <a:gd name="T6" fmla="*/ 18 w 55"/>
                <a:gd name="T7" fmla="*/ 20 h 27"/>
                <a:gd name="T8" fmla="*/ 18 w 55"/>
                <a:gd name="T9" fmla="*/ 22 h 27"/>
                <a:gd name="T10" fmla="*/ 18 w 55"/>
                <a:gd name="T11" fmla="*/ 22 h 27"/>
                <a:gd name="T12" fmla="*/ 22 w 55"/>
                <a:gd name="T13" fmla="*/ 25 h 27"/>
                <a:gd name="T14" fmla="*/ 24 w 55"/>
                <a:gd name="T15" fmla="*/ 27 h 27"/>
                <a:gd name="T16" fmla="*/ 26 w 55"/>
                <a:gd name="T17" fmla="*/ 27 h 27"/>
                <a:gd name="T18" fmla="*/ 29 w 55"/>
                <a:gd name="T19" fmla="*/ 20 h 27"/>
                <a:gd name="T20" fmla="*/ 29 w 55"/>
                <a:gd name="T21" fmla="*/ 20 h 27"/>
                <a:gd name="T22" fmla="*/ 31 w 55"/>
                <a:gd name="T23" fmla="*/ 20 h 27"/>
                <a:gd name="T24" fmla="*/ 33 w 55"/>
                <a:gd name="T25" fmla="*/ 22 h 27"/>
                <a:gd name="T26" fmla="*/ 35 w 55"/>
                <a:gd name="T27" fmla="*/ 22 h 27"/>
                <a:gd name="T28" fmla="*/ 38 w 55"/>
                <a:gd name="T29" fmla="*/ 22 h 27"/>
                <a:gd name="T30" fmla="*/ 37 w 55"/>
                <a:gd name="T31" fmla="*/ 14 h 27"/>
                <a:gd name="T32" fmla="*/ 37 w 55"/>
                <a:gd name="T33" fmla="*/ 14 h 27"/>
                <a:gd name="T34" fmla="*/ 44 w 55"/>
                <a:gd name="T35" fmla="*/ 14 h 27"/>
                <a:gd name="T36" fmla="*/ 55 w 55"/>
                <a:gd name="T37" fmla="*/ 12 h 27"/>
                <a:gd name="T38" fmla="*/ 55 w 55"/>
                <a:gd name="T39" fmla="*/ 7 h 27"/>
                <a:gd name="T40" fmla="*/ 55 w 55"/>
                <a:gd name="T41" fmla="*/ 7 h 27"/>
                <a:gd name="T42" fmla="*/ 49 w 55"/>
                <a:gd name="T43" fmla="*/ 7 h 27"/>
                <a:gd name="T44" fmla="*/ 44 w 55"/>
                <a:gd name="T45" fmla="*/ 7 h 27"/>
                <a:gd name="T46" fmla="*/ 44 w 55"/>
                <a:gd name="T47" fmla="*/ 7 h 27"/>
                <a:gd name="T48" fmla="*/ 42 w 55"/>
                <a:gd name="T49" fmla="*/ 3 h 27"/>
                <a:gd name="T50" fmla="*/ 38 w 55"/>
                <a:gd name="T51" fmla="*/ 0 h 27"/>
                <a:gd name="T52" fmla="*/ 38 w 55"/>
                <a:gd name="T53" fmla="*/ 0 h 27"/>
                <a:gd name="T54" fmla="*/ 6 w 55"/>
                <a:gd name="T55" fmla="*/ 0 h 27"/>
                <a:gd name="T56" fmla="*/ 6 w 55"/>
                <a:gd name="T57" fmla="*/ 0 h 27"/>
                <a:gd name="T58" fmla="*/ 6 w 55"/>
                <a:gd name="T59" fmla="*/ 2 h 27"/>
                <a:gd name="T60" fmla="*/ 8 w 55"/>
                <a:gd name="T61" fmla="*/ 7 h 27"/>
                <a:gd name="T62" fmla="*/ 9 w 55"/>
                <a:gd name="T63" fmla="*/ 12 h 27"/>
                <a:gd name="T64" fmla="*/ 9 w 55"/>
                <a:gd name="T65" fmla="*/ 12 h 27"/>
                <a:gd name="T66" fmla="*/ 6 w 55"/>
                <a:gd name="T67" fmla="*/ 14 h 27"/>
                <a:gd name="T68" fmla="*/ 2 w 55"/>
                <a:gd name="T69" fmla="*/ 14 h 27"/>
                <a:gd name="T70" fmla="*/ 2 w 55"/>
                <a:gd name="T71" fmla="*/ 14 h 27"/>
                <a:gd name="T72" fmla="*/ 0 w 55"/>
                <a:gd name="T73" fmla="*/ 18 h 27"/>
                <a:gd name="T74" fmla="*/ 0 w 55"/>
                <a:gd name="T75" fmla="*/ 20 h 27"/>
                <a:gd name="T76" fmla="*/ 2 w 55"/>
                <a:gd name="T77" fmla="*/ 23 h 27"/>
                <a:gd name="T78" fmla="*/ 6 w 55"/>
                <a:gd name="T79" fmla="*/ 22 h 27"/>
                <a:gd name="T80" fmla="*/ 6 w 55"/>
                <a:gd name="T81" fmla="*/ 22 h 27"/>
                <a:gd name="T82" fmla="*/ 9 w 55"/>
                <a:gd name="T83" fmla="*/ 18 h 27"/>
                <a:gd name="T84" fmla="*/ 11 w 55"/>
                <a:gd name="T85" fmla="*/ 14 h 27"/>
                <a:gd name="T86" fmla="*/ 11 w 55"/>
                <a:gd name="T87" fmla="*/ 14 h 27"/>
                <a:gd name="T88" fmla="*/ 13 w 55"/>
                <a:gd name="T89" fmla="*/ 16 h 27"/>
                <a:gd name="T90" fmla="*/ 15 w 55"/>
                <a:gd name="T91" fmla="*/ 16 h 27"/>
                <a:gd name="T92" fmla="*/ 15 w 55"/>
                <a:gd name="T93" fmla="*/ 18 h 27"/>
                <a:gd name="T94" fmla="*/ 17 w 55"/>
                <a:gd name="T95" fmla="*/ 18 h 27"/>
                <a:gd name="T96" fmla="*/ 17 w 55"/>
                <a:gd name="T97" fmla="*/ 18 h 27"/>
                <a:gd name="T98" fmla="*/ 18 w 55"/>
                <a:gd name="T99" fmla="*/ 12 h 27"/>
                <a:gd name="T100" fmla="*/ 22 w 55"/>
                <a:gd name="T101" fmla="*/ 7 h 27"/>
                <a:gd name="T102" fmla="*/ 22 w 55"/>
                <a:gd name="T103" fmla="*/ 7 h 27"/>
                <a:gd name="T104" fmla="*/ 24 w 55"/>
                <a:gd name="T105" fmla="*/ 5 h 27"/>
                <a:gd name="T106" fmla="*/ 24 w 55"/>
                <a:gd name="T107" fmla="*/ 3 h 27"/>
                <a:gd name="T108" fmla="*/ 20 w 55"/>
                <a:gd name="T109" fmla="*/ 2 h 27"/>
                <a:gd name="T110" fmla="*/ 13 w 55"/>
                <a:gd name="T111" fmla="*/ 0 h 27"/>
                <a:gd name="T112" fmla="*/ 6 w 55"/>
                <a:gd name="T113" fmla="*/ 0 h 27"/>
                <a:gd name="T114" fmla="*/ 6 w 55"/>
                <a:gd name="T11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" h="27">
                  <a:moveTo>
                    <a:pt x="38" y="0"/>
                  </a:moveTo>
                  <a:lnTo>
                    <a:pt x="38" y="0"/>
                  </a:lnTo>
                  <a:lnTo>
                    <a:pt x="29" y="11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2" y="25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44" y="14"/>
                  </a:lnTo>
                  <a:lnTo>
                    <a:pt x="55" y="12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49" y="7"/>
                  </a:lnTo>
                  <a:lnTo>
                    <a:pt x="44" y="7"/>
                  </a:lnTo>
                  <a:lnTo>
                    <a:pt x="44" y="7"/>
                  </a:lnTo>
                  <a:lnTo>
                    <a:pt x="42" y="3"/>
                  </a:lnTo>
                  <a:lnTo>
                    <a:pt x="38" y="0"/>
                  </a:lnTo>
                  <a:lnTo>
                    <a:pt x="38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2"/>
                  </a:lnTo>
                  <a:lnTo>
                    <a:pt x="8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6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9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8" y="12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07C428D4-C541-4FB7-A11C-26A4D8EF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65" y="3617343"/>
              <a:ext cx="364819" cy="315880"/>
            </a:xfrm>
            <a:custGeom>
              <a:avLst/>
              <a:gdLst>
                <a:gd name="T0" fmla="*/ 149 w 246"/>
                <a:gd name="T1" fmla="*/ 52 h 213"/>
                <a:gd name="T2" fmla="*/ 145 w 246"/>
                <a:gd name="T3" fmla="*/ 63 h 213"/>
                <a:gd name="T4" fmla="*/ 142 w 246"/>
                <a:gd name="T5" fmla="*/ 74 h 213"/>
                <a:gd name="T6" fmla="*/ 144 w 246"/>
                <a:gd name="T7" fmla="*/ 80 h 213"/>
                <a:gd name="T8" fmla="*/ 151 w 246"/>
                <a:gd name="T9" fmla="*/ 82 h 213"/>
                <a:gd name="T10" fmla="*/ 162 w 246"/>
                <a:gd name="T11" fmla="*/ 80 h 213"/>
                <a:gd name="T12" fmla="*/ 165 w 246"/>
                <a:gd name="T13" fmla="*/ 96 h 213"/>
                <a:gd name="T14" fmla="*/ 169 w 246"/>
                <a:gd name="T15" fmla="*/ 105 h 213"/>
                <a:gd name="T16" fmla="*/ 180 w 246"/>
                <a:gd name="T17" fmla="*/ 114 h 213"/>
                <a:gd name="T18" fmla="*/ 246 w 246"/>
                <a:gd name="T19" fmla="*/ 131 h 213"/>
                <a:gd name="T20" fmla="*/ 176 w 246"/>
                <a:gd name="T21" fmla="*/ 202 h 213"/>
                <a:gd name="T22" fmla="*/ 158 w 246"/>
                <a:gd name="T23" fmla="*/ 205 h 213"/>
                <a:gd name="T24" fmla="*/ 140 w 246"/>
                <a:gd name="T25" fmla="*/ 207 h 213"/>
                <a:gd name="T26" fmla="*/ 136 w 246"/>
                <a:gd name="T27" fmla="*/ 204 h 213"/>
                <a:gd name="T28" fmla="*/ 133 w 246"/>
                <a:gd name="T29" fmla="*/ 205 h 213"/>
                <a:gd name="T30" fmla="*/ 125 w 246"/>
                <a:gd name="T31" fmla="*/ 205 h 213"/>
                <a:gd name="T32" fmla="*/ 120 w 246"/>
                <a:gd name="T33" fmla="*/ 213 h 213"/>
                <a:gd name="T34" fmla="*/ 111 w 246"/>
                <a:gd name="T35" fmla="*/ 213 h 213"/>
                <a:gd name="T36" fmla="*/ 102 w 246"/>
                <a:gd name="T37" fmla="*/ 211 h 213"/>
                <a:gd name="T38" fmla="*/ 89 w 246"/>
                <a:gd name="T39" fmla="*/ 209 h 213"/>
                <a:gd name="T40" fmla="*/ 80 w 246"/>
                <a:gd name="T41" fmla="*/ 211 h 213"/>
                <a:gd name="T42" fmla="*/ 74 w 246"/>
                <a:gd name="T43" fmla="*/ 209 h 213"/>
                <a:gd name="T44" fmla="*/ 67 w 246"/>
                <a:gd name="T45" fmla="*/ 211 h 213"/>
                <a:gd name="T46" fmla="*/ 54 w 246"/>
                <a:gd name="T47" fmla="*/ 204 h 213"/>
                <a:gd name="T48" fmla="*/ 51 w 246"/>
                <a:gd name="T49" fmla="*/ 195 h 213"/>
                <a:gd name="T50" fmla="*/ 45 w 246"/>
                <a:gd name="T51" fmla="*/ 195 h 213"/>
                <a:gd name="T52" fmla="*/ 36 w 246"/>
                <a:gd name="T53" fmla="*/ 189 h 213"/>
                <a:gd name="T54" fmla="*/ 31 w 246"/>
                <a:gd name="T55" fmla="*/ 176 h 213"/>
                <a:gd name="T56" fmla="*/ 29 w 246"/>
                <a:gd name="T57" fmla="*/ 167 h 213"/>
                <a:gd name="T58" fmla="*/ 21 w 246"/>
                <a:gd name="T59" fmla="*/ 160 h 213"/>
                <a:gd name="T60" fmla="*/ 14 w 246"/>
                <a:gd name="T61" fmla="*/ 151 h 213"/>
                <a:gd name="T62" fmla="*/ 3 w 246"/>
                <a:gd name="T63" fmla="*/ 149 h 213"/>
                <a:gd name="T64" fmla="*/ 0 w 246"/>
                <a:gd name="T65" fmla="*/ 145 h 213"/>
                <a:gd name="T66" fmla="*/ 7 w 246"/>
                <a:gd name="T67" fmla="*/ 136 h 213"/>
                <a:gd name="T68" fmla="*/ 14 w 246"/>
                <a:gd name="T69" fmla="*/ 133 h 213"/>
                <a:gd name="T70" fmla="*/ 18 w 246"/>
                <a:gd name="T71" fmla="*/ 123 h 213"/>
                <a:gd name="T72" fmla="*/ 18 w 246"/>
                <a:gd name="T73" fmla="*/ 105 h 213"/>
                <a:gd name="T74" fmla="*/ 21 w 246"/>
                <a:gd name="T75" fmla="*/ 96 h 213"/>
                <a:gd name="T76" fmla="*/ 25 w 246"/>
                <a:gd name="T77" fmla="*/ 87 h 213"/>
                <a:gd name="T78" fmla="*/ 32 w 246"/>
                <a:gd name="T79" fmla="*/ 71 h 213"/>
                <a:gd name="T80" fmla="*/ 40 w 246"/>
                <a:gd name="T81" fmla="*/ 65 h 213"/>
                <a:gd name="T82" fmla="*/ 43 w 246"/>
                <a:gd name="T83" fmla="*/ 54 h 213"/>
                <a:gd name="T84" fmla="*/ 49 w 246"/>
                <a:gd name="T85" fmla="*/ 40 h 213"/>
                <a:gd name="T86" fmla="*/ 58 w 246"/>
                <a:gd name="T87" fmla="*/ 25 h 213"/>
                <a:gd name="T88" fmla="*/ 65 w 246"/>
                <a:gd name="T89" fmla="*/ 12 h 213"/>
                <a:gd name="T90" fmla="*/ 78 w 246"/>
                <a:gd name="T91" fmla="*/ 9 h 213"/>
                <a:gd name="T92" fmla="*/ 82 w 246"/>
                <a:gd name="T93" fmla="*/ 11 h 213"/>
                <a:gd name="T94" fmla="*/ 87 w 246"/>
                <a:gd name="T95" fmla="*/ 0 h 213"/>
                <a:gd name="T96" fmla="*/ 94 w 246"/>
                <a:gd name="T97" fmla="*/ 0 h 213"/>
                <a:gd name="T98" fmla="*/ 102 w 246"/>
                <a:gd name="T99" fmla="*/ 9 h 213"/>
                <a:gd name="T100" fmla="*/ 107 w 246"/>
                <a:gd name="T101" fmla="*/ 9 h 213"/>
                <a:gd name="T102" fmla="*/ 111 w 246"/>
                <a:gd name="T103" fmla="*/ 11 h 213"/>
                <a:gd name="T104" fmla="*/ 129 w 246"/>
                <a:gd name="T105" fmla="*/ 16 h 213"/>
                <a:gd name="T106" fmla="*/ 134 w 246"/>
                <a:gd name="T107" fmla="*/ 21 h 213"/>
                <a:gd name="T108" fmla="*/ 142 w 246"/>
                <a:gd name="T109" fmla="*/ 31 h 213"/>
                <a:gd name="T110" fmla="*/ 145 w 246"/>
                <a:gd name="T111" fmla="*/ 40 h 213"/>
                <a:gd name="T112" fmla="*/ 153 w 246"/>
                <a:gd name="T113" fmla="*/ 4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" h="213">
                  <a:moveTo>
                    <a:pt x="153" y="45"/>
                  </a:moveTo>
                  <a:lnTo>
                    <a:pt x="153" y="45"/>
                  </a:lnTo>
                  <a:lnTo>
                    <a:pt x="149" y="52"/>
                  </a:lnTo>
                  <a:lnTo>
                    <a:pt x="145" y="58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67"/>
                  </a:lnTo>
                  <a:lnTo>
                    <a:pt x="144" y="71"/>
                  </a:lnTo>
                  <a:lnTo>
                    <a:pt x="142" y="74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44" y="80"/>
                  </a:lnTo>
                  <a:lnTo>
                    <a:pt x="145" y="80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5" y="80"/>
                  </a:lnTo>
                  <a:lnTo>
                    <a:pt x="156" y="80"/>
                  </a:lnTo>
                  <a:lnTo>
                    <a:pt x="162" y="80"/>
                  </a:lnTo>
                  <a:lnTo>
                    <a:pt x="158" y="87"/>
                  </a:lnTo>
                  <a:lnTo>
                    <a:pt x="165" y="96"/>
                  </a:lnTo>
                  <a:lnTo>
                    <a:pt x="165" y="96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75" y="109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224" y="134"/>
                  </a:lnTo>
                  <a:lnTo>
                    <a:pt x="246" y="131"/>
                  </a:lnTo>
                  <a:lnTo>
                    <a:pt x="204" y="196"/>
                  </a:lnTo>
                  <a:lnTo>
                    <a:pt x="184" y="196"/>
                  </a:lnTo>
                  <a:lnTo>
                    <a:pt x="176" y="202"/>
                  </a:lnTo>
                  <a:lnTo>
                    <a:pt x="162" y="204"/>
                  </a:lnTo>
                  <a:lnTo>
                    <a:pt x="158" y="205"/>
                  </a:lnTo>
                  <a:lnTo>
                    <a:pt x="158" y="205"/>
                  </a:lnTo>
                  <a:lnTo>
                    <a:pt x="151" y="207"/>
                  </a:lnTo>
                  <a:lnTo>
                    <a:pt x="145" y="209"/>
                  </a:lnTo>
                  <a:lnTo>
                    <a:pt x="140" y="207"/>
                  </a:lnTo>
                  <a:lnTo>
                    <a:pt x="140" y="207"/>
                  </a:lnTo>
                  <a:lnTo>
                    <a:pt x="138" y="205"/>
                  </a:lnTo>
                  <a:lnTo>
                    <a:pt x="136" y="204"/>
                  </a:lnTo>
                  <a:lnTo>
                    <a:pt x="136" y="202"/>
                  </a:lnTo>
                  <a:lnTo>
                    <a:pt x="136" y="202"/>
                  </a:lnTo>
                  <a:lnTo>
                    <a:pt x="133" y="205"/>
                  </a:lnTo>
                  <a:lnTo>
                    <a:pt x="129" y="207"/>
                  </a:lnTo>
                  <a:lnTo>
                    <a:pt x="125" y="205"/>
                  </a:lnTo>
                  <a:lnTo>
                    <a:pt x="125" y="205"/>
                  </a:lnTo>
                  <a:lnTo>
                    <a:pt x="124" y="205"/>
                  </a:lnTo>
                  <a:lnTo>
                    <a:pt x="120" y="207"/>
                  </a:lnTo>
                  <a:lnTo>
                    <a:pt x="120" y="213"/>
                  </a:lnTo>
                  <a:lnTo>
                    <a:pt x="120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05" y="213"/>
                  </a:lnTo>
                  <a:lnTo>
                    <a:pt x="102" y="211"/>
                  </a:lnTo>
                  <a:lnTo>
                    <a:pt x="102" y="211"/>
                  </a:lnTo>
                  <a:lnTo>
                    <a:pt x="98" y="209"/>
                  </a:lnTo>
                  <a:lnTo>
                    <a:pt x="94" y="209"/>
                  </a:lnTo>
                  <a:lnTo>
                    <a:pt x="89" y="209"/>
                  </a:lnTo>
                  <a:lnTo>
                    <a:pt x="89" y="209"/>
                  </a:lnTo>
                  <a:lnTo>
                    <a:pt x="83" y="211"/>
                  </a:lnTo>
                  <a:lnTo>
                    <a:pt x="80" y="211"/>
                  </a:lnTo>
                  <a:lnTo>
                    <a:pt x="78" y="209"/>
                  </a:lnTo>
                  <a:lnTo>
                    <a:pt x="78" y="209"/>
                  </a:lnTo>
                  <a:lnTo>
                    <a:pt x="74" y="209"/>
                  </a:lnTo>
                  <a:lnTo>
                    <a:pt x="71" y="209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54" y="209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0"/>
                  </a:lnTo>
                  <a:lnTo>
                    <a:pt x="52" y="196"/>
                  </a:lnTo>
                  <a:lnTo>
                    <a:pt x="51" y="195"/>
                  </a:lnTo>
                  <a:lnTo>
                    <a:pt x="51" y="195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40" y="195"/>
                  </a:lnTo>
                  <a:lnTo>
                    <a:pt x="38" y="191"/>
                  </a:lnTo>
                  <a:lnTo>
                    <a:pt x="36" y="189"/>
                  </a:lnTo>
                  <a:lnTo>
                    <a:pt x="36" y="189"/>
                  </a:lnTo>
                  <a:lnTo>
                    <a:pt x="32" y="180"/>
                  </a:lnTo>
                  <a:lnTo>
                    <a:pt x="31" y="176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67"/>
                  </a:lnTo>
                  <a:lnTo>
                    <a:pt x="25" y="164"/>
                  </a:lnTo>
                  <a:lnTo>
                    <a:pt x="25" y="164"/>
                  </a:lnTo>
                  <a:lnTo>
                    <a:pt x="21" y="160"/>
                  </a:lnTo>
                  <a:lnTo>
                    <a:pt x="18" y="154"/>
                  </a:lnTo>
                  <a:lnTo>
                    <a:pt x="18" y="154"/>
                  </a:lnTo>
                  <a:lnTo>
                    <a:pt x="14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3" y="149"/>
                  </a:lnTo>
                  <a:lnTo>
                    <a:pt x="0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12" y="134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6" y="129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14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20" y="102"/>
                  </a:lnTo>
                  <a:lnTo>
                    <a:pt x="21" y="96"/>
                  </a:lnTo>
                  <a:lnTo>
                    <a:pt x="23" y="91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36" y="69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49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1" y="36"/>
                  </a:lnTo>
                  <a:lnTo>
                    <a:pt x="52" y="32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2" y="18"/>
                  </a:lnTo>
                  <a:lnTo>
                    <a:pt x="65" y="12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8" y="9"/>
                  </a:lnTo>
                  <a:lnTo>
                    <a:pt x="80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5" y="16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0" y="5"/>
                  </a:lnTo>
                  <a:lnTo>
                    <a:pt x="102" y="9"/>
                  </a:lnTo>
                  <a:lnTo>
                    <a:pt x="103" y="9"/>
                  </a:lnTo>
                  <a:lnTo>
                    <a:pt x="103" y="9"/>
                  </a:lnTo>
                  <a:lnTo>
                    <a:pt x="107" y="9"/>
                  </a:lnTo>
                  <a:lnTo>
                    <a:pt x="109" y="9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14" y="12"/>
                  </a:lnTo>
                  <a:lnTo>
                    <a:pt x="118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8"/>
                  </a:lnTo>
                  <a:lnTo>
                    <a:pt x="134" y="21"/>
                  </a:lnTo>
                  <a:lnTo>
                    <a:pt x="140" y="27"/>
                  </a:lnTo>
                  <a:lnTo>
                    <a:pt x="140" y="27"/>
                  </a:lnTo>
                  <a:lnTo>
                    <a:pt x="142" y="31"/>
                  </a:lnTo>
                  <a:lnTo>
                    <a:pt x="144" y="34"/>
                  </a:lnTo>
                  <a:lnTo>
                    <a:pt x="145" y="40"/>
                  </a:lnTo>
                  <a:lnTo>
                    <a:pt x="145" y="40"/>
                  </a:lnTo>
                  <a:lnTo>
                    <a:pt x="151" y="43"/>
                  </a:lnTo>
                  <a:lnTo>
                    <a:pt x="153" y="45"/>
                  </a:lnTo>
                  <a:lnTo>
                    <a:pt x="153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825252AB-A05D-47EB-96FD-AE0E8F712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5152" y="2152134"/>
              <a:ext cx="16314" cy="19280"/>
            </a:xfrm>
            <a:custGeom>
              <a:avLst/>
              <a:gdLst>
                <a:gd name="T0" fmla="*/ 5 w 11"/>
                <a:gd name="T1" fmla="*/ 0 h 13"/>
                <a:gd name="T2" fmla="*/ 5 w 11"/>
                <a:gd name="T3" fmla="*/ 0 h 13"/>
                <a:gd name="T4" fmla="*/ 7 w 11"/>
                <a:gd name="T5" fmla="*/ 2 h 13"/>
                <a:gd name="T6" fmla="*/ 5 w 11"/>
                <a:gd name="T7" fmla="*/ 2 h 13"/>
                <a:gd name="T8" fmla="*/ 0 w 11"/>
                <a:gd name="T9" fmla="*/ 2 h 13"/>
                <a:gd name="T10" fmla="*/ 0 w 11"/>
                <a:gd name="T11" fmla="*/ 2 h 13"/>
                <a:gd name="T12" fmla="*/ 1 w 11"/>
                <a:gd name="T13" fmla="*/ 4 h 13"/>
                <a:gd name="T14" fmla="*/ 3 w 11"/>
                <a:gd name="T15" fmla="*/ 8 h 13"/>
                <a:gd name="T16" fmla="*/ 5 w 11"/>
                <a:gd name="T17" fmla="*/ 13 h 13"/>
                <a:gd name="T18" fmla="*/ 5 w 11"/>
                <a:gd name="T19" fmla="*/ 13 h 13"/>
                <a:gd name="T20" fmla="*/ 7 w 11"/>
                <a:gd name="T21" fmla="*/ 11 h 13"/>
                <a:gd name="T22" fmla="*/ 11 w 11"/>
                <a:gd name="T23" fmla="*/ 9 h 13"/>
                <a:gd name="T24" fmla="*/ 11 w 11"/>
                <a:gd name="T25" fmla="*/ 9 h 13"/>
                <a:gd name="T26" fmla="*/ 11 w 11"/>
                <a:gd name="T27" fmla="*/ 4 h 13"/>
                <a:gd name="T28" fmla="*/ 11 w 11"/>
                <a:gd name="T29" fmla="*/ 0 h 13"/>
                <a:gd name="T30" fmla="*/ 5 w 11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5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4"/>
                  </a:lnTo>
                  <a:lnTo>
                    <a:pt x="3" y="8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7" y="11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2C66E7B1-0587-40A4-8D88-4FDE4E18B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220" y="2177346"/>
              <a:ext cx="29660" cy="20762"/>
            </a:xfrm>
            <a:custGeom>
              <a:avLst/>
              <a:gdLst>
                <a:gd name="T0" fmla="*/ 7 w 20"/>
                <a:gd name="T1" fmla="*/ 0 h 14"/>
                <a:gd name="T2" fmla="*/ 7 w 20"/>
                <a:gd name="T3" fmla="*/ 0 h 14"/>
                <a:gd name="T4" fmla="*/ 2 w 20"/>
                <a:gd name="T5" fmla="*/ 1 h 14"/>
                <a:gd name="T6" fmla="*/ 0 w 20"/>
                <a:gd name="T7" fmla="*/ 5 h 14"/>
                <a:gd name="T8" fmla="*/ 0 w 20"/>
                <a:gd name="T9" fmla="*/ 9 h 14"/>
                <a:gd name="T10" fmla="*/ 0 w 20"/>
                <a:gd name="T11" fmla="*/ 11 h 14"/>
                <a:gd name="T12" fmla="*/ 4 w 20"/>
                <a:gd name="T13" fmla="*/ 12 h 14"/>
                <a:gd name="T14" fmla="*/ 7 w 20"/>
                <a:gd name="T15" fmla="*/ 14 h 14"/>
                <a:gd name="T16" fmla="*/ 11 w 20"/>
                <a:gd name="T17" fmla="*/ 14 h 14"/>
                <a:gd name="T18" fmla="*/ 16 w 20"/>
                <a:gd name="T19" fmla="*/ 12 h 14"/>
                <a:gd name="T20" fmla="*/ 16 w 20"/>
                <a:gd name="T21" fmla="*/ 7 h 14"/>
                <a:gd name="T22" fmla="*/ 16 w 20"/>
                <a:gd name="T23" fmla="*/ 7 h 14"/>
                <a:gd name="T24" fmla="*/ 18 w 20"/>
                <a:gd name="T25" fmla="*/ 7 h 14"/>
                <a:gd name="T26" fmla="*/ 20 w 20"/>
                <a:gd name="T27" fmla="*/ 7 h 14"/>
                <a:gd name="T28" fmla="*/ 20 w 20"/>
                <a:gd name="T29" fmla="*/ 3 h 14"/>
                <a:gd name="T30" fmla="*/ 20 w 20"/>
                <a:gd name="T31" fmla="*/ 3 h 14"/>
                <a:gd name="T32" fmla="*/ 20 w 20"/>
                <a:gd name="T33" fmla="*/ 1 h 14"/>
                <a:gd name="T34" fmla="*/ 16 w 20"/>
                <a:gd name="T35" fmla="*/ 1 h 14"/>
                <a:gd name="T36" fmla="*/ 13 w 20"/>
                <a:gd name="T37" fmla="*/ 0 h 14"/>
                <a:gd name="T38" fmla="*/ 7 w 20"/>
                <a:gd name="T39" fmla="*/ 0 h 14"/>
                <a:gd name="T40" fmla="*/ 7 w 20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lnTo>
                    <a:pt x="7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12"/>
                  </a:lnTo>
                  <a:lnTo>
                    <a:pt x="7" y="14"/>
                  </a:lnTo>
                  <a:lnTo>
                    <a:pt x="11" y="14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04B95A30-C4EC-4217-9C8C-4A805FF6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27" y="2138788"/>
              <a:ext cx="108260" cy="84532"/>
            </a:xfrm>
            <a:custGeom>
              <a:avLst/>
              <a:gdLst>
                <a:gd name="T0" fmla="*/ 66 w 73"/>
                <a:gd name="T1" fmla="*/ 18 h 57"/>
                <a:gd name="T2" fmla="*/ 69 w 73"/>
                <a:gd name="T3" fmla="*/ 15 h 57"/>
                <a:gd name="T4" fmla="*/ 69 w 73"/>
                <a:gd name="T5" fmla="*/ 15 h 57"/>
                <a:gd name="T6" fmla="*/ 71 w 73"/>
                <a:gd name="T7" fmla="*/ 13 h 57"/>
                <a:gd name="T8" fmla="*/ 73 w 73"/>
                <a:gd name="T9" fmla="*/ 9 h 57"/>
                <a:gd name="T10" fmla="*/ 73 w 73"/>
                <a:gd name="T11" fmla="*/ 9 h 57"/>
                <a:gd name="T12" fmla="*/ 71 w 73"/>
                <a:gd name="T13" fmla="*/ 4 h 57"/>
                <a:gd name="T14" fmla="*/ 69 w 73"/>
                <a:gd name="T15" fmla="*/ 2 h 57"/>
                <a:gd name="T16" fmla="*/ 69 w 73"/>
                <a:gd name="T17" fmla="*/ 2 h 57"/>
                <a:gd name="T18" fmla="*/ 69 w 73"/>
                <a:gd name="T19" fmla="*/ 6 h 57"/>
                <a:gd name="T20" fmla="*/ 68 w 73"/>
                <a:gd name="T21" fmla="*/ 7 h 57"/>
                <a:gd name="T22" fmla="*/ 68 w 73"/>
                <a:gd name="T23" fmla="*/ 7 h 57"/>
                <a:gd name="T24" fmla="*/ 62 w 73"/>
                <a:gd name="T25" fmla="*/ 6 h 57"/>
                <a:gd name="T26" fmla="*/ 51 w 73"/>
                <a:gd name="T27" fmla="*/ 4 h 57"/>
                <a:gd name="T28" fmla="*/ 42 w 73"/>
                <a:gd name="T29" fmla="*/ 0 h 57"/>
                <a:gd name="T30" fmla="*/ 35 w 73"/>
                <a:gd name="T31" fmla="*/ 0 h 57"/>
                <a:gd name="T32" fmla="*/ 35 w 73"/>
                <a:gd name="T33" fmla="*/ 0 h 57"/>
                <a:gd name="T34" fmla="*/ 33 w 73"/>
                <a:gd name="T35" fmla="*/ 0 h 57"/>
                <a:gd name="T36" fmla="*/ 31 w 73"/>
                <a:gd name="T37" fmla="*/ 2 h 57"/>
                <a:gd name="T38" fmla="*/ 29 w 73"/>
                <a:gd name="T39" fmla="*/ 4 h 57"/>
                <a:gd name="T40" fmla="*/ 29 w 73"/>
                <a:gd name="T41" fmla="*/ 4 h 57"/>
                <a:gd name="T42" fmla="*/ 24 w 73"/>
                <a:gd name="T43" fmla="*/ 4 h 57"/>
                <a:gd name="T44" fmla="*/ 17 w 73"/>
                <a:gd name="T45" fmla="*/ 4 h 57"/>
                <a:gd name="T46" fmla="*/ 17 w 73"/>
                <a:gd name="T47" fmla="*/ 4 h 57"/>
                <a:gd name="T48" fmla="*/ 9 w 73"/>
                <a:gd name="T49" fmla="*/ 7 h 57"/>
                <a:gd name="T50" fmla="*/ 0 w 73"/>
                <a:gd name="T51" fmla="*/ 11 h 57"/>
                <a:gd name="T52" fmla="*/ 0 w 73"/>
                <a:gd name="T53" fmla="*/ 11 h 57"/>
                <a:gd name="T54" fmla="*/ 0 w 73"/>
                <a:gd name="T55" fmla="*/ 31 h 57"/>
                <a:gd name="T56" fmla="*/ 7 w 73"/>
                <a:gd name="T57" fmla="*/ 33 h 57"/>
                <a:gd name="T58" fmla="*/ 7 w 73"/>
                <a:gd name="T59" fmla="*/ 33 h 57"/>
                <a:gd name="T60" fmla="*/ 9 w 73"/>
                <a:gd name="T61" fmla="*/ 44 h 57"/>
                <a:gd name="T62" fmla="*/ 9 w 73"/>
                <a:gd name="T63" fmla="*/ 44 h 57"/>
                <a:gd name="T64" fmla="*/ 15 w 73"/>
                <a:gd name="T65" fmla="*/ 44 h 57"/>
                <a:gd name="T66" fmla="*/ 15 w 73"/>
                <a:gd name="T67" fmla="*/ 44 h 57"/>
                <a:gd name="T68" fmla="*/ 18 w 73"/>
                <a:gd name="T69" fmla="*/ 42 h 57"/>
                <a:gd name="T70" fmla="*/ 20 w 73"/>
                <a:gd name="T71" fmla="*/ 40 h 57"/>
                <a:gd name="T72" fmla="*/ 20 w 73"/>
                <a:gd name="T73" fmla="*/ 40 h 57"/>
                <a:gd name="T74" fmla="*/ 24 w 73"/>
                <a:gd name="T75" fmla="*/ 40 h 57"/>
                <a:gd name="T76" fmla="*/ 31 w 73"/>
                <a:gd name="T77" fmla="*/ 42 h 57"/>
                <a:gd name="T78" fmla="*/ 31 w 73"/>
                <a:gd name="T79" fmla="*/ 42 h 57"/>
                <a:gd name="T80" fmla="*/ 33 w 73"/>
                <a:gd name="T81" fmla="*/ 44 h 57"/>
                <a:gd name="T82" fmla="*/ 35 w 73"/>
                <a:gd name="T83" fmla="*/ 46 h 57"/>
                <a:gd name="T84" fmla="*/ 37 w 73"/>
                <a:gd name="T85" fmla="*/ 47 h 57"/>
                <a:gd name="T86" fmla="*/ 40 w 73"/>
                <a:gd name="T87" fmla="*/ 47 h 57"/>
                <a:gd name="T88" fmla="*/ 44 w 73"/>
                <a:gd name="T89" fmla="*/ 57 h 57"/>
                <a:gd name="T90" fmla="*/ 53 w 73"/>
                <a:gd name="T91" fmla="*/ 53 h 57"/>
                <a:gd name="T92" fmla="*/ 53 w 73"/>
                <a:gd name="T93" fmla="*/ 53 h 57"/>
                <a:gd name="T94" fmla="*/ 53 w 73"/>
                <a:gd name="T95" fmla="*/ 49 h 57"/>
                <a:gd name="T96" fmla="*/ 55 w 73"/>
                <a:gd name="T97" fmla="*/ 46 h 57"/>
                <a:gd name="T98" fmla="*/ 57 w 73"/>
                <a:gd name="T99" fmla="*/ 44 h 57"/>
                <a:gd name="T100" fmla="*/ 57 w 73"/>
                <a:gd name="T101" fmla="*/ 44 h 57"/>
                <a:gd name="T102" fmla="*/ 60 w 73"/>
                <a:gd name="T103" fmla="*/ 42 h 57"/>
                <a:gd name="T104" fmla="*/ 62 w 73"/>
                <a:gd name="T105" fmla="*/ 38 h 57"/>
                <a:gd name="T106" fmla="*/ 62 w 73"/>
                <a:gd name="T107" fmla="*/ 38 h 57"/>
                <a:gd name="T108" fmla="*/ 57 w 73"/>
                <a:gd name="T109" fmla="*/ 26 h 57"/>
                <a:gd name="T110" fmla="*/ 57 w 73"/>
                <a:gd name="T111" fmla="*/ 26 h 57"/>
                <a:gd name="T112" fmla="*/ 57 w 73"/>
                <a:gd name="T113" fmla="*/ 22 h 57"/>
                <a:gd name="T114" fmla="*/ 58 w 73"/>
                <a:gd name="T115" fmla="*/ 20 h 57"/>
                <a:gd name="T116" fmla="*/ 60 w 73"/>
                <a:gd name="T117" fmla="*/ 18 h 57"/>
                <a:gd name="T118" fmla="*/ 66 w 73"/>
                <a:gd name="T119" fmla="*/ 1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" h="57">
                  <a:moveTo>
                    <a:pt x="66" y="18"/>
                  </a:moveTo>
                  <a:lnTo>
                    <a:pt x="69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1" y="4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6"/>
                  </a:lnTo>
                  <a:lnTo>
                    <a:pt x="68" y="7"/>
                  </a:lnTo>
                  <a:lnTo>
                    <a:pt x="68" y="7"/>
                  </a:lnTo>
                  <a:lnTo>
                    <a:pt x="62" y="6"/>
                  </a:lnTo>
                  <a:lnTo>
                    <a:pt x="51" y="4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9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4" y="40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3" y="44"/>
                  </a:lnTo>
                  <a:lnTo>
                    <a:pt x="35" y="46"/>
                  </a:lnTo>
                  <a:lnTo>
                    <a:pt x="37" y="47"/>
                  </a:lnTo>
                  <a:lnTo>
                    <a:pt x="40" y="47"/>
                  </a:lnTo>
                  <a:lnTo>
                    <a:pt x="44" y="57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49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2"/>
                  </a:lnTo>
                  <a:lnTo>
                    <a:pt x="58" y="20"/>
                  </a:lnTo>
                  <a:lnTo>
                    <a:pt x="60" y="18"/>
                  </a:lnTo>
                  <a:lnTo>
                    <a:pt x="66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7" name="Freeform 290">
              <a:extLst>
                <a:ext uri="{FF2B5EF4-FFF2-40B4-BE49-F238E27FC236}">
                  <a16:creationId xmlns:a16="http://schemas.microsoft.com/office/drawing/2014/main" id="{3F8B7DF4-802F-4744-A496-372145358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760" y="3509084"/>
              <a:ext cx="157199" cy="177961"/>
            </a:xfrm>
            <a:custGeom>
              <a:avLst/>
              <a:gdLst>
                <a:gd name="T0" fmla="*/ 29 w 106"/>
                <a:gd name="T1" fmla="*/ 7 h 120"/>
                <a:gd name="T2" fmla="*/ 20 w 106"/>
                <a:gd name="T3" fmla="*/ 5 h 120"/>
                <a:gd name="T4" fmla="*/ 11 w 106"/>
                <a:gd name="T5" fmla="*/ 12 h 120"/>
                <a:gd name="T6" fmla="*/ 11 w 106"/>
                <a:gd name="T7" fmla="*/ 18 h 120"/>
                <a:gd name="T8" fmla="*/ 8 w 106"/>
                <a:gd name="T9" fmla="*/ 20 h 120"/>
                <a:gd name="T10" fmla="*/ 6 w 106"/>
                <a:gd name="T11" fmla="*/ 20 h 120"/>
                <a:gd name="T12" fmla="*/ 6 w 106"/>
                <a:gd name="T13" fmla="*/ 27 h 120"/>
                <a:gd name="T14" fmla="*/ 6 w 106"/>
                <a:gd name="T15" fmla="*/ 34 h 120"/>
                <a:gd name="T16" fmla="*/ 6 w 106"/>
                <a:gd name="T17" fmla="*/ 40 h 120"/>
                <a:gd name="T18" fmla="*/ 4 w 106"/>
                <a:gd name="T19" fmla="*/ 47 h 120"/>
                <a:gd name="T20" fmla="*/ 0 w 106"/>
                <a:gd name="T21" fmla="*/ 54 h 120"/>
                <a:gd name="T22" fmla="*/ 0 w 106"/>
                <a:gd name="T23" fmla="*/ 67 h 120"/>
                <a:gd name="T24" fmla="*/ 0 w 106"/>
                <a:gd name="T25" fmla="*/ 78 h 120"/>
                <a:gd name="T26" fmla="*/ 9 w 106"/>
                <a:gd name="T27" fmla="*/ 84 h 120"/>
                <a:gd name="T28" fmla="*/ 13 w 106"/>
                <a:gd name="T29" fmla="*/ 82 h 120"/>
                <a:gd name="T30" fmla="*/ 17 w 106"/>
                <a:gd name="T31" fmla="*/ 84 h 120"/>
                <a:gd name="T32" fmla="*/ 20 w 106"/>
                <a:gd name="T33" fmla="*/ 89 h 120"/>
                <a:gd name="T34" fmla="*/ 22 w 106"/>
                <a:gd name="T35" fmla="*/ 73 h 120"/>
                <a:gd name="T36" fmla="*/ 26 w 106"/>
                <a:gd name="T37" fmla="*/ 73 h 120"/>
                <a:gd name="T38" fmla="*/ 29 w 106"/>
                <a:gd name="T39" fmla="*/ 73 h 120"/>
                <a:gd name="T40" fmla="*/ 37 w 106"/>
                <a:gd name="T41" fmla="*/ 82 h 120"/>
                <a:gd name="T42" fmla="*/ 38 w 106"/>
                <a:gd name="T43" fmla="*/ 82 h 120"/>
                <a:gd name="T44" fmla="*/ 44 w 106"/>
                <a:gd name="T45" fmla="*/ 82 h 120"/>
                <a:gd name="T46" fmla="*/ 46 w 106"/>
                <a:gd name="T47" fmla="*/ 84 h 120"/>
                <a:gd name="T48" fmla="*/ 53 w 106"/>
                <a:gd name="T49" fmla="*/ 87 h 120"/>
                <a:gd name="T50" fmla="*/ 64 w 106"/>
                <a:gd name="T51" fmla="*/ 89 h 120"/>
                <a:gd name="T52" fmla="*/ 69 w 106"/>
                <a:gd name="T53" fmla="*/ 94 h 120"/>
                <a:gd name="T54" fmla="*/ 75 w 106"/>
                <a:gd name="T55" fmla="*/ 100 h 120"/>
                <a:gd name="T56" fmla="*/ 79 w 106"/>
                <a:gd name="T57" fmla="*/ 107 h 120"/>
                <a:gd name="T58" fmla="*/ 80 w 106"/>
                <a:gd name="T59" fmla="*/ 113 h 120"/>
                <a:gd name="T60" fmla="*/ 88 w 106"/>
                <a:gd name="T61" fmla="*/ 118 h 120"/>
                <a:gd name="T62" fmla="*/ 95 w 106"/>
                <a:gd name="T63" fmla="*/ 120 h 120"/>
                <a:gd name="T64" fmla="*/ 106 w 106"/>
                <a:gd name="T65" fmla="*/ 115 h 120"/>
                <a:gd name="T66" fmla="*/ 106 w 106"/>
                <a:gd name="T67" fmla="*/ 107 h 120"/>
                <a:gd name="T68" fmla="*/ 97 w 106"/>
                <a:gd name="T69" fmla="*/ 102 h 120"/>
                <a:gd name="T70" fmla="*/ 90 w 106"/>
                <a:gd name="T71" fmla="*/ 94 h 120"/>
                <a:gd name="T72" fmla="*/ 88 w 106"/>
                <a:gd name="T73" fmla="*/ 91 h 120"/>
                <a:gd name="T74" fmla="*/ 88 w 106"/>
                <a:gd name="T75" fmla="*/ 85 h 120"/>
                <a:gd name="T76" fmla="*/ 88 w 106"/>
                <a:gd name="T77" fmla="*/ 84 h 120"/>
                <a:gd name="T78" fmla="*/ 80 w 106"/>
                <a:gd name="T79" fmla="*/ 80 h 120"/>
                <a:gd name="T80" fmla="*/ 75 w 106"/>
                <a:gd name="T81" fmla="*/ 78 h 120"/>
                <a:gd name="T82" fmla="*/ 73 w 106"/>
                <a:gd name="T83" fmla="*/ 74 h 120"/>
                <a:gd name="T84" fmla="*/ 71 w 106"/>
                <a:gd name="T85" fmla="*/ 67 h 120"/>
                <a:gd name="T86" fmla="*/ 69 w 106"/>
                <a:gd name="T87" fmla="*/ 64 h 120"/>
                <a:gd name="T88" fmla="*/ 62 w 106"/>
                <a:gd name="T89" fmla="*/ 64 h 120"/>
                <a:gd name="T90" fmla="*/ 60 w 106"/>
                <a:gd name="T91" fmla="*/ 62 h 120"/>
                <a:gd name="T92" fmla="*/ 53 w 106"/>
                <a:gd name="T93" fmla="*/ 49 h 120"/>
                <a:gd name="T94" fmla="*/ 49 w 106"/>
                <a:gd name="T95" fmla="*/ 51 h 120"/>
                <a:gd name="T96" fmla="*/ 48 w 106"/>
                <a:gd name="T97" fmla="*/ 51 h 120"/>
                <a:gd name="T98" fmla="*/ 48 w 106"/>
                <a:gd name="T99" fmla="*/ 49 h 120"/>
                <a:gd name="T100" fmla="*/ 42 w 106"/>
                <a:gd name="T101" fmla="*/ 45 h 120"/>
                <a:gd name="T102" fmla="*/ 40 w 106"/>
                <a:gd name="T103" fmla="*/ 36 h 120"/>
                <a:gd name="T104" fmla="*/ 38 w 106"/>
                <a:gd name="T105" fmla="*/ 9 h 120"/>
                <a:gd name="T106" fmla="*/ 37 w 106"/>
                <a:gd name="T10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20">
                  <a:moveTo>
                    <a:pt x="37" y="0"/>
                  </a:moveTo>
                  <a:lnTo>
                    <a:pt x="29" y="7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7" y="9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4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8"/>
                  </a:lnTo>
                  <a:lnTo>
                    <a:pt x="0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20" y="8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6" y="73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35" y="78"/>
                  </a:lnTo>
                  <a:lnTo>
                    <a:pt x="37" y="82"/>
                  </a:lnTo>
                  <a:lnTo>
                    <a:pt x="38" y="82"/>
                  </a:lnTo>
                  <a:lnTo>
                    <a:pt x="38" y="82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4"/>
                  </a:lnTo>
                  <a:lnTo>
                    <a:pt x="46" y="84"/>
                  </a:lnTo>
                  <a:lnTo>
                    <a:pt x="49" y="85"/>
                  </a:lnTo>
                  <a:lnTo>
                    <a:pt x="53" y="87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66" y="91"/>
                  </a:lnTo>
                  <a:lnTo>
                    <a:pt x="69" y="94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7" y="104"/>
                  </a:lnTo>
                  <a:lnTo>
                    <a:pt x="79" y="107"/>
                  </a:lnTo>
                  <a:lnTo>
                    <a:pt x="80" y="113"/>
                  </a:lnTo>
                  <a:lnTo>
                    <a:pt x="80" y="113"/>
                  </a:lnTo>
                  <a:lnTo>
                    <a:pt x="86" y="116"/>
                  </a:lnTo>
                  <a:lnTo>
                    <a:pt x="88" y="118"/>
                  </a:lnTo>
                  <a:lnTo>
                    <a:pt x="91" y="116"/>
                  </a:lnTo>
                  <a:lnTo>
                    <a:pt x="95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6" y="111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7" y="102"/>
                  </a:lnTo>
                  <a:lnTo>
                    <a:pt x="93" y="9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7" y="80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4"/>
                  </a:lnTo>
                  <a:lnTo>
                    <a:pt x="73" y="71"/>
                  </a:lnTo>
                  <a:lnTo>
                    <a:pt x="71" y="67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66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2"/>
                  </a:lnTo>
                  <a:lnTo>
                    <a:pt x="57" y="56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49" y="51"/>
                  </a:lnTo>
                  <a:lnTo>
                    <a:pt x="48" y="51"/>
                  </a:lnTo>
                  <a:lnTo>
                    <a:pt x="48" y="51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6" y="47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0" y="36"/>
                  </a:lnTo>
                  <a:lnTo>
                    <a:pt x="40" y="23"/>
                  </a:lnTo>
                  <a:lnTo>
                    <a:pt x="38" y="9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8" name="Freeform 291">
              <a:extLst>
                <a:ext uri="{FF2B5EF4-FFF2-40B4-BE49-F238E27FC236}">
                  <a16:creationId xmlns:a16="http://schemas.microsoft.com/office/drawing/2014/main" id="{D9CD0879-F315-4BC1-B8CC-786674A58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3940637"/>
              <a:ext cx="83048" cy="71184"/>
            </a:xfrm>
            <a:custGeom>
              <a:avLst/>
              <a:gdLst>
                <a:gd name="T0" fmla="*/ 25 w 56"/>
                <a:gd name="T1" fmla="*/ 26 h 48"/>
                <a:gd name="T2" fmla="*/ 25 w 56"/>
                <a:gd name="T3" fmla="*/ 26 h 48"/>
                <a:gd name="T4" fmla="*/ 23 w 56"/>
                <a:gd name="T5" fmla="*/ 38 h 48"/>
                <a:gd name="T6" fmla="*/ 23 w 56"/>
                <a:gd name="T7" fmla="*/ 38 h 48"/>
                <a:gd name="T8" fmla="*/ 22 w 56"/>
                <a:gd name="T9" fmla="*/ 46 h 48"/>
                <a:gd name="T10" fmla="*/ 54 w 56"/>
                <a:gd name="T11" fmla="*/ 48 h 48"/>
                <a:gd name="T12" fmla="*/ 56 w 56"/>
                <a:gd name="T13" fmla="*/ 26 h 48"/>
                <a:gd name="T14" fmla="*/ 25 w 56"/>
                <a:gd name="T15" fmla="*/ 26 h 48"/>
                <a:gd name="T16" fmla="*/ 3 w 56"/>
                <a:gd name="T17" fmla="*/ 0 h 48"/>
                <a:gd name="T18" fmla="*/ 3 w 56"/>
                <a:gd name="T19" fmla="*/ 0 h 48"/>
                <a:gd name="T20" fmla="*/ 1 w 56"/>
                <a:gd name="T21" fmla="*/ 2 h 48"/>
                <a:gd name="T22" fmla="*/ 0 w 56"/>
                <a:gd name="T23" fmla="*/ 4 h 48"/>
                <a:gd name="T24" fmla="*/ 1 w 56"/>
                <a:gd name="T25" fmla="*/ 6 h 48"/>
                <a:gd name="T26" fmla="*/ 7 w 56"/>
                <a:gd name="T27" fmla="*/ 8 h 48"/>
                <a:gd name="T28" fmla="*/ 7 w 56"/>
                <a:gd name="T29" fmla="*/ 8 h 48"/>
                <a:gd name="T30" fmla="*/ 7 w 56"/>
                <a:gd name="T31" fmla="*/ 2 h 48"/>
                <a:gd name="T32" fmla="*/ 7 w 56"/>
                <a:gd name="T33" fmla="*/ 0 h 48"/>
                <a:gd name="T34" fmla="*/ 3 w 56"/>
                <a:gd name="T35" fmla="*/ 0 h 48"/>
                <a:gd name="T36" fmla="*/ 3 w 56"/>
                <a:gd name="T3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48">
                  <a:moveTo>
                    <a:pt x="25" y="26"/>
                  </a:moveTo>
                  <a:lnTo>
                    <a:pt x="25" y="2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46"/>
                  </a:lnTo>
                  <a:lnTo>
                    <a:pt x="54" y="48"/>
                  </a:lnTo>
                  <a:lnTo>
                    <a:pt x="56" y="26"/>
                  </a:lnTo>
                  <a:lnTo>
                    <a:pt x="25" y="26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9" name="Freeform 292">
              <a:extLst>
                <a:ext uri="{FF2B5EF4-FFF2-40B4-BE49-F238E27FC236}">
                  <a16:creationId xmlns:a16="http://schemas.microsoft.com/office/drawing/2014/main" id="{BA793D69-5F3E-4977-BA85-F8C2E34F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73" y="3621792"/>
              <a:ext cx="71184" cy="43008"/>
            </a:xfrm>
            <a:custGeom>
              <a:avLst/>
              <a:gdLst>
                <a:gd name="T0" fmla="*/ 2 w 48"/>
                <a:gd name="T1" fmla="*/ 15 h 29"/>
                <a:gd name="T2" fmla="*/ 11 w 48"/>
                <a:gd name="T3" fmla="*/ 24 h 29"/>
                <a:gd name="T4" fmla="*/ 11 w 48"/>
                <a:gd name="T5" fmla="*/ 24 h 29"/>
                <a:gd name="T6" fmla="*/ 15 w 48"/>
                <a:gd name="T7" fmla="*/ 24 h 29"/>
                <a:gd name="T8" fmla="*/ 20 w 48"/>
                <a:gd name="T9" fmla="*/ 24 h 29"/>
                <a:gd name="T10" fmla="*/ 29 w 48"/>
                <a:gd name="T11" fmla="*/ 24 h 29"/>
                <a:gd name="T12" fmla="*/ 29 w 48"/>
                <a:gd name="T13" fmla="*/ 24 h 29"/>
                <a:gd name="T14" fmla="*/ 35 w 48"/>
                <a:gd name="T15" fmla="*/ 28 h 29"/>
                <a:gd name="T16" fmla="*/ 38 w 48"/>
                <a:gd name="T17" fmla="*/ 28 h 29"/>
                <a:gd name="T18" fmla="*/ 42 w 48"/>
                <a:gd name="T19" fmla="*/ 29 h 29"/>
                <a:gd name="T20" fmla="*/ 42 w 48"/>
                <a:gd name="T21" fmla="*/ 29 h 29"/>
                <a:gd name="T22" fmla="*/ 44 w 48"/>
                <a:gd name="T23" fmla="*/ 28 h 29"/>
                <a:gd name="T24" fmla="*/ 44 w 48"/>
                <a:gd name="T25" fmla="*/ 26 h 29"/>
                <a:gd name="T26" fmla="*/ 48 w 48"/>
                <a:gd name="T27" fmla="*/ 26 h 29"/>
                <a:gd name="T28" fmla="*/ 48 w 48"/>
                <a:gd name="T29" fmla="*/ 13 h 29"/>
                <a:gd name="T30" fmla="*/ 48 w 48"/>
                <a:gd name="T31" fmla="*/ 13 h 29"/>
                <a:gd name="T32" fmla="*/ 46 w 48"/>
                <a:gd name="T33" fmla="*/ 11 h 29"/>
                <a:gd name="T34" fmla="*/ 40 w 48"/>
                <a:gd name="T35" fmla="*/ 9 h 29"/>
                <a:gd name="T36" fmla="*/ 40 w 48"/>
                <a:gd name="T37" fmla="*/ 9 h 29"/>
                <a:gd name="T38" fmla="*/ 35 w 48"/>
                <a:gd name="T39" fmla="*/ 8 h 29"/>
                <a:gd name="T40" fmla="*/ 31 w 48"/>
                <a:gd name="T41" fmla="*/ 6 h 29"/>
                <a:gd name="T42" fmla="*/ 31 w 48"/>
                <a:gd name="T43" fmla="*/ 6 h 29"/>
                <a:gd name="T44" fmla="*/ 22 w 48"/>
                <a:gd name="T45" fmla="*/ 2 h 29"/>
                <a:gd name="T46" fmla="*/ 17 w 48"/>
                <a:gd name="T47" fmla="*/ 0 h 29"/>
                <a:gd name="T48" fmla="*/ 17 w 48"/>
                <a:gd name="T49" fmla="*/ 0 h 29"/>
                <a:gd name="T50" fmla="*/ 11 w 48"/>
                <a:gd name="T51" fmla="*/ 2 h 29"/>
                <a:gd name="T52" fmla="*/ 9 w 48"/>
                <a:gd name="T53" fmla="*/ 6 h 29"/>
                <a:gd name="T54" fmla="*/ 8 w 48"/>
                <a:gd name="T55" fmla="*/ 9 h 29"/>
                <a:gd name="T56" fmla="*/ 8 w 48"/>
                <a:gd name="T57" fmla="*/ 9 h 29"/>
                <a:gd name="T58" fmla="*/ 8 w 48"/>
                <a:gd name="T59" fmla="*/ 11 h 29"/>
                <a:gd name="T60" fmla="*/ 6 w 48"/>
                <a:gd name="T61" fmla="*/ 11 h 29"/>
                <a:gd name="T62" fmla="*/ 2 w 48"/>
                <a:gd name="T63" fmla="*/ 11 h 29"/>
                <a:gd name="T64" fmla="*/ 0 w 48"/>
                <a:gd name="T65" fmla="*/ 13 h 29"/>
                <a:gd name="T66" fmla="*/ 0 w 48"/>
                <a:gd name="T67" fmla="*/ 13 h 29"/>
                <a:gd name="T68" fmla="*/ 2 w 48"/>
                <a:gd name="T69" fmla="*/ 15 h 29"/>
                <a:gd name="T70" fmla="*/ 2 w 48"/>
                <a:gd name="T71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" h="29">
                  <a:moveTo>
                    <a:pt x="2" y="15"/>
                  </a:moveTo>
                  <a:lnTo>
                    <a:pt x="11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20" y="2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5" y="28"/>
                  </a:lnTo>
                  <a:lnTo>
                    <a:pt x="38" y="28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4" y="28"/>
                  </a:lnTo>
                  <a:lnTo>
                    <a:pt x="44" y="26"/>
                  </a:lnTo>
                  <a:lnTo>
                    <a:pt x="48" y="26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1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2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0" name="Freeform 293">
              <a:extLst>
                <a:ext uri="{FF2B5EF4-FFF2-40B4-BE49-F238E27FC236}">
                  <a16:creationId xmlns:a16="http://schemas.microsoft.com/office/drawing/2014/main" id="{FDC41FCB-5767-42EA-83FE-58CABB04F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1506" y="3102741"/>
              <a:ext cx="262492" cy="301050"/>
            </a:xfrm>
            <a:custGeom>
              <a:avLst/>
              <a:gdLst>
                <a:gd name="T0" fmla="*/ 0 w 177"/>
                <a:gd name="T1" fmla="*/ 6 h 203"/>
                <a:gd name="T2" fmla="*/ 5 w 177"/>
                <a:gd name="T3" fmla="*/ 19 h 203"/>
                <a:gd name="T4" fmla="*/ 5 w 177"/>
                <a:gd name="T5" fmla="*/ 26 h 203"/>
                <a:gd name="T6" fmla="*/ 2 w 177"/>
                <a:gd name="T7" fmla="*/ 39 h 203"/>
                <a:gd name="T8" fmla="*/ 4 w 177"/>
                <a:gd name="T9" fmla="*/ 50 h 203"/>
                <a:gd name="T10" fmla="*/ 9 w 177"/>
                <a:gd name="T11" fmla="*/ 197 h 203"/>
                <a:gd name="T12" fmla="*/ 127 w 177"/>
                <a:gd name="T13" fmla="*/ 199 h 203"/>
                <a:gd name="T14" fmla="*/ 149 w 177"/>
                <a:gd name="T15" fmla="*/ 201 h 203"/>
                <a:gd name="T16" fmla="*/ 162 w 177"/>
                <a:gd name="T17" fmla="*/ 179 h 203"/>
                <a:gd name="T18" fmla="*/ 177 w 177"/>
                <a:gd name="T19" fmla="*/ 174 h 203"/>
                <a:gd name="T20" fmla="*/ 171 w 177"/>
                <a:gd name="T21" fmla="*/ 152 h 203"/>
                <a:gd name="T22" fmla="*/ 175 w 177"/>
                <a:gd name="T23" fmla="*/ 146 h 203"/>
                <a:gd name="T24" fmla="*/ 169 w 177"/>
                <a:gd name="T25" fmla="*/ 137 h 203"/>
                <a:gd name="T26" fmla="*/ 158 w 177"/>
                <a:gd name="T27" fmla="*/ 119 h 203"/>
                <a:gd name="T28" fmla="*/ 151 w 177"/>
                <a:gd name="T29" fmla="*/ 93 h 203"/>
                <a:gd name="T30" fmla="*/ 140 w 177"/>
                <a:gd name="T31" fmla="*/ 79 h 203"/>
                <a:gd name="T32" fmla="*/ 140 w 177"/>
                <a:gd name="T33" fmla="*/ 68 h 203"/>
                <a:gd name="T34" fmla="*/ 131 w 177"/>
                <a:gd name="T35" fmla="*/ 53 h 203"/>
                <a:gd name="T36" fmla="*/ 129 w 177"/>
                <a:gd name="T37" fmla="*/ 44 h 203"/>
                <a:gd name="T38" fmla="*/ 131 w 177"/>
                <a:gd name="T39" fmla="*/ 44 h 203"/>
                <a:gd name="T40" fmla="*/ 137 w 177"/>
                <a:gd name="T41" fmla="*/ 55 h 203"/>
                <a:gd name="T42" fmla="*/ 144 w 177"/>
                <a:gd name="T43" fmla="*/ 68 h 203"/>
                <a:gd name="T44" fmla="*/ 153 w 177"/>
                <a:gd name="T45" fmla="*/ 72 h 203"/>
                <a:gd name="T46" fmla="*/ 158 w 177"/>
                <a:gd name="T47" fmla="*/ 64 h 203"/>
                <a:gd name="T48" fmla="*/ 162 w 177"/>
                <a:gd name="T49" fmla="*/ 44 h 203"/>
                <a:gd name="T50" fmla="*/ 158 w 177"/>
                <a:gd name="T51" fmla="*/ 10 h 203"/>
                <a:gd name="T52" fmla="*/ 149 w 177"/>
                <a:gd name="T53" fmla="*/ 2 h 203"/>
                <a:gd name="T54" fmla="*/ 131 w 177"/>
                <a:gd name="T55" fmla="*/ 2 h 203"/>
                <a:gd name="T56" fmla="*/ 122 w 177"/>
                <a:gd name="T57" fmla="*/ 8 h 203"/>
                <a:gd name="T58" fmla="*/ 117 w 177"/>
                <a:gd name="T59" fmla="*/ 0 h 203"/>
                <a:gd name="T60" fmla="*/ 111 w 177"/>
                <a:gd name="T61" fmla="*/ 0 h 203"/>
                <a:gd name="T62" fmla="*/ 111 w 177"/>
                <a:gd name="T63" fmla="*/ 8 h 203"/>
                <a:gd name="T64" fmla="*/ 107 w 177"/>
                <a:gd name="T65" fmla="*/ 2 h 203"/>
                <a:gd name="T66" fmla="*/ 98 w 177"/>
                <a:gd name="T67" fmla="*/ 4 h 203"/>
                <a:gd name="T68" fmla="*/ 73 w 177"/>
                <a:gd name="T69" fmla="*/ 8 h 203"/>
                <a:gd name="T70" fmla="*/ 65 w 177"/>
                <a:gd name="T71" fmla="*/ 10 h 203"/>
                <a:gd name="T72" fmla="*/ 58 w 177"/>
                <a:gd name="T73" fmla="*/ 4 h 203"/>
                <a:gd name="T74" fmla="*/ 55 w 177"/>
                <a:gd name="T75" fmla="*/ 8 h 203"/>
                <a:gd name="T76" fmla="*/ 44 w 177"/>
                <a:gd name="T77" fmla="*/ 19 h 203"/>
                <a:gd name="T78" fmla="*/ 24 w 177"/>
                <a:gd name="T79" fmla="*/ 8 h 203"/>
                <a:gd name="T80" fmla="*/ 13 w 177"/>
                <a:gd name="T81" fmla="*/ 10 h 203"/>
                <a:gd name="T82" fmla="*/ 9 w 177"/>
                <a:gd name="T83" fmla="*/ 8 h 203"/>
                <a:gd name="T84" fmla="*/ 129 w 177"/>
                <a:gd name="T85" fmla="*/ 33 h 203"/>
                <a:gd name="T86" fmla="*/ 129 w 177"/>
                <a:gd name="T87" fmla="*/ 37 h 203"/>
                <a:gd name="T88" fmla="*/ 126 w 177"/>
                <a:gd name="T89" fmla="*/ 35 h 203"/>
                <a:gd name="T90" fmla="*/ 129 w 177"/>
                <a:gd name="T91" fmla="*/ 3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7" h="203">
                  <a:moveTo>
                    <a:pt x="0" y="2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197"/>
                  </a:lnTo>
                  <a:lnTo>
                    <a:pt x="122" y="197"/>
                  </a:lnTo>
                  <a:lnTo>
                    <a:pt x="126" y="195"/>
                  </a:lnTo>
                  <a:lnTo>
                    <a:pt x="127" y="199"/>
                  </a:lnTo>
                  <a:lnTo>
                    <a:pt x="142" y="199"/>
                  </a:lnTo>
                  <a:lnTo>
                    <a:pt x="144" y="203"/>
                  </a:lnTo>
                  <a:lnTo>
                    <a:pt x="149" y="201"/>
                  </a:lnTo>
                  <a:lnTo>
                    <a:pt x="151" y="190"/>
                  </a:lnTo>
                  <a:lnTo>
                    <a:pt x="158" y="190"/>
                  </a:lnTo>
                  <a:lnTo>
                    <a:pt x="162" y="179"/>
                  </a:lnTo>
                  <a:lnTo>
                    <a:pt x="168" y="177"/>
                  </a:lnTo>
                  <a:lnTo>
                    <a:pt x="177" y="174"/>
                  </a:lnTo>
                  <a:lnTo>
                    <a:pt x="177" y="174"/>
                  </a:lnTo>
                  <a:lnTo>
                    <a:pt x="173" y="163"/>
                  </a:lnTo>
                  <a:lnTo>
                    <a:pt x="171" y="152"/>
                  </a:lnTo>
                  <a:lnTo>
                    <a:pt x="171" y="152"/>
                  </a:lnTo>
                  <a:lnTo>
                    <a:pt x="175" y="150"/>
                  </a:lnTo>
                  <a:lnTo>
                    <a:pt x="175" y="150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73" y="143"/>
                  </a:lnTo>
                  <a:lnTo>
                    <a:pt x="169" y="137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58" y="119"/>
                  </a:lnTo>
                  <a:lnTo>
                    <a:pt x="157" y="110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46" y="86"/>
                  </a:lnTo>
                  <a:lnTo>
                    <a:pt x="140" y="79"/>
                  </a:lnTo>
                  <a:lnTo>
                    <a:pt x="140" y="79"/>
                  </a:lnTo>
                  <a:lnTo>
                    <a:pt x="140" y="73"/>
                  </a:lnTo>
                  <a:lnTo>
                    <a:pt x="140" y="68"/>
                  </a:lnTo>
                  <a:lnTo>
                    <a:pt x="140" y="68"/>
                  </a:lnTo>
                  <a:lnTo>
                    <a:pt x="137" y="62"/>
                  </a:lnTo>
                  <a:lnTo>
                    <a:pt x="133" y="59"/>
                  </a:lnTo>
                  <a:lnTo>
                    <a:pt x="131" y="53"/>
                  </a:lnTo>
                  <a:lnTo>
                    <a:pt x="131" y="53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2"/>
                  </a:lnTo>
                  <a:lnTo>
                    <a:pt x="131" y="44"/>
                  </a:lnTo>
                  <a:lnTo>
                    <a:pt x="131" y="44"/>
                  </a:lnTo>
                  <a:lnTo>
                    <a:pt x="135" y="48"/>
                  </a:lnTo>
                  <a:lnTo>
                    <a:pt x="135" y="51"/>
                  </a:lnTo>
                  <a:lnTo>
                    <a:pt x="137" y="55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44" y="68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3" y="72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58" y="64"/>
                  </a:lnTo>
                  <a:lnTo>
                    <a:pt x="158" y="64"/>
                  </a:lnTo>
                  <a:lnTo>
                    <a:pt x="160" y="51"/>
                  </a:lnTo>
                  <a:lnTo>
                    <a:pt x="162" y="44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58" y="10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49" y="2"/>
                  </a:lnTo>
                  <a:lnTo>
                    <a:pt x="142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7" y="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18" y="4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1" y="0"/>
                  </a:lnTo>
                  <a:lnTo>
                    <a:pt x="111" y="2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109" y="6"/>
                  </a:lnTo>
                  <a:lnTo>
                    <a:pt x="107" y="4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89" y="10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65" y="8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8"/>
                  </a:lnTo>
                  <a:lnTo>
                    <a:pt x="55" y="11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33" y="1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29" y="33"/>
                  </a:moveTo>
                  <a:lnTo>
                    <a:pt x="129" y="33"/>
                  </a:lnTo>
                  <a:lnTo>
                    <a:pt x="129" y="35"/>
                  </a:lnTo>
                  <a:lnTo>
                    <a:pt x="129" y="37"/>
                  </a:lnTo>
                  <a:lnTo>
                    <a:pt x="126" y="39"/>
                  </a:lnTo>
                  <a:lnTo>
                    <a:pt x="126" y="39"/>
                  </a:lnTo>
                  <a:lnTo>
                    <a:pt x="126" y="35"/>
                  </a:lnTo>
                  <a:lnTo>
                    <a:pt x="126" y="33"/>
                  </a:lnTo>
                  <a:lnTo>
                    <a:pt x="129" y="33"/>
                  </a:lnTo>
                  <a:lnTo>
                    <a:pt x="129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1" name="Freeform 294">
              <a:extLst>
                <a:ext uri="{FF2B5EF4-FFF2-40B4-BE49-F238E27FC236}">
                  <a16:creationId xmlns:a16="http://schemas.microsoft.com/office/drawing/2014/main" id="{DCBF3C35-86BF-46CC-ACF7-B89BD3D1F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3024" y="4013305"/>
              <a:ext cx="123090" cy="192791"/>
            </a:xfrm>
            <a:custGeom>
              <a:avLst/>
              <a:gdLst>
                <a:gd name="T0" fmla="*/ 5 w 83"/>
                <a:gd name="T1" fmla="*/ 108 h 130"/>
                <a:gd name="T2" fmla="*/ 0 w 83"/>
                <a:gd name="T3" fmla="*/ 117 h 130"/>
                <a:gd name="T4" fmla="*/ 3 w 83"/>
                <a:gd name="T5" fmla="*/ 119 h 130"/>
                <a:gd name="T6" fmla="*/ 7 w 83"/>
                <a:gd name="T7" fmla="*/ 122 h 130"/>
                <a:gd name="T8" fmla="*/ 12 w 83"/>
                <a:gd name="T9" fmla="*/ 119 h 130"/>
                <a:gd name="T10" fmla="*/ 14 w 83"/>
                <a:gd name="T11" fmla="*/ 117 h 130"/>
                <a:gd name="T12" fmla="*/ 18 w 83"/>
                <a:gd name="T13" fmla="*/ 126 h 130"/>
                <a:gd name="T14" fmla="*/ 20 w 83"/>
                <a:gd name="T15" fmla="*/ 130 h 130"/>
                <a:gd name="T16" fmla="*/ 23 w 83"/>
                <a:gd name="T17" fmla="*/ 130 h 130"/>
                <a:gd name="T18" fmla="*/ 27 w 83"/>
                <a:gd name="T19" fmla="*/ 128 h 130"/>
                <a:gd name="T20" fmla="*/ 32 w 83"/>
                <a:gd name="T21" fmla="*/ 122 h 130"/>
                <a:gd name="T22" fmla="*/ 36 w 83"/>
                <a:gd name="T23" fmla="*/ 112 h 130"/>
                <a:gd name="T24" fmla="*/ 42 w 83"/>
                <a:gd name="T25" fmla="*/ 104 h 130"/>
                <a:gd name="T26" fmla="*/ 49 w 83"/>
                <a:gd name="T27" fmla="*/ 95 h 130"/>
                <a:gd name="T28" fmla="*/ 69 w 83"/>
                <a:gd name="T29" fmla="*/ 82 h 130"/>
                <a:gd name="T30" fmla="*/ 76 w 83"/>
                <a:gd name="T31" fmla="*/ 75 h 130"/>
                <a:gd name="T32" fmla="*/ 80 w 83"/>
                <a:gd name="T33" fmla="*/ 62 h 130"/>
                <a:gd name="T34" fmla="*/ 83 w 83"/>
                <a:gd name="T35" fmla="*/ 62 h 130"/>
                <a:gd name="T36" fmla="*/ 83 w 83"/>
                <a:gd name="T37" fmla="*/ 50 h 130"/>
                <a:gd name="T38" fmla="*/ 80 w 83"/>
                <a:gd name="T39" fmla="*/ 40 h 130"/>
                <a:gd name="T40" fmla="*/ 82 w 83"/>
                <a:gd name="T41" fmla="*/ 31 h 130"/>
                <a:gd name="T42" fmla="*/ 76 w 83"/>
                <a:gd name="T43" fmla="*/ 30 h 130"/>
                <a:gd name="T44" fmla="*/ 71 w 83"/>
                <a:gd name="T45" fmla="*/ 26 h 130"/>
                <a:gd name="T46" fmla="*/ 69 w 83"/>
                <a:gd name="T47" fmla="*/ 24 h 130"/>
                <a:gd name="T48" fmla="*/ 65 w 83"/>
                <a:gd name="T49" fmla="*/ 28 h 130"/>
                <a:gd name="T50" fmla="*/ 51 w 83"/>
                <a:gd name="T51" fmla="*/ 24 h 130"/>
                <a:gd name="T52" fmla="*/ 47 w 83"/>
                <a:gd name="T53" fmla="*/ 19 h 130"/>
                <a:gd name="T54" fmla="*/ 45 w 83"/>
                <a:gd name="T55" fmla="*/ 13 h 130"/>
                <a:gd name="T56" fmla="*/ 43 w 83"/>
                <a:gd name="T57" fmla="*/ 11 h 130"/>
                <a:gd name="T58" fmla="*/ 34 w 83"/>
                <a:gd name="T59" fmla="*/ 8 h 130"/>
                <a:gd name="T60" fmla="*/ 29 w 83"/>
                <a:gd name="T61" fmla="*/ 2 h 130"/>
                <a:gd name="T62" fmla="*/ 29 w 83"/>
                <a:gd name="T63" fmla="*/ 0 h 130"/>
                <a:gd name="T64" fmla="*/ 12 w 83"/>
                <a:gd name="T65" fmla="*/ 11 h 130"/>
                <a:gd name="T66" fmla="*/ 16 w 83"/>
                <a:gd name="T67" fmla="*/ 19 h 130"/>
                <a:gd name="T68" fmla="*/ 14 w 83"/>
                <a:gd name="T69" fmla="*/ 26 h 130"/>
                <a:gd name="T70" fmla="*/ 7 w 83"/>
                <a:gd name="T71" fmla="*/ 33 h 130"/>
                <a:gd name="T72" fmla="*/ 9 w 83"/>
                <a:gd name="T73" fmla="*/ 42 h 130"/>
                <a:gd name="T74" fmla="*/ 9 w 83"/>
                <a:gd name="T75" fmla="*/ 48 h 130"/>
                <a:gd name="T76" fmla="*/ 5 w 83"/>
                <a:gd name="T77" fmla="*/ 51 h 130"/>
                <a:gd name="T78" fmla="*/ 0 w 83"/>
                <a:gd name="T79" fmla="*/ 55 h 130"/>
                <a:gd name="T80" fmla="*/ 3 w 83"/>
                <a:gd name="T81" fmla="*/ 59 h 130"/>
                <a:gd name="T82" fmla="*/ 1 w 83"/>
                <a:gd name="T83" fmla="*/ 66 h 130"/>
                <a:gd name="T84" fmla="*/ 1 w 83"/>
                <a:gd name="T85" fmla="*/ 70 h 130"/>
                <a:gd name="T86" fmla="*/ 3 w 83"/>
                <a:gd name="T87" fmla="*/ 75 h 130"/>
                <a:gd name="T88" fmla="*/ 5 w 83"/>
                <a:gd name="T89" fmla="*/ 75 h 130"/>
                <a:gd name="T90" fmla="*/ 0 w 83"/>
                <a:gd name="T91" fmla="*/ 86 h 130"/>
                <a:gd name="T92" fmla="*/ 7 w 83"/>
                <a:gd name="T93" fmla="*/ 88 h 130"/>
                <a:gd name="T94" fmla="*/ 12 w 83"/>
                <a:gd name="T95" fmla="*/ 90 h 130"/>
                <a:gd name="T96" fmla="*/ 12 w 83"/>
                <a:gd name="T97" fmla="*/ 92 h 130"/>
                <a:gd name="T98" fmla="*/ 11 w 83"/>
                <a:gd name="T99" fmla="*/ 95 h 130"/>
                <a:gd name="T100" fmla="*/ 12 w 83"/>
                <a:gd name="T101" fmla="*/ 97 h 130"/>
                <a:gd name="T102" fmla="*/ 3 w 83"/>
                <a:gd name="T103" fmla="*/ 104 h 130"/>
                <a:gd name="T104" fmla="*/ 16 w 83"/>
                <a:gd name="T105" fmla="*/ 90 h 130"/>
                <a:gd name="T106" fmla="*/ 12 w 83"/>
                <a:gd name="T107" fmla="*/ 90 h 130"/>
                <a:gd name="T108" fmla="*/ 14 w 83"/>
                <a:gd name="T109" fmla="*/ 86 h 130"/>
                <a:gd name="T110" fmla="*/ 16 w 83"/>
                <a:gd name="T111" fmla="*/ 8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130">
                  <a:moveTo>
                    <a:pt x="3" y="104"/>
                  </a:moveTo>
                  <a:lnTo>
                    <a:pt x="5" y="108"/>
                  </a:lnTo>
                  <a:lnTo>
                    <a:pt x="7" y="112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3" y="119"/>
                  </a:lnTo>
                  <a:lnTo>
                    <a:pt x="5" y="121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2" y="119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6" y="121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30"/>
                  </a:lnTo>
                  <a:lnTo>
                    <a:pt x="22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7" y="128"/>
                  </a:lnTo>
                  <a:lnTo>
                    <a:pt x="29" y="126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6" y="112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4" y="90"/>
                  </a:lnTo>
                  <a:lnTo>
                    <a:pt x="69" y="82"/>
                  </a:lnTo>
                  <a:lnTo>
                    <a:pt x="69" y="82"/>
                  </a:lnTo>
                  <a:lnTo>
                    <a:pt x="76" y="75"/>
                  </a:lnTo>
                  <a:lnTo>
                    <a:pt x="80" y="70"/>
                  </a:lnTo>
                  <a:lnTo>
                    <a:pt x="80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3" y="50"/>
                  </a:lnTo>
                  <a:lnTo>
                    <a:pt x="83" y="50"/>
                  </a:lnTo>
                  <a:lnTo>
                    <a:pt x="80" y="40"/>
                  </a:lnTo>
                  <a:lnTo>
                    <a:pt x="76" y="37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6" y="30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69" y="24"/>
                  </a:lnTo>
                  <a:lnTo>
                    <a:pt x="67" y="24"/>
                  </a:lnTo>
                  <a:lnTo>
                    <a:pt x="65" y="28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9" y="22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5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0" y="10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4" y="15"/>
                  </a:lnTo>
                  <a:lnTo>
                    <a:pt x="16" y="19"/>
                  </a:lnTo>
                  <a:lnTo>
                    <a:pt x="14" y="22"/>
                  </a:lnTo>
                  <a:lnTo>
                    <a:pt x="14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5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1" y="75"/>
                  </a:lnTo>
                  <a:lnTo>
                    <a:pt x="3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1" y="81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7" y="88"/>
                  </a:lnTo>
                  <a:lnTo>
                    <a:pt x="11" y="88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2"/>
                  </a:lnTo>
                  <a:lnTo>
                    <a:pt x="11" y="93"/>
                  </a:lnTo>
                  <a:lnTo>
                    <a:pt x="11" y="95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3" y="104"/>
                  </a:lnTo>
                  <a:lnTo>
                    <a:pt x="3" y="104"/>
                  </a:lnTo>
                  <a:close/>
                  <a:moveTo>
                    <a:pt x="16" y="86"/>
                  </a:moveTo>
                  <a:lnTo>
                    <a:pt x="16" y="90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2" name="Freeform 295">
              <a:extLst>
                <a:ext uri="{FF2B5EF4-FFF2-40B4-BE49-F238E27FC236}">
                  <a16:creationId xmlns:a16="http://schemas.microsoft.com/office/drawing/2014/main" id="{1B8594C5-1B7B-4C65-A168-C87C41E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576" y="3470526"/>
              <a:ext cx="83048" cy="59320"/>
            </a:xfrm>
            <a:custGeom>
              <a:avLst/>
              <a:gdLst>
                <a:gd name="T0" fmla="*/ 0 w 56"/>
                <a:gd name="T1" fmla="*/ 0 h 40"/>
                <a:gd name="T2" fmla="*/ 1 w 56"/>
                <a:gd name="T3" fmla="*/ 13 h 40"/>
                <a:gd name="T4" fmla="*/ 0 w 56"/>
                <a:gd name="T5" fmla="*/ 18 h 40"/>
                <a:gd name="T6" fmla="*/ 0 w 56"/>
                <a:gd name="T7" fmla="*/ 20 h 40"/>
                <a:gd name="T8" fmla="*/ 0 w 56"/>
                <a:gd name="T9" fmla="*/ 20 h 40"/>
                <a:gd name="T10" fmla="*/ 0 w 56"/>
                <a:gd name="T11" fmla="*/ 22 h 40"/>
                <a:gd name="T12" fmla="*/ 3 w 56"/>
                <a:gd name="T13" fmla="*/ 26 h 40"/>
                <a:gd name="T14" fmla="*/ 3 w 56"/>
                <a:gd name="T15" fmla="*/ 26 h 40"/>
                <a:gd name="T16" fmla="*/ 3 w 56"/>
                <a:gd name="T17" fmla="*/ 33 h 40"/>
                <a:gd name="T18" fmla="*/ 5 w 56"/>
                <a:gd name="T19" fmla="*/ 33 h 40"/>
                <a:gd name="T20" fmla="*/ 5 w 56"/>
                <a:gd name="T21" fmla="*/ 33 h 40"/>
                <a:gd name="T22" fmla="*/ 7 w 56"/>
                <a:gd name="T23" fmla="*/ 38 h 40"/>
                <a:gd name="T24" fmla="*/ 11 w 56"/>
                <a:gd name="T25" fmla="*/ 40 h 40"/>
                <a:gd name="T26" fmla="*/ 11 w 56"/>
                <a:gd name="T27" fmla="*/ 40 h 40"/>
                <a:gd name="T28" fmla="*/ 12 w 56"/>
                <a:gd name="T29" fmla="*/ 37 h 40"/>
                <a:gd name="T30" fmla="*/ 14 w 56"/>
                <a:gd name="T31" fmla="*/ 35 h 40"/>
                <a:gd name="T32" fmla="*/ 14 w 56"/>
                <a:gd name="T33" fmla="*/ 35 h 40"/>
                <a:gd name="T34" fmla="*/ 12 w 56"/>
                <a:gd name="T35" fmla="*/ 31 h 40"/>
                <a:gd name="T36" fmla="*/ 12 w 56"/>
                <a:gd name="T37" fmla="*/ 26 h 40"/>
                <a:gd name="T38" fmla="*/ 12 w 56"/>
                <a:gd name="T39" fmla="*/ 26 h 40"/>
                <a:gd name="T40" fmla="*/ 21 w 56"/>
                <a:gd name="T41" fmla="*/ 31 h 40"/>
                <a:gd name="T42" fmla="*/ 21 w 56"/>
                <a:gd name="T43" fmla="*/ 31 h 40"/>
                <a:gd name="T44" fmla="*/ 25 w 56"/>
                <a:gd name="T45" fmla="*/ 31 h 40"/>
                <a:gd name="T46" fmla="*/ 29 w 56"/>
                <a:gd name="T47" fmla="*/ 33 h 40"/>
                <a:gd name="T48" fmla="*/ 29 w 56"/>
                <a:gd name="T49" fmla="*/ 33 h 40"/>
                <a:gd name="T50" fmla="*/ 34 w 56"/>
                <a:gd name="T51" fmla="*/ 26 h 40"/>
                <a:gd name="T52" fmla="*/ 34 w 56"/>
                <a:gd name="T53" fmla="*/ 26 h 40"/>
                <a:gd name="T54" fmla="*/ 49 w 56"/>
                <a:gd name="T55" fmla="*/ 26 h 40"/>
                <a:gd name="T56" fmla="*/ 49 w 56"/>
                <a:gd name="T57" fmla="*/ 26 h 40"/>
                <a:gd name="T58" fmla="*/ 49 w 56"/>
                <a:gd name="T59" fmla="*/ 26 h 40"/>
                <a:gd name="T60" fmla="*/ 51 w 56"/>
                <a:gd name="T61" fmla="*/ 28 h 40"/>
                <a:gd name="T62" fmla="*/ 56 w 56"/>
                <a:gd name="T63" fmla="*/ 28 h 40"/>
                <a:gd name="T64" fmla="*/ 56 w 56"/>
                <a:gd name="T65" fmla="*/ 28 h 40"/>
                <a:gd name="T66" fmla="*/ 52 w 56"/>
                <a:gd name="T67" fmla="*/ 20 h 40"/>
                <a:gd name="T68" fmla="*/ 52 w 56"/>
                <a:gd name="T69" fmla="*/ 17 h 40"/>
                <a:gd name="T70" fmla="*/ 49 w 56"/>
                <a:gd name="T71" fmla="*/ 13 h 40"/>
                <a:gd name="T72" fmla="*/ 49 w 56"/>
                <a:gd name="T73" fmla="*/ 13 h 40"/>
                <a:gd name="T74" fmla="*/ 45 w 56"/>
                <a:gd name="T75" fmla="*/ 15 h 40"/>
                <a:gd name="T76" fmla="*/ 41 w 56"/>
                <a:gd name="T77" fmla="*/ 15 h 40"/>
                <a:gd name="T78" fmla="*/ 36 w 56"/>
                <a:gd name="T79" fmla="*/ 13 h 40"/>
                <a:gd name="T80" fmla="*/ 36 w 56"/>
                <a:gd name="T81" fmla="*/ 13 h 40"/>
                <a:gd name="T82" fmla="*/ 32 w 56"/>
                <a:gd name="T83" fmla="*/ 11 h 40"/>
                <a:gd name="T84" fmla="*/ 29 w 56"/>
                <a:gd name="T85" fmla="*/ 8 h 40"/>
                <a:gd name="T86" fmla="*/ 23 w 56"/>
                <a:gd name="T87" fmla="*/ 4 h 40"/>
                <a:gd name="T88" fmla="*/ 20 w 56"/>
                <a:gd name="T89" fmla="*/ 2 h 40"/>
                <a:gd name="T90" fmla="*/ 20 w 56"/>
                <a:gd name="T91" fmla="*/ 2 h 40"/>
                <a:gd name="T92" fmla="*/ 9 w 56"/>
                <a:gd name="T93" fmla="*/ 0 h 40"/>
                <a:gd name="T94" fmla="*/ 0 w 56"/>
                <a:gd name="T95" fmla="*/ 0 h 40"/>
                <a:gd name="T96" fmla="*/ 0 w 56"/>
                <a:gd name="T9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40">
                  <a:moveTo>
                    <a:pt x="0" y="0"/>
                  </a:moveTo>
                  <a:lnTo>
                    <a:pt x="1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2" y="3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5" y="31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51" y="28"/>
                  </a:lnTo>
                  <a:lnTo>
                    <a:pt x="56" y="28"/>
                  </a:lnTo>
                  <a:lnTo>
                    <a:pt x="56" y="28"/>
                  </a:lnTo>
                  <a:lnTo>
                    <a:pt x="52" y="20"/>
                  </a:lnTo>
                  <a:lnTo>
                    <a:pt x="52" y="17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5"/>
                  </a:lnTo>
                  <a:lnTo>
                    <a:pt x="41" y="1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2" y="11"/>
                  </a:lnTo>
                  <a:lnTo>
                    <a:pt x="29" y="8"/>
                  </a:lnTo>
                  <a:lnTo>
                    <a:pt x="23" y="4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3" name="Freeform 296">
              <a:extLst>
                <a:ext uri="{FF2B5EF4-FFF2-40B4-BE49-F238E27FC236}">
                  <a16:creationId xmlns:a16="http://schemas.microsoft.com/office/drawing/2014/main" id="{FF66C9A1-F94F-4FDE-AA3D-E1EF6208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8951" y="3679629"/>
              <a:ext cx="50422" cy="59320"/>
            </a:xfrm>
            <a:custGeom>
              <a:avLst/>
              <a:gdLst>
                <a:gd name="T0" fmla="*/ 29 w 34"/>
                <a:gd name="T1" fmla="*/ 1 h 40"/>
                <a:gd name="T2" fmla="*/ 29 w 34"/>
                <a:gd name="T3" fmla="*/ 1 h 40"/>
                <a:gd name="T4" fmla="*/ 25 w 34"/>
                <a:gd name="T5" fmla="*/ 7 h 40"/>
                <a:gd name="T6" fmla="*/ 22 w 34"/>
                <a:gd name="T7" fmla="*/ 12 h 40"/>
                <a:gd name="T8" fmla="*/ 27 w 34"/>
                <a:gd name="T9" fmla="*/ 12 h 40"/>
                <a:gd name="T10" fmla="*/ 27 w 34"/>
                <a:gd name="T11" fmla="*/ 12 h 40"/>
                <a:gd name="T12" fmla="*/ 31 w 34"/>
                <a:gd name="T13" fmla="*/ 16 h 40"/>
                <a:gd name="T14" fmla="*/ 34 w 34"/>
                <a:gd name="T15" fmla="*/ 21 h 40"/>
                <a:gd name="T16" fmla="*/ 20 w 34"/>
                <a:gd name="T17" fmla="*/ 38 h 40"/>
                <a:gd name="T18" fmla="*/ 14 w 34"/>
                <a:gd name="T19" fmla="*/ 38 h 40"/>
                <a:gd name="T20" fmla="*/ 14 w 34"/>
                <a:gd name="T21" fmla="*/ 38 h 40"/>
                <a:gd name="T22" fmla="*/ 13 w 34"/>
                <a:gd name="T23" fmla="*/ 38 h 40"/>
                <a:gd name="T24" fmla="*/ 9 w 34"/>
                <a:gd name="T25" fmla="*/ 40 h 40"/>
                <a:gd name="T26" fmla="*/ 9 w 34"/>
                <a:gd name="T27" fmla="*/ 40 h 40"/>
                <a:gd name="T28" fmla="*/ 3 w 34"/>
                <a:gd name="T29" fmla="*/ 38 h 40"/>
                <a:gd name="T30" fmla="*/ 2 w 34"/>
                <a:gd name="T31" fmla="*/ 38 h 40"/>
                <a:gd name="T32" fmla="*/ 0 w 34"/>
                <a:gd name="T33" fmla="*/ 34 h 40"/>
                <a:gd name="T34" fmla="*/ 0 w 34"/>
                <a:gd name="T35" fmla="*/ 34 h 40"/>
                <a:gd name="T36" fmla="*/ 0 w 34"/>
                <a:gd name="T37" fmla="*/ 32 h 40"/>
                <a:gd name="T38" fmla="*/ 2 w 34"/>
                <a:gd name="T39" fmla="*/ 29 h 40"/>
                <a:gd name="T40" fmla="*/ 3 w 34"/>
                <a:gd name="T41" fmla="*/ 25 h 40"/>
                <a:gd name="T42" fmla="*/ 3 w 34"/>
                <a:gd name="T43" fmla="*/ 21 h 40"/>
                <a:gd name="T44" fmla="*/ 3 w 34"/>
                <a:gd name="T45" fmla="*/ 21 h 40"/>
                <a:gd name="T46" fmla="*/ 3 w 34"/>
                <a:gd name="T47" fmla="*/ 16 h 40"/>
                <a:gd name="T48" fmla="*/ 7 w 34"/>
                <a:gd name="T49" fmla="*/ 10 h 40"/>
                <a:gd name="T50" fmla="*/ 11 w 34"/>
                <a:gd name="T51" fmla="*/ 5 h 40"/>
                <a:gd name="T52" fmla="*/ 14 w 34"/>
                <a:gd name="T53" fmla="*/ 1 h 40"/>
                <a:gd name="T54" fmla="*/ 18 w 34"/>
                <a:gd name="T55" fmla="*/ 5 h 40"/>
                <a:gd name="T56" fmla="*/ 29 w 34"/>
                <a:gd name="T57" fmla="*/ 0 h 40"/>
                <a:gd name="T58" fmla="*/ 29 w 34"/>
                <a:gd name="T59" fmla="*/ 0 h 40"/>
                <a:gd name="T60" fmla="*/ 29 w 34"/>
                <a:gd name="T61" fmla="*/ 1 h 40"/>
                <a:gd name="T62" fmla="*/ 29 w 34"/>
                <a:gd name="T6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40">
                  <a:moveTo>
                    <a:pt x="29" y="1"/>
                  </a:moveTo>
                  <a:lnTo>
                    <a:pt x="29" y="1"/>
                  </a:lnTo>
                  <a:lnTo>
                    <a:pt x="25" y="7"/>
                  </a:lnTo>
                  <a:lnTo>
                    <a:pt x="22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31" y="16"/>
                  </a:lnTo>
                  <a:lnTo>
                    <a:pt x="34" y="21"/>
                  </a:lnTo>
                  <a:lnTo>
                    <a:pt x="20" y="3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3" y="38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8" y="5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4" name="Freeform 297">
              <a:extLst>
                <a:ext uri="{FF2B5EF4-FFF2-40B4-BE49-F238E27FC236}">
                  <a16:creationId xmlns:a16="http://schemas.microsoft.com/office/drawing/2014/main" id="{606650FF-F619-42CC-9B8B-50FAC8E4E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2207006"/>
              <a:ext cx="105294" cy="137920"/>
            </a:xfrm>
            <a:custGeom>
              <a:avLst/>
              <a:gdLst>
                <a:gd name="T0" fmla="*/ 25 w 71"/>
                <a:gd name="T1" fmla="*/ 76 h 93"/>
                <a:gd name="T2" fmla="*/ 31 w 71"/>
                <a:gd name="T3" fmla="*/ 71 h 93"/>
                <a:gd name="T4" fmla="*/ 40 w 71"/>
                <a:gd name="T5" fmla="*/ 76 h 93"/>
                <a:gd name="T6" fmla="*/ 45 w 71"/>
                <a:gd name="T7" fmla="*/ 87 h 93"/>
                <a:gd name="T8" fmla="*/ 38 w 71"/>
                <a:gd name="T9" fmla="*/ 63 h 93"/>
                <a:gd name="T10" fmla="*/ 32 w 71"/>
                <a:gd name="T11" fmla="*/ 63 h 93"/>
                <a:gd name="T12" fmla="*/ 42 w 71"/>
                <a:gd name="T13" fmla="*/ 45 h 93"/>
                <a:gd name="T14" fmla="*/ 45 w 71"/>
                <a:gd name="T15" fmla="*/ 47 h 93"/>
                <a:gd name="T16" fmla="*/ 45 w 71"/>
                <a:gd name="T17" fmla="*/ 40 h 93"/>
                <a:gd name="T18" fmla="*/ 38 w 71"/>
                <a:gd name="T19" fmla="*/ 34 h 93"/>
                <a:gd name="T20" fmla="*/ 38 w 71"/>
                <a:gd name="T21" fmla="*/ 22 h 93"/>
                <a:gd name="T22" fmla="*/ 29 w 71"/>
                <a:gd name="T23" fmla="*/ 20 h 93"/>
                <a:gd name="T24" fmla="*/ 40 w 71"/>
                <a:gd name="T25" fmla="*/ 14 h 93"/>
                <a:gd name="T26" fmla="*/ 42 w 71"/>
                <a:gd name="T27" fmla="*/ 1 h 93"/>
                <a:gd name="T28" fmla="*/ 34 w 71"/>
                <a:gd name="T29" fmla="*/ 3 h 93"/>
                <a:gd name="T30" fmla="*/ 27 w 71"/>
                <a:gd name="T31" fmla="*/ 12 h 93"/>
                <a:gd name="T32" fmla="*/ 23 w 71"/>
                <a:gd name="T33" fmla="*/ 16 h 93"/>
                <a:gd name="T34" fmla="*/ 11 w 71"/>
                <a:gd name="T35" fmla="*/ 16 h 93"/>
                <a:gd name="T36" fmla="*/ 5 w 71"/>
                <a:gd name="T37" fmla="*/ 22 h 93"/>
                <a:gd name="T38" fmla="*/ 3 w 71"/>
                <a:gd name="T39" fmla="*/ 31 h 93"/>
                <a:gd name="T40" fmla="*/ 9 w 71"/>
                <a:gd name="T41" fmla="*/ 23 h 93"/>
                <a:gd name="T42" fmla="*/ 12 w 71"/>
                <a:gd name="T43" fmla="*/ 29 h 93"/>
                <a:gd name="T44" fmla="*/ 14 w 71"/>
                <a:gd name="T45" fmla="*/ 32 h 93"/>
                <a:gd name="T46" fmla="*/ 16 w 71"/>
                <a:gd name="T47" fmla="*/ 23 h 93"/>
                <a:gd name="T48" fmla="*/ 18 w 71"/>
                <a:gd name="T49" fmla="*/ 22 h 93"/>
                <a:gd name="T50" fmla="*/ 23 w 71"/>
                <a:gd name="T51" fmla="*/ 23 h 93"/>
                <a:gd name="T52" fmla="*/ 23 w 71"/>
                <a:gd name="T53" fmla="*/ 32 h 93"/>
                <a:gd name="T54" fmla="*/ 22 w 71"/>
                <a:gd name="T55" fmla="*/ 29 h 93"/>
                <a:gd name="T56" fmla="*/ 16 w 71"/>
                <a:gd name="T57" fmla="*/ 34 h 93"/>
                <a:gd name="T58" fmla="*/ 0 w 71"/>
                <a:gd name="T59" fmla="*/ 40 h 93"/>
                <a:gd name="T60" fmla="*/ 0 w 71"/>
                <a:gd name="T61" fmla="*/ 49 h 93"/>
                <a:gd name="T62" fmla="*/ 7 w 71"/>
                <a:gd name="T63" fmla="*/ 51 h 93"/>
                <a:gd name="T64" fmla="*/ 5 w 71"/>
                <a:gd name="T65" fmla="*/ 60 h 93"/>
                <a:gd name="T66" fmla="*/ 11 w 71"/>
                <a:gd name="T67" fmla="*/ 71 h 93"/>
                <a:gd name="T68" fmla="*/ 12 w 71"/>
                <a:gd name="T69" fmla="*/ 76 h 93"/>
                <a:gd name="T70" fmla="*/ 51 w 71"/>
                <a:gd name="T71" fmla="*/ 83 h 93"/>
                <a:gd name="T72" fmla="*/ 53 w 71"/>
                <a:gd name="T73" fmla="*/ 89 h 93"/>
                <a:gd name="T74" fmla="*/ 58 w 71"/>
                <a:gd name="T75" fmla="*/ 93 h 93"/>
                <a:gd name="T76" fmla="*/ 71 w 71"/>
                <a:gd name="T77" fmla="*/ 83 h 93"/>
                <a:gd name="T78" fmla="*/ 63 w 71"/>
                <a:gd name="T79" fmla="*/ 80 h 93"/>
                <a:gd name="T80" fmla="*/ 58 w 71"/>
                <a:gd name="T81" fmla="*/ 54 h 93"/>
                <a:gd name="T82" fmla="*/ 60 w 71"/>
                <a:gd name="T83" fmla="*/ 58 h 93"/>
                <a:gd name="T84" fmla="*/ 51 w 71"/>
                <a:gd name="T85" fmla="*/ 56 h 93"/>
                <a:gd name="T86" fmla="*/ 49 w 71"/>
                <a:gd name="T87" fmla="*/ 65 h 93"/>
                <a:gd name="T88" fmla="*/ 53 w 71"/>
                <a:gd name="T89" fmla="*/ 74 h 93"/>
                <a:gd name="T90" fmla="*/ 56 w 71"/>
                <a:gd name="T91" fmla="*/ 73 h 93"/>
                <a:gd name="T92" fmla="*/ 58 w 71"/>
                <a:gd name="T93" fmla="*/ 76 h 93"/>
                <a:gd name="T94" fmla="*/ 65 w 71"/>
                <a:gd name="T95" fmla="*/ 73 h 93"/>
                <a:gd name="T96" fmla="*/ 71 w 71"/>
                <a:gd name="T97" fmla="*/ 71 h 93"/>
                <a:gd name="T98" fmla="*/ 63 w 71"/>
                <a:gd name="T99" fmla="*/ 4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93">
                  <a:moveTo>
                    <a:pt x="12" y="76"/>
                  </a:moveTo>
                  <a:lnTo>
                    <a:pt x="25" y="76"/>
                  </a:lnTo>
                  <a:lnTo>
                    <a:pt x="25" y="76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8" y="63"/>
                  </a:lnTo>
                  <a:lnTo>
                    <a:pt x="36" y="65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2" y="45"/>
                  </a:lnTo>
                  <a:lnTo>
                    <a:pt x="43" y="47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5" y="43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2" y="22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7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4" y="3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5" y="22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9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2" y="29"/>
                  </a:lnTo>
                  <a:lnTo>
                    <a:pt x="11" y="31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29"/>
                  </a:lnTo>
                  <a:lnTo>
                    <a:pt x="16" y="27"/>
                  </a:lnTo>
                  <a:lnTo>
                    <a:pt x="16" y="23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8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3"/>
                  </a:lnTo>
                  <a:lnTo>
                    <a:pt x="23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2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3" y="49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5" y="60"/>
                  </a:lnTo>
                  <a:lnTo>
                    <a:pt x="3" y="69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6"/>
                  </a:lnTo>
                  <a:close/>
                  <a:moveTo>
                    <a:pt x="63" y="80"/>
                  </a:moveTo>
                  <a:lnTo>
                    <a:pt x="63" y="80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3" y="87"/>
                  </a:lnTo>
                  <a:lnTo>
                    <a:pt x="53" y="89"/>
                  </a:lnTo>
                  <a:lnTo>
                    <a:pt x="53" y="93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63" y="91"/>
                  </a:lnTo>
                  <a:lnTo>
                    <a:pt x="69" y="85"/>
                  </a:lnTo>
                  <a:lnTo>
                    <a:pt x="71" y="83"/>
                  </a:lnTo>
                  <a:lnTo>
                    <a:pt x="71" y="82"/>
                  </a:lnTo>
                  <a:lnTo>
                    <a:pt x="69" y="80"/>
                  </a:lnTo>
                  <a:lnTo>
                    <a:pt x="63" y="80"/>
                  </a:lnTo>
                  <a:lnTo>
                    <a:pt x="63" y="80"/>
                  </a:lnTo>
                  <a:close/>
                  <a:moveTo>
                    <a:pt x="63" y="47"/>
                  </a:moveTo>
                  <a:lnTo>
                    <a:pt x="58" y="54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0" y="58"/>
                  </a:lnTo>
                  <a:lnTo>
                    <a:pt x="53" y="54"/>
                  </a:lnTo>
                  <a:lnTo>
                    <a:pt x="53" y="54"/>
                  </a:lnTo>
                  <a:lnTo>
                    <a:pt x="51" y="56"/>
                  </a:lnTo>
                  <a:lnTo>
                    <a:pt x="45" y="62"/>
                  </a:lnTo>
                  <a:lnTo>
                    <a:pt x="45" y="62"/>
                  </a:lnTo>
                  <a:lnTo>
                    <a:pt x="49" y="65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4" y="73"/>
                  </a:lnTo>
                  <a:lnTo>
                    <a:pt x="56" y="73"/>
                  </a:lnTo>
                  <a:lnTo>
                    <a:pt x="60" y="73"/>
                  </a:lnTo>
                  <a:lnTo>
                    <a:pt x="60" y="73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3" y="74"/>
                  </a:lnTo>
                  <a:lnTo>
                    <a:pt x="65" y="73"/>
                  </a:lnTo>
                  <a:lnTo>
                    <a:pt x="63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63" y="4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5" name="Freeform 298">
              <a:extLst>
                <a:ext uri="{FF2B5EF4-FFF2-40B4-BE49-F238E27FC236}">
                  <a16:creationId xmlns:a16="http://schemas.microsoft.com/office/drawing/2014/main" id="{6DE70142-E25A-4B4A-B3D1-C47279CB5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388" y="2457633"/>
              <a:ext cx="140886" cy="88980"/>
            </a:xfrm>
            <a:custGeom>
              <a:avLst/>
              <a:gdLst>
                <a:gd name="T0" fmla="*/ 75 w 95"/>
                <a:gd name="T1" fmla="*/ 55 h 60"/>
                <a:gd name="T2" fmla="*/ 80 w 95"/>
                <a:gd name="T3" fmla="*/ 47 h 60"/>
                <a:gd name="T4" fmla="*/ 82 w 95"/>
                <a:gd name="T5" fmla="*/ 46 h 60"/>
                <a:gd name="T6" fmla="*/ 86 w 95"/>
                <a:gd name="T7" fmla="*/ 44 h 60"/>
                <a:gd name="T8" fmla="*/ 88 w 95"/>
                <a:gd name="T9" fmla="*/ 40 h 60"/>
                <a:gd name="T10" fmla="*/ 93 w 95"/>
                <a:gd name="T11" fmla="*/ 37 h 60"/>
                <a:gd name="T12" fmla="*/ 95 w 95"/>
                <a:gd name="T13" fmla="*/ 35 h 60"/>
                <a:gd name="T14" fmla="*/ 91 w 95"/>
                <a:gd name="T15" fmla="*/ 27 h 60"/>
                <a:gd name="T16" fmla="*/ 90 w 95"/>
                <a:gd name="T17" fmla="*/ 27 h 60"/>
                <a:gd name="T18" fmla="*/ 86 w 95"/>
                <a:gd name="T19" fmla="*/ 22 h 60"/>
                <a:gd name="T20" fmla="*/ 80 w 95"/>
                <a:gd name="T21" fmla="*/ 18 h 60"/>
                <a:gd name="T22" fmla="*/ 77 w 95"/>
                <a:gd name="T23" fmla="*/ 20 h 60"/>
                <a:gd name="T24" fmla="*/ 71 w 95"/>
                <a:gd name="T25" fmla="*/ 18 h 60"/>
                <a:gd name="T26" fmla="*/ 62 w 95"/>
                <a:gd name="T27" fmla="*/ 11 h 60"/>
                <a:gd name="T28" fmla="*/ 60 w 95"/>
                <a:gd name="T29" fmla="*/ 11 h 60"/>
                <a:gd name="T30" fmla="*/ 57 w 95"/>
                <a:gd name="T31" fmla="*/ 9 h 60"/>
                <a:gd name="T32" fmla="*/ 51 w 95"/>
                <a:gd name="T33" fmla="*/ 7 h 60"/>
                <a:gd name="T34" fmla="*/ 46 w 95"/>
                <a:gd name="T35" fmla="*/ 6 h 60"/>
                <a:gd name="T36" fmla="*/ 39 w 95"/>
                <a:gd name="T37" fmla="*/ 2 h 60"/>
                <a:gd name="T38" fmla="*/ 33 w 95"/>
                <a:gd name="T39" fmla="*/ 0 h 60"/>
                <a:gd name="T40" fmla="*/ 22 w 95"/>
                <a:gd name="T41" fmla="*/ 6 h 60"/>
                <a:gd name="T42" fmla="*/ 11 w 95"/>
                <a:gd name="T43" fmla="*/ 13 h 60"/>
                <a:gd name="T44" fmla="*/ 11 w 95"/>
                <a:gd name="T45" fmla="*/ 15 h 60"/>
                <a:gd name="T46" fmla="*/ 4 w 95"/>
                <a:gd name="T47" fmla="*/ 16 h 60"/>
                <a:gd name="T48" fmla="*/ 0 w 95"/>
                <a:gd name="T49" fmla="*/ 18 h 60"/>
                <a:gd name="T50" fmla="*/ 2 w 95"/>
                <a:gd name="T51" fmla="*/ 22 h 60"/>
                <a:gd name="T52" fmla="*/ 8 w 95"/>
                <a:gd name="T53" fmla="*/ 31 h 60"/>
                <a:gd name="T54" fmla="*/ 11 w 95"/>
                <a:gd name="T55" fmla="*/ 37 h 60"/>
                <a:gd name="T56" fmla="*/ 11 w 95"/>
                <a:gd name="T57" fmla="*/ 42 h 60"/>
                <a:gd name="T58" fmla="*/ 15 w 95"/>
                <a:gd name="T59" fmla="*/ 46 h 60"/>
                <a:gd name="T60" fmla="*/ 20 w 95"/>
                <a:gd name="T61" fmla="*/ 47 h 60"/>
                <a:gd name="T62" fmla="*/ 24 w 95"/>
                <a:gd name="T63" fmla="*/ 53 h 60"/>
                <a:gd name="T64" fmla="*/ 29 w 95"/>
                <a:gd name="T65" fmla="*/ 58 h 60"/>
                <a:gd name="T66" fmla="*/ 37 w 95"/>
                <a:gd name="T67" fmla="*/ 58 h 60"/>
                <a:gd name="T68" fmla="*/ 37 w 95"/>
                <a:gd name="T69" fmla="*/ 57 h 60"/>
                <a:gd name="T70" fmla="*/ 44 w 95"/>
                <a:gd name="T71" fmla="*/ 49 h 60"/>
                <a:gd name="T72" fmla="*/ 46 w 95"/>
                <a:gd name="T73" fmla="*/ 47 h 60"/>
                <a:gd name="T74" fmla="*/ 53 w 95"/>
                <a:gd name="T75" fmla="*/ 51 h 60"/>
                <a:gd name="T76" fmla="*/ 59 w 95"/>
                <a:gd name="T77" fmla="*/ 55 h 60"/>
                <a:gd name="T78" fmla="*/ 64 w 95"/>
                <a:gd name="T79" fmla="*/ 55 h 60"/>
                <a:gd name="T80" fmla="*/ 75 w 95"/>
                <a:gd name="T81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60">
                  <a:moveTo>
                    <a:pt x="75" y="55"/>
                  </a:moveTo>
                  <a:lnTo>
                    <a:pt x="75" y="55"/>
                  </a:lnTo>
                  <a:lnTo>
                    <a:pt x="79" y="51"/>
                  </a:lnTo>
                  <a:lnTo>
                    <a:pt x="80" y="47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6" y="44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93" y="37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3" y="31"/>
                  </a:lnTo>
                  <a:lnTo>
                    <a:pt x="91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88" y="26"/>
                  </a:lnTo>
                  <a:lnTo>
                    <a:pt x="86" y="22"/>
                  </a:lnTo>
                  <a:lnTo>
                    <a:pt x="84" y="20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77" y="20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64" y="13"/>
                  </a:lnTo>
                  <a:lnTo>
                    <a:pt x="62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39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15" y="9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1" y="37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3" y="46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9" y="58"/>
                  </a:lnTo>
                  <a:lnTo>
                    <a:pt x="35" y="60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9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75" y="55"/>
                  </a:lnTo>
                  <a:lnTo>
                    <a:pt x="75" y="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6" name="Freeform 299">
              <a:extLst>
                <a:ext uri="{FF2B5EF4-FFF2-40B4-BE49-F238E27FC236}">
                  <a16:creationId xmlns:a16="http://schemas.microsoft.com/office/drawing/2014/main" id="{C3F9D72B-D9C2-41A9-9F8E-C46312A11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6501" y="2987066"/>
              <a:ext cx="54872" cy="32626"/>
            </a:xfrm>
            <a:custGeom>
              <a:avLst/>
              <a:gdLst>
                <a:gd name="T0" fmla="*/ 24 w 37"/>
                <a:gd name="T1" fmla="*/ 17 h 22"/>
                <a:gd name="T2" fmla="*/ 24 w 37"/>
                <a:gd name="T3" fmla="*/ 17 h 22"/>
                <a:gd name="T4" fmla="*/ 20 w 37"/>
                <a:gd name="T5" fmla="*/ 22 h 22"/>
                <a:gd name="T6" fmla="*/ 20 w 37"/>
                <a:gd name="T7" fmla="*/ 22 h 22"/>
                <a:gd name="T8" fmla="*/ 13 w 37"/>
                <a:gd name="T9" fmla="*/ 22 h 22"/>
                <a:gd name="T10" fmla="*/ 6 w 37"/>
                <a:gd name="T11" fmla="*/ 22 h 22"/>
                <a:gd name="T12" fmla="*/ 6 w 37"/>
                <a:gd name="T13" fmla="*/ 22 h 22"/>
                <a:gd name="T14" fmla="*/ 6 w 37"/>
                <a:gd name="T15" fmla="*/ 20 h 22"/>
                <a:gd name="T16" fmla="*/ 4 w 37"/>
                <a:gd name="T17" fmla="*/ 18 h 22"/>
                <a:gd name="T18" fmla="*/ 0 w 37"/>
                <a:gd name="T19" fmla="*/ 17 h 22"/>
                <a:gd name="T20" fmla="*/ 0 w 37"/>
                <a:gd name="T21" fmla="*/ 17 h 22"/>
                <a:gd name="T22" fmla="*/ 2 w 37"/>
                <a:gd name="T23" fmla="*/ 15 h 22"/>
                <a:gd name="T24" fmla="*/ 2 w 37"/>
                <a:gd name="T25" fmla="*/ 15 h 22"/>
                <a:gd name="T26" fmla="*/ 8 w 37"/>
                <a:gd name="T27" fmla="*/ 17 h 22"/>
                <a:gd name="T28" fmla="*/ 11 w 37"/>
                <a:gd name="T29" fmla="*/ 17 h 22"/>
                <a:gd name="T30" fmla="*/ 11 w 37"/>
                <a:gd name="T31" fmla="*/ 17 h 22"/>
                <a:gd name="T32" fmla="*/ 15 w 37"/>
                <a:gd name="T33" fmla="*/ 13 h 22"/>
                <a:gd name="T34" fmla="*/ 15 w 37"/>
                <a:gd name="T35" fmla="*/ 13 h 22"/>
                <a:gd name="T36" fmla="*/ 19 w 37"/>
                <a:gd name="T37" fmla="*/ 13 h 22"/>
                <a:gd name="T38" fmla="*/ 19 w 37"/>
                <a:gd name="T39" fmla="*/ 13 h 22"/>
                <a:gd name="T40" fmla="*/ 24 w 37"/>
                <a:gd name="T41" fmla="*/ 17 h 22"/>
                <a:gd name="T42" fmla="*/ 24 w 37"/>
                <a:gd name="T43" fmla="*/ 17 h 22"/>
                <a:gd name="T44" fmla="*/ 24 w 37"/>
                <a:gd name="T45" fmla="*/ 17 h 22"/>
                <a:gd name="T46" fmla="*/ 24 w 37"/>
                <a:gd name="T47" fmla="*/ 17 h 22"/>
                <a:gd name="T48" fmla="*/ 33 w 37"/>
                <a:gd name="T49" fmla="*/ 6 h 22"/>
                <a:gd name="T50" fmla="*/ 37 w 37"/>
                <a:gd name="T51" fmla="*/ 0 h 22"/>
                <a:gd name="T52" fmla="*/ 37 w 37"/>
                <a:gd name="T53" fmla="*/ 0 h 22"/>
                <a:gd name="T54" fmla="*/ 28 w 37"/>
                <a:gd name="T55" fmla="*/ 7 h 22"/>
                <a:gd name="T56" fmla="*/ 28 w 37"/>
                <a:gd name="T57" fmla="*/ 7 h 22"/>
                <a:gd name="T58" fmla="*/ 15 w 37"/>
                <a:gd name="T59" fmla="*/ 9 h 22"/>
                <a:gd name="T60" fmla="*/ 4 w 37"/>
                <a:gd name="T61" fmla="*/ 11 h 22"/>
                <a:gd name="T62" fmla="*/ 4 w 37"/>
                <a:gd name="T63" fmla="*/ 11 h 22"/>
                <a:gd name="T64" fmla="*/ 2 w 37"/>
                <a:gd name="T65" fmla="*/ 15 h 22"/>
                <a:gd name="T66" fmla="*/ 2 w 37"/>
                <a:gd name="T67" fmla="*/ 15 h 22"/>
                <a:gd name="T68" fmla="*/ 8 w 37"/>
                <a:gd name="T69" fmla="*/ 17 h 22"/>
                <a:gd name="T70" fmla="*/ 11 w 37"/>
                <a:gd name="T71" fmla="*/ 17 h 22"/>
                <a:gd name="T72" fmla="*/ 11 w 37"/>
                <a:gd name="T73" fmla="*/ 17 h 22"/>
                <a:gd name="T74" fmla="*/ 15 w 37"/>
                <a:gd name="T75" fmla="*/ 13 h 22"/>
                <a:gd name="T76" fmla="*/ 15 w 37"/>
                <a:gd name="T77" fmla="*/ 13 h 22"/>
                <a:gd name="T78" fmla="*/ 19 w 37"/>
                <a:gd name="T79" fmla="*/ 13 h 22"/>
                <a:gd name="T80" fmla="*/ 19 w 37"/>
                <a:gd name="T81" fmla="*/ 13 h 22"/>
                <a:gd name="T82" fmla="*/ 24 w 37"/>
                <a:gd name="T83" fmla="*/ 17 h 22"/>
                <a:gd name="T84" fmla="*/ 24 w 37"/>
                <a:gd name="T85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" h="22">
                  <a:moveTo>
                    <a:pt x="24" y="17"/>
                  </a:moveTo>
                  <a:lnTo>
                    <a:pt x="24" y="17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  <a:moveTo>
                    <a:pt x="24" y="17"/>
                  </a:moveTo>
                  <a:lnTo>
                    <a:pt x="24" y="17"/>
                  </a:lnTo>
                  <a:lnTo>
                    <a:pt x="33" y="6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15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7" name="Freeform 300">
              <a:extLst>
                <a:ext uri="{FF2B5EF4-FFF2-40B4-BE49-F238E27FC236}">
                  <a16:creationId xmlns:a16="http://schemas.microsoft.com/office/drawing/2014/main" id="{8BFCC60C-C7C0-4E89-BCFF-F1EF2363E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8493" y="3368198"/>
              <a:ext cx="235798" cy="105294"/>
            </a:xfrm>
            <a:custGeom>
              <a:avLst/>
              <a:gdLst>
                <a:gd name="T0" fmla="*/ 26 w 159"/>
                <a:gd name="T1" fmla="*/ 22 h 71"/>
                <a:gd name="T2" fmla="*/ 27 w 159"/>
                <a:gd name="T3" fmla="*/ 31 h 71"/>
                <a:gd name="T4" fmla="*/ 22 w 159"/>
                <a:gd name="T5" fmla="*/ 35 h 71"/>
                <a:gd name="T6" fmla="*/ 26 w 159"/>
                <a:gd name="T7" fmla="*/ 33 h 71"/>
                <a:gd name="T8" fmla="*/ 29 w 159"/>
                <a:gd name="T9" fmla="*/ 31 h 71"/>
                <a:gd name="T10" fmla="*/ 31 w 159"/>
                <a:gd name="T11" fmla="*/ 26 h 71"/>
                <a:gd name="T12" fmla="*/ 33 w 159"/>
                <a:gd name="T13" fmla="*/ 24 h 71"/>
                <a:gd name="T14" fmla="*/ 26 w 159"/>
                <a:gd name="T15" fmla="*/ 22 h 71"/>
                <a:gd name="T16" fmla="*/ 26 w 159"/>
                <a:gd name="T17" fmla="*/ 0 h 71"/>
                <a:gd name="T18" fmla="*/ 20 w 159"/>
                <a:gd name="T19" fmla="*/ 2 h 71"/>
                <a:gd name="T20" fmla="*/ 9 w 159"/>
                <a:gd name="T21" fmla="*/ 11 h 71"/>
                <a:gd name="T22" fmla="*/ 0 w 159"/>
                <a:gd name="T23" fmla="*/ 26 h 71"/>
                <a:gd name="T24" fmla="*/ 6 w 159"/>
                <a:gd name="T25" fmla="*/ 26 h 71"/>
                <a:gd name="T26" fmla="*/ 13 w 159"/>
                <a:gd name="T27" fmla="*/ 18 h 71"/>
                <a:gd name="T28" fmla="*/ 20 w 159"/>
                <a:gd name="T29" fmla="*/ 13 h 71"/>
                <a:gd name="T30" fmla="*/ 27 w 159"/>
                <a:gd name="T31" fmla="*/ 7 h 71"/>
                <a:gd name="T32" fmla="*/ 38 w 159"/>
                <a:gd name="T33" fmla="*/ 7 h 71"/>
                <a:gd name="T34" fmla="*/ 42 w 159"/>
                <a:gd name="T35" fmla="*/ 9 h 71"/>
                <a:gd name="T36" fmla="*/ 48 w 159"/>
                <a:gd name="T37" fmla="*/ 16 h 71"/>
                <a:gd name="T38" fmla="*/ 51 w 159"/>
                <a:gd name="T39" fmla="*/ 16 h 71"/>
                <a:gd name="T40" fmla="*/ 58 w 159"/>
                <a:gd name="T41" fmla="*/ 22 h 71"/>
                <a:gd name="T42" fmla="*/ 62 w 159"/>
                <a:gd name="T43" fmla="*/ 22 h 71"/>
                <a:gd name="T44" fmla="*/ 66 w 159"/>
                <a:gd name="T45" fmla="*/ 22 h 71"/>
                <a:gd name="T46" fmla="*/ 73 w 159"/>
                <a:gd name="T47" fmla="*/ 31 h 71"/>
                <a:gd name="T48" fmla="*/ 77 w 159"/>
                <a:gd name="T49" fmla="*/ 33 h 71"/>
                <a:gd name="T50" fmla="*/ 89 w 159"/>
                <a:gd name="T51" fmla="*/ 33 h 71"/>
                <a:gd name="T52" fmla="*/ 93 w 159"/>
                <a:gd name="T53" fmla="*/ 33 h 71"/>
                <a:gd name="T54" fmla="*/ 93 w 159"/>
                <a:gd name="T55" fmla="*/ 40 h 71"/>
                <a:gd name="T56" fmla="*/ 97 w 159"/>
                <a:gd name="T57" fmla="*/ 46 h 71"/>
                <a:gd name="T58" fmla="*/ 115 w 159"/>
                <a:gd name="T59" fmla="*/ 55 h 71"/>
                <a:gd name="T60" fmla="*/ 108 w 159"/>
                <a:gd name="T61" fmla="*/ 71 h 71"/>
                <a:gd name="T62" fmla="*/ 159 w 159"/>
                <a:gd name="T63" fmla="*/ 62 h 71"/>
                <a:gd name="T64" fmla="*/ 157 w 159"/>
                <a:gd name="T65" fmla="*/ 53 h 71"/>
                <a:gd name="T66" fmla="*/ 144 w 159"/>
                <a:gd name="T67" fmla="*/ 55 h 71"/>
                <a:gd name="T68" fmla="*/ 137 w 159"/>
                <a:gd name="T69" fmla="*/ 40 h 71"/>
                <a:gd name="T70" fmla="*/ 130 w 159"/>
                <a:gd name="T71" fmla="*/ 40 h 71"/>
                <a:gd name="T72" fmla="*/ 122 w 159"/>
                <a:gd name="T73" fmla="*/ 40 h 71"/>
                <a:gd name="T74" fmla="*/ 120 w 159"/>
                <a:gd name="T75" fmla="*/ 33 h 71"/>
                <a:gd name="T76" fmla="*/ 106 w 159"/>
                <a:gd name="T77" fmla="*/ 26 h 71"/>
                <a:gd name="T78" fmla="*/ 91 w 159"/>
                <a:gd name="T79" fmla="*/ 18 h 71"/>
                <a:gd name="T80" fmla="*/ 84 w 159"/>
                <a:gd name="T81" fmla="*/ 18 h 71"/>
                <a:gd name="T82" fmla="*/ 82 w 159"/>
                <a:gd name="T83" fmla="*/ 16 h 71"/>
                <a:gd name="T84" fmla="*/ 79 w 159"/>
                <a:gd name="T85" fmla="*/ 9 h 71"/>
                <a:gd name="T86" fmla="*/ 77 w 159"/>
                <a:gd name="T87" fmla="*/ 7 h 71"/>
                <a:gd name="T88" fmla="*/ 49 w 159"/>
                <a:gd name="T89" fmla="*/ 2 h 71"/>
                <a:gd name="T90" fmla="*/ 26 w 159"/>
                <a:gd name="T9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71">
                  <a:moveTo>
                    <a:pt x="26" y="22"/>
                  </a:moveTo>
                  <a:lnTo>
                    <a:pt x="26" y="22"/>
                  </a:lnTo>
                  <a:lnTo>
                    <a:pt x="26" y="26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6" y="22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0" y="2"/>
                  </a:lnTo>
                  <a:lnTo>
                    <a:pt x="15" y="4"/>
                  </a:lnTo>
                  <a:lnTo>
                    <a:pt x="9" y="11"/>
                  </a:lnTo>
                  <a:lnTo>
                    <a:pt x="4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6" y="26"/>
                  </a:lnTo>
                  <a:lnTo>
                    <a:pt x="13" y="24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35" y="7"/>
                  </a:lnTo>
                  <a:lnTo>
                    <a:pt x="38" y="7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4" y="13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1" y="16"/>
                  </a:lnTo>
                  <a:lnTo>
                    <a:pt x="57" y="16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62" y="22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27"/>
                  </a:lnTo>
                  <a:lnTo>
                    <a:pt x="73" y="31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6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3" y="36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7" y="46"/>
                  </a:lnTo>
                  <a:lnTo>
                    <a:pt x="102" y="49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08" y="71"/>
                  </a:lnTo>
                  <a:lnTo>
                    <a:pt x="108" y="71"/>
                  </a:lnTo>
                  <a:lnTo>
                    <a:pt x="159" y="62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48" y="55"/>
                  </a:lnTo>
                  <a:lnTo>
                    <a:pt x="144" y="55"/>
                  </a:lnTo>
                  <a:lnTo>
                    <a:pt x="140" y="53"/>
                  </a:lnTo>
                  <a:lnTo>
                    <a:pt x="137" y="40"/>
                  </a:lnTo>
                  <a:lnTo>
                    <a:pt x="137" y="40"/>
                  </a:lnTo>
                  <a:lnTo>
                    <a:pt x="130" y="40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22" y="36"/>
                  </a:lnTo>
                  <a:lnTo>
                    <a:pt x="120" y="33"/>
                  </a:lnTo>
                  <a:lnTo>
                    <a:pt x="120" y="33"/>
                  </a:lnTo>
                  <a:lnTo>
                    <a:pt x="106" y="2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8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2" y="16"/>
                  </a:lnTo>
                  <a:lnTo>
                    <a:pt x="80" y="13"/>
                  </a:lnTo>
                  <a:lnTo>
                    <a:pt x="79" y="9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66" y="4"/>
                  </a:lnTo>
                  <a:lnTo>
                    <a:pt x="49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8" name="Freeform 301">
              <a:extLst>
                <a:ext uri="{FF2B5EF4-FFF2-40B4-BE49-F238E27FC236}">
                  <a16:creationId xmlns:a16="http://schemas.microsoft.com/office/drawing/2014/main" id="{28CE9BAB-5E8B-40A0-AC2E-77C1DB486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6049" y="2611866"/>
              <a:ext cx="146818" cy="158682"/>
            </a:xfrm>
            <a:custGeom>
              <a:avLst/>
              <a:gdLst>
                <a:gd name="T0" fmla="*/ 82 w 99"/>
                <a:gd name="T1" fmla="*/ 104 h 107"/>
                <a:gd name="T2" fmla="*/ 77 w 99"/>
                <a:gd name="T3" fmla="*/ 98 h 107"/>
                <a:gd name="T4" fmla="*/ 71 w 99"/>
                <a:gd name="T5" fmla="*/ 95 h 107"/>
                <a:gd name="T6" fmla="*/ 68 w 99"/>
                <a:gd name="T7" fmla="*/ 93 h 107"/>
                <a:gd name="T8" fmla="*/ 66 w 99"/>
                <a:gd name="T9" fmla="*/ 87 h 107"/>
                <a:gd name="T10" fmla="*/ 53 w 99"/>
                <a:gd name="T11" fmla="*/ 75 h 107"/>
                <a:gd name="T12" fmla="*/ 46 w 99"/>
                <a:gd name="T13" fmla="*/ 64 h 107"/>
                <a:gd name="T14" fmla="*/ 46 w 99"/>
                <a:gd name="T15" fmla="*/ 60 h 107"/>
                <a:gd name="T16" fmla="*/ 42 w 99"/>
                <a:gd name="T17" fmla="*/ 53 h 107"/>
                <a:gd name="T18" fmla="*/ 37 w 99"/>
                <a:gd name="T19" fmla="*/ 42 h 107"/>
                <a:gd name="T20" fmla="*/ 40 w 99"/>
                <a:gd name="T21" fmla="*/ 38 h 107"/>
                <a:gd name="T22" fmla="*/ 44 w 99"/>
                <a:gd name="T23" fmla="*/ 40 h 107"/>
                <a:gd name="T24" fmla="*/ 50 w 99"/>
                <a:gd name="T25" fmla="*/ 44 h 107"/>
                <a:gd name="T26" fmla="*/ 53 w 99"/>
                <a:gd name="T27" fmla="*/ 44 h 107"/>
                <a:gd name="T28" fmla="*/ 59 w 99"/>
                <a:gd name="T29" fmla="*/ 47 h 107"/>
                <a:gd name="T30" fmla="*/ 70 w 99"/>
                <a:gd name="T31" fmla="*/ 44 h 107"/>
                <a:gd name="T32" fmla="*/ 79 w 99"/>
                <a:gd name="T33" fmla="*/ 47 h 107"/>
                <a:gd name="T34" fmla="*/ 80 w 99"/>
                <a:gd name="T35" fmla="*/ 51 h 107"/>
                <a:gd name="T36" fmla="*/ 95 w 99"/>
                <a:gd name="T37" fmla="*/ 51 h 107"/>
                <a:gd name="T38" fmla="*/ 99 w 99"/>
                <a:gd name="T39" fmla="*/ 45 h 107"/>
                <a:gd name="T40" fmla="*/ 95 w 99"/>
                <a:gd name="T41" fmla="*/ 40 h 107"/>
                <a:gd name="T42" fmla="*/ 95 w 99"/>
                <a:gd name="T43" fmla="*/ 35 h 107"/>
                <a:gd name="T44" fmla="*/ 88 w 99"/>
                <a:gd name="T45" fmla="*/ 35 h 107"/>
                <a:gd name="T46" fmla="*/ 79 w 99"/>
                <a:gd name="T47" fmla="*/ 31 h 107"/>
                <a:gd name="T48" fmla="*/ 62 w 99"/>
                <a:gd name="T49" fmla="*/ 18 h 107"/>
                <a:gd name="T50" fmla="*/ 60 w 99"/>
                <a:gd name="T51" fmla="*/ 11 h 107"/>
                <a:gd name="T52" fmla="*/ 50 w 99"/>
                <a:gd name="T53" fmla="*/ 0 h 107"/>
                <a:gd name="T54" fmla="*/ 44 w 99"/>
                <a:gd name="T55" fmla="*/ 4 h 107"/>
                <a:gd name="T56" fmla="*/ 44 w 99"/>
                <a:gd name="T57" fmla="*/ 7 h 107"/>
                <a:gd name="T58" fmla="*/ 39 w 99"/>
                <a:gd name="T59" fmla="*/ 7 h 107"/>
                <a:gd name="T60" fmla="*/ 33 w 99"/>
                <a:gd name="T61" fmla="*/ 13 h 107"/>
                <a:gd name="T62" fmla="*/ 26 w 99"/>
                <a:gd name="T63" fmla="*/ 27 h 107"/>
                <a:gd name="T64" fmla="*/ 20 w 99"/>
                <a:gd name="T65" fmla="*/ 24 h 107"/>
                <a:gd name="T66" fmla="*/ 20 w 99"/>
                <a:gd name="T67" fmla="*/ 24 h 107"/>
                <a:gd name="T68" fmla="*/ 19 w 99"/>
                <a:gd name="T69" fmla="*/ 33 h 107"/>
                <a:gd name="T70" fmla="*/ 0 w 99"/>
                <a:gd name="T71" fmla="*/ 38 h 107"/>
                <a:gd name="T72" fmla="*/ 0 w 99"/>
                <a:gd name="T73" fmla="*/ 45 h 107"/>
                <a:gd name="T74" fmla="*/ 2 w 99"/>
                <a:gd name="T75" fmla="*/ 55 h 107"/>
                <a:gd name="T76" fmla="*/ 8 w 99"/>
                <a:gd name="T77" fmla="*/ 49 h 107"/>
                <a:gd name="T78" fmla="*/ 15 w 99"/>
                <a:gd name="T79" fmla="*/ 47 h 107"/>
                <a:gd name="T80" fmla="*/ 17 w 99"/>
                <a:gd name="T81" fmla="*/ 38 h 107"/>
                <a:gd name="T82" fmla="*/ 22 w 99"/>
                <a:gd name="T83" fmla="*/ 42 h 107"/>
                <a:gd name="T84" fmla="*/ 19 w 99"/>
                <a:gd name="T85" fmla="*/ 53 h 107"/>
                <a:gd name="T86" fmla="*/ 29 w 99"/>
                <a:gd name="T87" fmla="*/ 64 h 107"/>
                <a:gd name="T88" fmla="*/ 26 w 99"/>
                <a:gd name="T89" fmla="*/ 71 h 107"/>
                <a:gd name="T90" fmla="*/ 40 w 99"/>
                <a:gd name="T91" fmla="*/ 82 h 107"/>
                <a:gd name="T92" fmla="*/ 51 w 99"/>
                <a:gd name="T93" fmla="*/ 82 h 107"/>
                <a:gd name="T94" fmla="*/ 60 w 99"/>
                <a:gd name="T95" fmla="*/ 93 h 107"/>
                <a:gd name="T96" fmla="*/ 71 w 99"/>
                <a:gd name="T97" fmla="*/ 96 h 107"/>
                <a:gd name="T98" fmla="*/ 77 w 99"/>
                <a:gd name="T99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107">
                  <a:moveTo>
                    <a:pt x="79" y="106"/>
                  </a:moveTo>
                  <a:lnTo>
                    <a:pt x="80" y="107"/>
                  </a:lnTo>
                  <a:lnTo>
                    <a:pt x="82" y="104"/>
                  </a:lnTo>
                  <a:lnTo>
                    <a:pt x="82" y="104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3" y="93"/>
                  </a:lnTo>
                  <a:lnTo>
                    <a:pt x="73" y="93"/>
                  </a:lnTo>
                  <a:lnTo>
                    <a:pt x="71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6" y="89"/>
                  </a:lnTo>
                  <a:lnTo>
                    <a:pt x="66" y="87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3" y="75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0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42" y="53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9" y="40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4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6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4" y="53"/>
                  </a:lnTo>
                  <a:lnTo>
                    <a:pt x="88" y="53"/>
                  </a:lnTo>
                  <a:lnTo>
                    <a:pt x="95" y="51"/>
                  </a:lnTo>
                  <a:lnTo>
                    <a:pt x="95" y="51"/>
                  </a:lnTo>
                  <a:lnTo>
                    <a:pt x="97" y="49"/>
                  </a:lnTo>
                  <a:lnTo>
                    <a:pt x="99" y="4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5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6"/>
                  </a:lnTo>
                  <a:lnTo>
                    <a:pt x="88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79" y="31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62" y="18"/>
                  </a:lnTo>
                  <a:lnTo>
                    <a:pt x="60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7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5" y="7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1" y="20"/>
                  </a:lnTo>
                  <a:lnTo>
                    <a:pt x="29" y="25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4" y="25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5" y="35"/>
                  </a:lnTo>
                  <a:lnTo>
                    <a:pt x="9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8" y="53"/>
                  </a:lnTo>
                  <a:lnTo>
                    <a:pt x="9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9" y="47"/>
                  </a:lnTo>
                  <a:lnTo>
                    <a:pt x="15" y="47"/>
                  </a:lnTo>
                  <a:lnTo>
                    <a:pt x="15" y="47"/>
                  </a:lnTo>
                  <a:lnTo>
                    <a:pt x="15" y="42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19" y="40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9" y="49"/>
                  </a:lnTo>
                  <a:lnTo>
                    <a:pt x="19" y="53"/>
                  </a:lnTo>
                  <a:lnTo>
                    <a:pt x="19" y="5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7"/>
                  </a:lnTo>
                  <a:lnTo>
                    <a:pt x="28" y="69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8" y="96"/>
                  </a:lnTo>
                  <a:lnTo>
                    <a:pt x="71" y="96"/>
                  </a:lnTo>
                  <a:lnTo>
                    <a:pt x="75" y="98"/>
                  </a:lnTo>
                  <a:lnTo>
                    <a:pt x="75" y="98"/>
                  </a:lnTo>
                  <a:lnTo>
                    <a:pt x="77" y="102"/>
                  </a:lnTo>
                  <a:lnTo>
                    <a:pt x="79" y="106"/>
                  </a:lnTo>
                  <a:lnTo>
                    <a:pt x="7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9" name="Freeform 302">
              <a:extLst>
                <a:ext uri="{FF2B5EF4-FFF2-40B4-BE49-F238E27FC236}">
                  <a16:creationId xmlns:a16="http://schemas.microsoft.com/office/drawing/2014/main" id="{2CB79693-EFE7-42F7-9D67-806576872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3713738"/>
              <a:ext cx="78600" cy="94912"/>
            </a:xfrm>
            <a:custGeom>
              <a:avLst/>
              <a:gdLst>
                <a:gd name="T0" fmla="*/ 4 w 53"/>
                <a:gd name="T1" fmla="*/ 0 h 64"/>
                <a:gd name="T2" fmla="*/ 4 w 53"/>
                <a:gd name="T3" fmla="*/ 0 h 64"/>
                <a:gd name="T4" fmla="*/ 2 w 53"/>
                <a:gd name="T5" fmla="*/ 0 h 64"/>
                <a:gd name="T6" fmla="*/ 0 w 53"/>
                <a:gd name="T7" fmla="*/ 0 h 64"/>
                <a:gd name="T8" fmla="*/ 0 w 53"/>
                <a:gd name="T9" fmla="*/ 0 h 64"/>
                <a:gd name="T10" fmla="*/ 4 w 53"/>
                <a:gd name="T11" fmla="*/ 9 h 64"/>
                <a:gd name="T12" fmla="*/ 4 w 53"/>
                <a:gd name="T13" fmla="*/ 17 h 64"/>
                <a:gd name="T14" fmla="*/ 0 w 53"/>
                <a:gd name="T15" fmla="*/ 31 h 64"/>
                <a:gd name="T16" fmla="*/ 0 w 53"/>
                <a:gd name="T17" fmla="*/ 31 h 64"/>
                <a:gd name="T18" fmla="*/ 6 w 53"/>
                <a:gd name="T19" fmla="*/ 35 h 64"/>
                <a:gd name="T20" fmla="*/ 8 w 53"/>
                <a:gd name="T21" fmla="*/ 38 h 64"/>
                <a:gd name="T22" fmla="*/ 15 w 53"/>
                <a:gd name="T23" fmla="*/ 35 h 64"/>
                <a:gd name="T24" fmla="*/ 15 w 53"/>
                <a:gd name="T25" fmla="*/ 35 h 64"/>
                <a:gd name="T26" fmla="*/ 15 w 53"/>
                <a:gd name="T27" fmla="*/ 31 h 64"/>
                <a:gd name="T28" fmla="*/ 17 w 53"/>
                <a:gd name="T29" fmla="*/ 28 h 64"/>
                <a:gd name="T30" fmla="*/ 17 w 53"/>
                <a:gd name="T31" fmla="*/ 28 h 64"/>
                <a:gd name="T32" fmla="*/ 26 w 53"/>
                <a:gd name="T33" fmla="*/ 37 h 64"/>
                <a:gd name="T34" fmla="*/ 37 w 53"/>
                <a:gd name="T35" fmla="*/ 46 h 64"/>
                <a:gd name="T36" fmla="*/ 37 w 53"/>
                <a:gd name="T37" fmla="*/ 46 h 64"/>
                <a:gd name="T38" fmla="*/ 37 w 53"/>
                <a:gd name="T39" fmla="*/ 53 h 64"/>
                <a:gd name="T40" fmla="*/ 37 w 53"/>
                <a:gd name="T41" fmla="*/ 57 h 64"/>
                <a:gd name="T42" fmla="*/ 37 w 53"/>
                <a:gd name="T43" fmla="*/ 62 h 64"/>
                <a:gd name="T44" fmla="*/ 37 w 53"/>
                <a:gd name="T45" fmla="*/ 62 h 64"/>
                <a:gd name="T46" fmla="*/ 39 w 53"/>
                <a:gd name="T47" fmla="*/ 62 h 64"/>
                <a:gd name="T48" fmla="*/ 40 w 53"/>
                <a:gd name="T49" fmla="*/ 60 h 64"/>
                <a:gd name="T50" fmla="*/ 40 w 53"/>
                <a:gd name="T51" fmla="*/ 55 h 64"/>
                <a:gd name="T52" fmla="*/ 44 w 53"/>
                <a:gd name="T53" fmla="*/ 55 h 64"/>
                <a:gd name="T54" fmla="*/ 48 w 53"/>
                <a:gd name="T55" fmla="*/ 64 h 64"/>
                <a:gd name="T56" fmla="*/ 48 w 53"/>
                <a:gd name="T57" fmla="*/ 64 h 64"/>
                <a:gd name="T58" fmla="*/ 49 w 53"/>
                <a:gd name="T59" fmla="*/ 57 h 64"/>
                <a:gd name="T60" fmla="*/ 49 w 53"/>
                <a:gd name="T61" fmla="*/ 57 h 64"/>
                <a:gd name="T62" fmla="*/ 48 w 53"/>
                <a:gd name="T63" fmla="*/ 53 h 64"/>
                <a:gd name="T64" fmla="*/ 46 w 53"/>
                <a:gd name="T65" fmla="*/ 51 h 64"/>
                <a:gd name="T66" fmla="*/ 46 w 53"/>
                <a:gd name="T67" fmla="*/ 49 h 64"/>
                <a:gd name="T68" fmla="*/ 46 w 53"/>
                <a:gd name="T69" fmla="*/ 46 h 64"/>
                <a:gd name="T70" fmla="*/ 46 w 53"/>
                <a:gd name="T71" fmla="*/ 46 h 64"/>
                <a:gd name="T72" fmla="*/ 46 w 53"/>
                <a:gd name="T73" fmla="*/ 40 h 64"/>
                <a:gd name="T74" fmla="*/ 46 w 53"/>
                <a:gd name="T75" fmla="*/ 38 h 64"/>
                <a:gd name="T76" fmla="*/ 49 w 53"/>
                <a:gd name="T77" fmla="*/ 38 h 64"/>
                <a:gd name="T78" fmla="*/ 53 w 53"/>
                <a:gd name="T79" fmla="*/ 37 h 64"/>
                <a:gd name="T80" fmla="*/ 53 w 53"/>
                <a:gd name="T81" fmla="*/ 37 h 64"/>
                <a:gd name="T82" fmla="*/ 49 w 53"/>
                <a:gd name="T83" fmla="*/ 28 h 64"/>
                <a:gd name="T84" fmla="*/ 49 w 53"/>
                <a:gd name="T85" fmla="*/ 28 h 64"/>
                <a:gd name="T86" fmla="*/ 35 w 53"/>
                <a:gd name="T87" fmla="*/ 9 h 64"/>
                <a:gd name="T88" fmla="*/ 35 w 53"/>
                <a:gd name="T89" fmla="*/ 9 h 64"/>
                <a:gd name="T90" fmla="*/ 31 w 53"/>
                <a:gd name="T91" fmla="*/ 9 h 64"/>
                <a:gd name="T92" fmla="*/ 31 w 53"/>
                <a:gd name="T93" fmla="*/ 9 h 64"/>
                <a:gd name="T94" fmla="*/ 28 w 53"/>
                <a:gd name="T95" fmla="*/ 9 h 64"/>
                <a:gd name="T96" fmla="*/ 26 w 53"/>
                <a:gd name="T97" fmla="*/ 7 h 64"/>
                <a:gd name="T98" fmla="*/ 26 w 53"/>
                <a:gd name="T99" fmla="*/ 6 h 64"/>
                <a:gd name="T100" fmla="*/ 26 w 53"/>
                <a:gd name="T101" fmla="*/ 6 h 64"/>
                <a:gd name="T102" fmla="*/ 24 w 53"/>
                <a:gd name="T103" fmla="*/ 6 h 64"/>
                <a:gd name="T104" fmla="*/ 19 w 53"/>
                <a:gd name="T105" fmla="*/ 6 h 64"/>
                <a:gd name="T106" fmla="*/ 19 w 53"/>
                <a:gd name="T107" fmla="*/ 6 h 64"/>
                <a:gd name="T108" fmla="*/ 20 w 53"/>
                <a:gd name="T109" fmla="*/ 7 h 64"/>
                <a:gd name="T110" fmla="*/ 20 w 53"/>
                <a:gd name="T111" fmla="*/ 7 h 64"/>
                <a:gd name="T112" fmla="*/ 15 w 53"/>
                <a:gd name="T113" fmla="*/ 7 h 64"/>
                <a:gd name="T114" fmla="*/ 8 w 53"/>
                <a:gd name="T115" fmla="*/ 6 h 64"/>
                <a:gd name="T116" fmla="*/ 8 w 53"/>
                <a:gd name="T117" fmla="*/ 6 h 64"/>
                <a:gd name="T118" fmla="*/ 4 w 53"/>
                <a:gd name="T119" fmla="*/ 0 h 64"/>
                <a:gd name="T120" fmla="*/ 4 w 53"/>
                <a:gd name="T1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" h="64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9"/>
                  </a:lnTo>
                  <a:lnTo>
                    <a:pt x="4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26" y="37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53"/>
                  </a:lnTo>
                  <a:lnTo>
                    <a:pt x="37" y="57"/>
                  </a:lnTo>
                  <a:lnTo>
                    <a:pt x="37" y="62"/>
                  </a:lnTo>
                  <a:lnTo>
                    <a:pt x="37" y="62"/>
                  </a:lnTo>
                  <a:lnTo>
                    <a:pt x="39" y="62"/>
                  </a:lnTo>
                  <a:lnTo>
                    <a:pt x="40" y="60"/>
                  </a:lnTo>
                  <a:lnTo>
                    <a:pt x="40" y="55"/>
                  </a:lnTo>
                  <a:lnTo>
                    <a:pt x="44" y="55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48" y="53"/>
                  </a:lnTo>
                  <a:lnTo>
                    <a:pt x="46" y="51"/>
                  </a:lnTo>
                  <a:lnTo>
                    <a:pt x="46" y="49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8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15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0" name="Freeform 303">
              <a:extLst>
                <a:ext uri="{FF2B5EF4-FFF2-40B4-BE49-F238E27FC236}">
                  <a16:creationId xmlns:a16="http://schemas.microsoft.com/office/drawing/2014/main" id="{63B13DEC-02B4-42EB-ABE5-C1275B50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694" y="3940637"/>
              <a:ext cx="174995" cy="243213"/>
            </a:xfrm>
            <a:custGeom>
              <a:avLst/>
              <a:gdLst>
                <a:gd name="T0" fmla="*/ 15 w 118"/>
                <a:gd name="T1" fmla="*/ 161 h 164"/>
                <a:gd name="T2" fmla="*/ 22 w 118"/>
                <a:gd name="T3" fmla="*/ 159 h 164"/>
                <a:gd name="T4" fmla="*/ 29 w 118"/>
                <a:gd name="T5" fmla="*/ 155 h 164"/>
                <a:gd name="T6" fmla="*/ 33 w 118"/>
                <a:gd name="T7" fmla="*/ 159 h 164"/>
                <a:gd name="T8" fmla="*/ 40 w 118"/>
                <a:gd name="T9" fmla="*/ 155 h 164"/>
                <a:gd name="T10" fmla="*/ 47 w 118"/>
                <a:gd name="T11" fmla="*/ 153 h 164"/>
                <a:gd name="T12" fmla="*/ 53 w 118"/>
                <a:gd name="T13" fmla="*/ 150 h 164"/>
                <a:gd name="T14" fmla="*/ 60 w 118"/>
                <a:gd name="T15" fmla="*/ 159 h 164"/>
                <a:gd name="T16" fmla="*/ 78 w 118"/>
                <a:gd name="T17" fmla="*/ 157 h 164"/>
                <a:gd name="T18" fmla="*/ 84 w 118"/>
                <a:gd name="T19" fmla="*/ 155 h 164"/>
                <a:gd name="T20" fmla="*/ 88 w 118"/>
                <a:gd name="T21" fmla="*/ 142 h 164"/>
                <a:gd name="T22" fmla="*/ 89 w 118"/>
                <a:gd name="T23" fmla="*/ 137 h 164"/>
                <a:gd name="T24" fmla="*/ 93 w 118"/>
                <a:gd name="T25" fmla="*/ 126 h 164"/>
                <a:gd name="T26" fmla="*/ 89 w 118"/>
                <a:gd name="T27" fmla="*/ 113 h 164"/>
                <a:gd name="T28" fmla="*/ 95 w 118"/>
                <a:gd name="T29" fmla="*/ 100 h 164"/>
                <a:gd name="T30" fmla="*/ 100 w 118"/>
                <a:gd name="T31" fmla="*/ 91 h 164"/>
                <a:gd name="T32" fmla="*/ 106 w 118"/>
                <a:gd name="T33" fmla="*/ 75 h 164"/>
                <a:gd name="T34" fmla="*/ 109 w 118"/>
                <a:gd name="T35" fmla="*/ 57 h 164"/>
                <a:gd name="T36" fmla="*/ 109 w 118"/>
                <a:gd name="T37" fmla="*/ 38 h 164"/>
                <a:gd name="T38" fmla="*/ 111 w 118"/>
                <a:gd name="T39" fmla="*/ 22 h 164"/>
                <a:gd name="T40" fmla="*/ 118 w 118"/>
                <a:gd name="T41" fmla="*/ 8 h 164"/>
                <a:gd name="T42" fmla="*/ 108 w 118"/>
                <a:gd name="T43" fmla="*/ 2 h 164"/>
                <a:gd name="T44" fmla="*/ 100 w 118"/>
                <a:gd name="T45" fmla="*/ 2 h 164"/>
                <a:gd name="T46" fmla="*/ 95 w 118"/>
                <a:gd name="T47" fmla="*/ 8 h 164"/>
                <a:gd name="T48" fmla="*/ 88 w 118"/>
                <a:gd name="T49" fmla="*/ 13 h 164"/>
                <a:gd name="T50" fmla="*/ 82 w 118"/>
                <a:gd name="T51" fmla="*/ 20 h 164"/>
                <a:gd name="T52" fmla="*/ 77 w 118"/>
                <a:gd name="T53" fmla="*/ 28 h 164"/>
                <a:gd name="T54" fmla="*/ 62 w 118"/>
                <a:gd name="T55" fmla="*/ 24 h 164"/>
                <a:gd name="T56" fmla="*/ 38 w 118"/>
                <a:gd name="T57" fmla="*/ 22 h 164"/>
                <a:gd name="T58" fmla="*/ 38 w 118"/>
                <a:gd name="T59" fmla="*/ 38 h 164"/>
                <a:gd name="T60" fmla="*/ 46 w 118"/>
                <a:gd name="T61" fmla="*/ 38 h 164"/>
                <a:gd name="T62" fmla="*/ 57 w 118"/>
                <a:gd name="T63" fmla="*/ 55 h 164"/>
                <a:gd name="T64" fmla="*/ 49 w 118"/>
                <a:gd name="T65" fmla="*/ 55 h 164"/>
                <a:gd name="T66" fmla="*/ 44 w 118"/>
                <a:gd name="T67" fmla="*/ 59 h 164"/>
                <a:gd name="T68" fmla="*/ 42 w 118"/>
                <a:gd name="T69" fmla="*/ 69 h 164"/>
                <a:gd name="T70" fmla="*/ 49 w 118"/>
                <a:gd name="T71" fmla="*/ 77 h 164"/>
                <a:gd name="T72" fmla="*/ 49 w 118"/>
                <a:gd name="T73" fmla="*/ 86 h 164"/>
                <a:gd name="T74" fmla="*/ 51 w 118"/>
                <a:gd name="T75" fmla="*/ 97 h 164"/>
                <a:gd name="T76" fmla="*/ 51 w 118"/>
                <a:gd name="T77" fmla="*/ 104 h 164"/>
                <a:gd name="T78" fmla="*/ 53 w 118"/>
                <a:gd name="T79" fmla="*/ 113 h 164"/>
                <a:gd name="T80" fmla="*/ 49 w 118"/>
                <a:gd name="T81" fmla="*/ 120 h 164"/>
                <a:gd name="T82" fmla="*/ 42 w 118"/>
                <a:gd name="T83" fmla="*/ 111 h 164"/>
                <a:gd name="T84" fmla="*/ 29 w 118"/>
                <a:gd name="T85" fmla="*/ 111 h 164"/>
                <a:gd name="T86" fmla="*/ 24 w 118"/>
                <a:gd name="T87" fmla="*/ 110 h 164"/>
                <a:gd name="T88" fmla="*/ 24 w 118"/>
                <a:gd name="T89" fmla="*/ 115 h 164"/>
                <a:gd name="T90" fmla="*/ 15 w 118"/>
                <a:gd name="T91" fmla="*/ 119 h 164"/>
                <a:gd name="T92" fmla="*/ 13 w 118"/>
                <a:gd name="T93" fmla="*/ 126 h 164"/>
                <a:gd name="T94" fmla="*/ 16 w 118"/>
                <a:gd name="T95" fmla="*/ 135 h 164"/>
                <a:gd name="T96" fmla="*/ 15 w 118"/>
                <a:gd name="T97" fmla="*/ 142 h 164"/>
                <a:gd name="T98" fmla="*/ 2 w 118"/>
                <a:gd name="T99" fmla="*/ 142 h 164"/>
                <a:gd name="T100" fmla="*/ 4 w 118"/>
                <a:gd name="T101" fmla="*/ 155 h 164"/>
                <a:gd name="T102" fmla="*/ 7 w 118"/>
                <a:gd name="T10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" h="164">
                  <a:moveTo>
                    <a:pt x="7" y="164"/>
                  </a:moveTo>
                  <a:lnTo>
                    <a:pt x="7" y="164"/>
                  </a:lnTo>
                  <a:lnTo>
                    <a:pt x="11" y="162"/>
                  </a:lnTo>
                  <a:lnTo>
                    <a:pt x="15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7" y="155"/>
                  </a:lnTo>
                  <a:lnTo>
                    <a:pt x="29" y="155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9"/>
                  </a:lnTo>
                  <a:lnTo>
                    <a:pt x="33" y="159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6" y="155"/>
                  </a:lnTo>
                  <a:lnTo>
                    <a:pt x="40" y="155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8" y="150"/>
                  </a:lnTo>
                  <a:lnTo>
                    <a:pt x="60" y="148"/>
                  </a:lnTo>
                  <a:lnTo>
                    <a:pt x="60" y="159"/>
                  </a:lnTo>
                  <a:lnTo>
                    <a:pt x="60" y="159"/>
                  </a:lnTo>
                  <a:lnTo>
                    <a:pt x="69" y="159"/>
                  </a:lnTo>
                  <a:lnTo>
                    <a:pt x="69" y="159"/>
                  </a:lnTo>
                  <a:lnTo>
                    <a:pt x="75" y="159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80" y="155"/>
                  </a:lnTo>
                  <a:lnTo>
                    <a:pt x="82" y="155"/>
                  </a:lnTo>
                  <a:lnTo>
                    <a:pt x="84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0"/>
                  </a:lnTo>
                  <a:lnTo>
                    <a:pt x="88" y="142"/>
                  </a:lnTo>
                  <a:lnTo>
                    <a:pt x="88" y="142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9" y="137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3" y="130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2"/>
                  </a:lnTo>
                  <a:lnTo>
                    <a:pt x="91" y="119"/>
                  </a:lnTo>
                  <a:lnTo>
                    <a:pt x="89" y="113"/>
                  </a:lnTo>
                  <a:lnTo>
                    <a:pt x="89" y="113"/>
                  </a:lnTo>
                  <a:lnTo>
                    <a:pt x="89" y="110"/>
                  </a:lnTo>
                  <a:lnTo>
                    <a:pt x="91" y="106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0" y="91"/>
                  </a:lnTo>
                  <a:lnTo>
                    <a:pt x="100" y="91"/>
                  </a:lnTo>
                  <a:lnTo>
                    <a:pt x="102" y="82"/>
                  </a:lnTo>
                  <a:lnTo>
                    <a:pt x="106" y="75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6"/>
                  </a:lnTo>
                  <a:lnTo>
                    <a:pt x="109" y="57"/>
                  </a:lnTo>
                  <a:lnTo>
                    <a:pt x="109" y="57"/>
                  </a:lnTo>
                  <a:lnTo>
                    <a:pt x="109" y="49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38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8"/>
                  </a:lnTo>
                  <a:lnTo>
                    <a:pt x="117" y="15"/>
                  </a:lnTo>
                  <a:lnTo>
                    <a:pt x="118" y="8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4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11"/>
                  </a:lnTo>
                  <a:lnTo>
                    <a:pt x="89" y="13"/>
                  </a:lnTo>
                  <a:lnTo>
                    <a:pt x="88" y="13"/>
                  </a:lnTo>
                  <a:lnTo>
                    <a:pt x="88" y="13"/>
                  </a:lnTo>
                  <a:lnTo>
                    <a:pt x="84" y="17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67" y="28"/>
                  </a:lnTo>
                  <a:lnTo>
                    <a:pt x="67" y="28"/>
                  </a:lnTo>
                  <a:lnTo>
                    <a:pt x="64" y="2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57" y="22"/>
                  </a:lnTo>
                  <a:lnTo>
                    <a:pt x="51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8" y="42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5" y="53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6" y="57"/>
                  </a:lnTo>
                  <a:lnTo>
                    <a:pt x="44" y="57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6" y="73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8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49" y="91"/>
                  </a:lnTo>
                  <a:lnTo>
                    <a:pt x="51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100"/>
                  </a:lnTo>
                  <a:lnTo>
                    <a:pt x="49" y="102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1" y="120"/>
                  </a:lnTo>
                  <a:lnTo>
                    <a:pt x="51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6" y="115"/>
                  </a:lnTo>
                  <a:lnTo>
                    <a:pt x="44" y="113"/>
                  </a:lnTo>
                  <a:lnTo>
                    <a:pt x="42" y="111"/>
                  </a:lnTo>
                  <a:lnTo>
                    <a:pt x="42" y="111"/>
                  </a:lnTo>
                  <a:lnTo>
                    <a:pt x="35" y="113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29" y="111"/>
                  </a:lnTo>
                  <a:lnTo>
                    <a:pt x="27" y="110"/>
                  </a:lnTo>
                  <a:lnTo>
                    <a:pt x="26" y="110"/>
                  </a:lnTo>
                  <a:lnTo>
                    <a:pt x="26" y="110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6" y="115"/>
                  </a:lnTo>
                  <a:lnTo>
                    <a:pt x="15" y="115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6" y="122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3" y="126"/>
                  </a:lnTo>
                  <a:lnTo>
                    <a:pt x="15" y="130"/>
                  </a:lnTo>
                  <a:lnTo>
                    <a:pt x="16" y="131"/>
                  </a:lnTo>
                  <a:lnTo>
                    <a:pt x="16" y="135"/>
                  </a:lnTo>
                  <a:lnTo>
                    <a:pt x="16" y="135"/>
                  </a:lnTo>
                  <a:lnTo>
                    <a:pt x="18" y="142"/>
                  </a:lnTo>
                  <a:lnTo>
                    <a:pt x="16" y="14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2" y="142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4" y="155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7" y="162"/>
                  </a:lnTo>
                  <a:lnTo>
                    <a:pt x="7" y="164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1" name="Freeform 304">
              <a:extLst>
                <a:ext uri="{FF2B5EF4-FFF2-40B4-BE49-F238E27FC236}">
                  <a16:creationId xmlns:a16="http://schemas.microsoft.com/office/drawing/2014/main" id="{BFEA1798-8D07-4346-AB80-10A1727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3703357"/>
              <a:ext cx="299567" cy="476045"/>
            </a:xfrm>
            <a:custGeom>
              <a:avLst/>
              <a:gdLst>
                <a:gd name="T0" fmla="*/ 7 w 202"/>
                <a:gd name="T1" fmla="*/ 217 h 321"/>
                <a:gd name="T2" fmla="*/ 16 w 202"/>
                <a:gd name="T3" fmla="*/ 220 h 321"/>
                <a:gd name="T4" fmla="*/ 22 w 202"/>
                <a:gd name="T5" fmla="*/ 231 h 321"/>
                <a:gd name="T6" fmla="*/ 40 w 202"/>
                <a:gd name="T7" fmla="*/ 233 h 321"/>
                <a:gd name="T8" fmla="*/ 46 w 202"/>
                <a:gd name="T9" fmla="*/ 237 h 321"/>
                <a:gd name="T10" fmla="*/ 64 w 202"/>
                <a:gd name="T11" fmla="*/ 242 h 321"/>
                <a:gd name="T12" fmla="*/ 67 w 202"/>
                <a:gd name="T13" fmla="*/ 249 h 321"/>
                <a:gd name="T14" fmla="*/ 75 w 202"/>
                <a:gd name="T15" fmla="*/ 259 h 321"/>
                <a:gd name="T16" fmla="*/ 82 w 202"/>
                <a:gd name="T17" fmla="*/ 266 h 321"/>
                <a:gd name="T18" fmla="*/ 93 w 202"/>
                <a:gd name="T19" fmla="*/ 275 h 321"/>
                <a:gd name="T20" fmla="*/ 102 w 202"/>
                <a:gd name="T21" fmla="*/ 279 h 321"/>
                <a:gd name="T22" fmla="*/ 113 w 202"/>
                <a:gd name="T23" fmla="*/ 275 h 321"/>
                <a:gd name="T24" fmla="*/ 124 w 202"/>
                <a:gd name="T25" fmla="*/ 280 h 321"/>
                <a:gd name="T26" fmla="*/ 137 w 202"/>
                <a:gd name="T27" fmla="*/ 284 h 321"/>
                <a:gd name="T28" fmla="*/ 135 w 202"/>
                <a:gd name="T29" fmla="*/ 321 h 321"/>
                <a:gd name="T30" fmla="*/ 153 w 202"/>
                <a:gd name="T31" fmla="*/ 275 h 321"/>
                <a:gd name="T32" fmla="*/ 146 w 202"/>
                <a:gd name="T33" fmla="*/ 259 h 321"/>
                <a:gd name="T34" fmla="*/ 153 w 202"/>
                <a:gd name="T35" fmla="*/ 244 h 321"/>
                <a:gd name="T36" fmla="*/ 144 w 202"/>
                <a:gd name="T37" fmla="*/ 231 h 321"/>
                <a:gd name="T38" fmla="*/ 175 w 202"/>
                <a:gd name="T39" fmla="*/ 220 h 321"/>
                <a:gd name="T40" fmla="*/ 193 w 202"/>
                <a:gd name="T41" fmla="*/ 215 h 321"/>
                <a:gd name="T42" fmla="*/ 202 w 202"/>
                <a:gd name="T43" fmla="*/ 215 h 321"/>
                <a:gd name="T44" fmla="*/ 197 w 202"/>
                <a:gd name="T45" fmla="*/ 202 h 321"/>
                <a:gd name="T46" fmla="*/ 191 w 202"/>
                <a:gd name="T47" fmla="*/ 200 h 321"/>
                <a:gd name="T48" fmla="*/ 197 w 202"/>
                <a:gd name="T49" fmla="*/ 191 h 321"/>
                <a:gd name="T50" fmla="*/ 202 w 202"/>
                <a:gd name="T51" fmla="*/ 177 h 321"/>
                <a:gd name="T52" fmla="*/ 182 w 202"/>
                <a:gd name="T53" fmla="*/ 162 h 321"/>
                <a:gd name="T54" fmla="*/ 175 w 202"/>
                <a:gd name="T55" fmla="*/ 151 h 321"/>
                <a:gd name="T56" fmla="*/ 169 w 202"/>
                <a:gd name="T57" fmla="*/ 140 h 321"/>
                <a:gd name="T58" fmla="*/ 175 w 202"/>
                <a:gd name="T59" fmla="*/ 126 h 321"/>
                <a:gd name="T60" fmla="*/ 151 w 202"/>
                <a:gd name="T61" fmla="*/ 124 h 321"/>
                <a:gd name="T62" fmla="*/ 142 w 202"/>
                <a:gd name="T63" fmla="*/ 109 h 321"/>
                <a:gd name="T64" fmla="*/ 126 w 202"/>
                <a:gd name="T65" fmla="*/ 109 h 321"/>
                <a:gd name="T66" fmla="*/ 109 w 202"/>
                <a:gd name="T67" fmla="*/ 104 h 321"/>
                <a:gd name="T68" fmla="*/ 100 w 202"/>
                <a:gd name="T69" fmla="*/ 86 h 321"/>
                <a:gd name="T70" fmla="*/ 104 w 202"/>
                <a:gd name="T71" fmla="*/ 82 h 321"/>
                <a:gd name="T72" fmla="*/ 87 w 202"/>
                <a:gd name="T73" fmla="*/ 67 h 321"/>
                <a:gd name="T74" fmla="*/ 89 w 202"/>
                <a:gd name="T75" fmla="*/ 56 h 321"/>
                <a:gd name="T76" fmla="*/ 91 w 202"/>
                <a:gd name="T77" fmla="*/ 47 h 321"/>
                <a:gd name="T78" fmla="*/ 98 w 202"/>
                <a:gd name="T79" fmla="*/ 35 h 321"/>
                <a:gd name="T80" fmla="*/ 122 w 202"/>
                <a:gd name="T81" fmla="*/ 5 h 321"/>
                <a:gd name="T82" fmla="*/ 109 w 202"/>
                <a:gd name="T83" fmla="*/ 4 h 321"/>
                <a:gd name="T84" fmla="*/ 89 w 202"/>
                <a:gd name="T85" fmla="*/ 24 h 321"/>
                <a:gd name="T86" fmla="*/ 78 w 202"/>
                <a:gd name="T87" fmla="*/ 20 h 321"/>
                <a:gd name="T88" fmla="*/ 75 w 202"/>
                <a:gd name="T89" fmla="*/ 31 h 321"/>
                <a:gd name="T90" fmla="*/ 73 w 202"/>
                <a:gd name="T91" fmla="*/ 27 h 321"/>
                <a:gd name="T92" fmla="*/ 56 w 202"/>
                <a:gd name="T93" fmla="*/ 47 h 321"/>
                <a:gd name="T94" fmla="*/ 56 w 202"/>
                <a:gd name="T95" fmla="*/ 56 h 321"/>
                <a:gd name="T96" fmla="*/ 42 w 202"/>
                <a:gd name="T97" fmla="*/ 69 h 321"/>
                <a:gd name="T98" fmla="*/ 33 w 202"/>
                <a:gd name="T99" fmla="*/ 73 h 321"/>
                <a:gd name="T100" fmla="*/ 35 w 202"/>
                <a:gd name="T101" fmla="*/ 82 h 321"/>
                <a:gd name="T102" fmla="*/ 31 w 202"/>
                <a:gd name="T103" fmla="*/ 93 h 321"/>
                <a:gd name="T104" fmla="*/ 29 w 202"/>
                <a:gd name="T105" fmla="*/ 118 h 321"/>
                <a:gd name="T106" fmla="*/ 22 w 202"/>
                <a:gd name="T107" fmla="*/ 162 h 321"/>
                <a:gd name="T108" fmla="*/ 27 w 202"/>
                <a:gd name="T109" fmla="*/ 173 h 321"/>
                <a:gd name="T110" fmla="*/ 9 w 202"/>
                <a:gd name="T111" fmla="*/ 188 h 321"/>
                <a:gd name="T112" fmla="*/ 5 w 202"/>
                <a:gd name="T113" fmla="*/ 198 h 321"/>
                <a:gd name="T114" fmla="*/ 0 w 202"/>
                <a:gd name="T115" fmla="*/ 20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2" h="321">
                  <a:moveTo>
                    <a:pt x="2" y="208"/>
                  </a:moveTo>
                  <a:lnTo>
                    <a:pt x="2" y="208"/>
                  </a:lnTo>
                  <a:lnTo>
                    <a:pt x="2" y="211"/>
                  </a:lnTo>
                  <a:lnTo>
                    <a:pt x="7" y="217"/>
                  </a:lnTo>
                  <a:lnTo>
                    <a:pt x="7" y="217"/>
                  </a:lnTo>
                  <a:lnTo>
                    <a:pt x="13" y="219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20" y="228"/>
                  </a:lnTo>
                  <a:lnTo>
                    <a:pt x="20" y="228"/>
                  </a:lnTo>
                  <a:lnTo>
                    <a:pt x="22" y="231"/>
                  </a:lnTo>
                  <a:lnTo>
                    <a:pt x="24" y="233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40" y="233"/>
                  </a:lnTo>
                  <a:lnTo>
                    <a:pt x="42" y="233"/>
                  </a:lnTo>
                  <a:lnTo>
                    <a:pt x="44" y="235"/>
                  </a:lnTo>
                  <a:lnTo>
                    <a:pt x="44" y="235"/>
                  </a:lnTo>
                  <a:lnTo>
                    <a:pt x="46" y="237"/>
                  </a:lnTo>
                  <a:lnTo>
                    <a:pt x="51" y="240"/>
                  </a:lnTo>
                  <a:lnTo>
                    <a:pt x="56" y="242"/>
                  </a:lnTo>
                  <a:lnTo>
                    <a:pt x="64" y="242"/>
                  </a:lnTo>
                  <a:lnTo>
                    <a:pt x="64" y="242"/>
                  </a:lnTo>
                  <a:lnTo>
                    <a:pt x="66" y="246"/>
                  </a:lnTo>
                  <a:lnTo>
                    <a:pt x="66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71" y="251"/>
                  </a:lnTo>
                  <a:lnTo>
                    <a:pt x="73" y="253"/>
                  </a:lnTo>
                  <a:lnTo>
                    <a:pt x="75" y="257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6" y="260"/>
                  </a:lnTo>
                  <a:lnTo>
                    <a:pt x="78" y="264"/>
                  </a:lnTo>
                  <a:lnTo>
                    <a:pt x="82" y="266"/>
                  </a:lnTo>
                  <a:lnTo>
                    <a:pt x="91" y="266"/>
                  </a:lnTo>
                  <a:lnTo>
                    <a:pt x="91" y="271"/>
                  </a:lnTo>
                  <a:lnTo>
                    <a:pt x="91" y="271"/>
                  </a:lnTo>
                  <a:lnTo>
                    <a:pt x="93" y="275"/>
                  </a:lnTo>
                  <a:lnTo>
                    <a:pt x="95" y="277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2" y="279"/>
                  </a:lnTo>
                  <a:lnTo>
                    <a:pt x="106" y="280"/>
                  </a:lnTo>
                  <a:lnTo>
                    <a:pt x="107" y="275"/>
                  </a:lnTo>
                  <a:lnTo>
                    <a:pt x="107" y="275"/>
                  </a:lnTo>
                  <a:lnTo>
                    <a:pt x="113" y="275"/>
                  </a:lnTo>
                  <a:lnTo>
                    <a:pt x="117" y="275"/>
                  </a:lnTo>
                  <a:lnTo>
                    <a:pt x="118" y="277"/>
                  </a:lnTo>
                  <a:lnTo>
                    <a:pt x="118" y="277"/>
                  </a:lnTo>
                  <a:lnTo>
                    <a:pt x="124" y="280"/>
                  </a:lnTo>
                  <a:lnTo>
                    <a:pt x="131" y="280"/>
                  </a:lnTo>
                  <a:lnTo>
                    <a:pt x="131" y="280"/>
                  </a:lnTo>
                  <a:lnTo>
                    <a:pt x="133" y="282"/>
                  </a:lnTo>
                  <a:lnTo>
                    <a:pt x="137" y="284"/>
                  </a:lnTo>
                  <a:lnTo>
                    <a:pt x="138" y="286"/>
                  </a:lnTo>
                  <a:lnTo>
                    <a:pt x="122" y="317"/>
                  </a:lnTo>
                  <a:lnTo>
                    <a:pt x="129" y="317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44" y="299"/>
                  </a:lnTo>
                  <a:lnTo>
                    <a:pt x="153" y="275"/>
                  </a:lnTo>
                  <a:lnTo>
                    <a:pt x="153" y="275"/>
                  </a:lnTo>
                  <a:lnTo>
                    <a:pt x="153" y="268"/>
                  </a:lnTo>
                  <a:lnTo>
                    <a:pt x="151" y="262"/>
                  </a:lnTo>
                  <a:lnTo>
                    <a:pt x="151" y="262"/>
                  </a:lnTo>
                  <a:lnTo>
                    <a:pt x="146" y="259"/>
                  </a:lnTo>
                  <a:lnTo>
                    <a:pt x="142" y="257"/>
                  </a:lnTo>
                  <a:lnTo>
                    <a:pt x="142" y="251"/>
                  </a:lnTo>
                  <a:lnTo>
                    <a:pt x="155" y="249"/>
                  </a:lnTo>
                  <a:lnTo>
                    <a:pt x="153" y="244"/>
                  </a:lnTo>
                  <a:lnTo>
                    <a:pt x="151" y="242"/>
                  </a:lnTo>
                  <a:lnTo>
                    <a:pt x="146" y="242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55" y="229"/>
                  </a:lnTo>
                  <a:lnTo>
                    <a:pt x="155" y="229"/>
                  </a:lnTo>
                  <a:lnTo>
                    <a:pt x="175" y="228"/>
                  </a:lnTo>
                  <a:lnTo>
                    <a:pt x="175" y="220"/>
                  </a:lnTo>
                  <a:lnTo>
                    <a:pt x="180" y="224"/>
                  </a:lnTo>
                  <a:lnTo>
                    <a:pt x="186" y="222"/>
                  </a:lnTo>
                  <a:lnTo>
                    <a:pt x="188" y="215"/>
                  </a:lnTo>
                  <a:lnTo>
                    <a:pt x="193" y="215"/>
                  </a:lnTo>
                  <a:lnTo>
                    <a:pt x="195" y="222"/>
                  </a:lnTo>
                  <a:lnTo>
                    <a:pt x="200" y="224"/>
                  </a:lnTo>
                  <a:lnTo>
                    <a:pt x="202" y="215"/>
                  </a:lnTo>
                  <a:lnTo>
                    <a:pt x="202" y="215"/>
                  </a:lnTo>
                  <a:lnTo>
                    <a:pt x="199" y="208"/>
                  </a:lnTo>
                  <a:lnTo>
                    <a:pt x="199" y="208"/>
                  </a:lnTo>
                  <a:lnTo>
                    <a:pt x="197" y="202"/>
                  </a:lnTo>
                  <a:lnTo>
                    <a:pt x="197" y="202"/>
                  </a:lnTo>
                  <a:lnTo>
                    <a:pt x="193" y="202"/>
                  </a:lnTo>
                  <a:lnTo>
                    <a:pt x="193" y="202"/>
                  </a:lnTo>
                  <a:lnTo>
                    <a:pt x="191" y="202"/>
                  </a:lnTo>
                  <a:lnTo>
                    <a:pt x="191" y="200"/>
                  </a:lnTo>
                  <a:lnTo>
                    <a:pt x="191" y="195"/>
                  </a:lnTo>
                  <a:lnTo>
                    <a:pt x="191" y="195"/>
                  </a:lnTo>
                  <a:lnTo>
                    <a:pt x="195" y="193"/>
                  </a:lnTo>
                  <a:lnTo>
                    <a:pt x="197" y="191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202" y="177"/>
                  </a:lnTo>
                  <a:lnTo>
                    <a:pt x="202" y="177"/>
                  </a:lnTo>
                  <a:lnTo>
                    <a:pt x="195" y="173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2" y="162"/>
                  </a:lnTo>
                  <a:lnTo>
                    <a:pt x="179" y="157"/>
                  </a:lnTo>
                  <a:lnTo>
                    <a:pt x="179" y="157"/>
                  </a:lnTo>
                  <a:lnTo>
                    <a:pt x="177" y="155"/>
                  </a:lnTo>
                  <a:lnTo>
                    <a:pt x="175" y="151"/>
                  </a:lnTo>
                  <a:lnTo>
                    <a:pt x="171" y="147"/>
                  </a:lnTo>
                  <a:lnTo>
                    <a:pt x="169" y="144"/>
                  </a:lnTo>
                  <a:lnTo>
                    <a:pt x="169" y="144"/>
                  </a:lnTo>
                  <a:lnTo>
                    <a:pt x="169" y="140"/>
                  </a:lnTo>
                  <a:lnTo>
                    <a:pt x="171" y="137"/>
                  </a:lnTo>
                  <a:lnTo>
                    <a:pt x="173" y="135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1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2" y="109"/>
                  </a:lnTo>
                  <a:lnTo>
                    <a:pt x="140" y="107"/>
                  </a:lnTo>
                  <a:lnTo>
                    <a:pt x="135" y="109"/>
                  </a:lnTo>
                  <a:lnTo>
                    <a:pt x="135" y="109"/>
                  </a:lnTo>
                  <a:lnTo>
                    <a:pt x="126" y="109"/>
                  </a:lnTo>
                  <a:lnTo>
                    <a:pt x="120" y="109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9" y="104"/>
                  </a:lnTo>
                  <a:lnTo>
                    <a:pt x="107" y="96"/>
                  </a:lnTo>
                  <a:lnTo>
                    <a:pt x="107" y="96"/>
                  </a:lnTo>
                  <a:lnTo>
                    <a:pt x="102" y="91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0" y="84"/>
                  </a:lnTo>
                  <a:lnTo>
                    <a:pt x="102" y="82"/>
                  </a:lnTo>
                  <a:lnTo>
                    <a:pt x="104" y="82"/>
                  </a:lnTo>
                  <a:lnTo>
                    <a:pt x="97" y="67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87" y="67"/>
                  </a:lnTo>
                  <a:lnTo>
                    <a:pt x="87" y="65"/>
                  </a:lnTo>
                  <a:lnTo>
                    <a:pt x="87" y="62"/>
                  </a:lnTo>
                  <a:lnTo>
                    <a:pt x="87" y="62"/>
                  </a:lnTo>
                  <a:lnTo>
                    <a:pt x="89" y="56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44"/>
                  </a:lnTo>
                  <a:lnTo>
                    <a:pt x="91" y="40"/>
                  </a:lnTo>
                  <a:lnTo>
                    <a:pt x="91" y="36"/>
                  </a:lnTo>
                  <a:lnTo>
                    <a:pt x="98" y="35"/>
                  </a:lnTo>
                  <a:lnTo>
                    <a:pt x="104" y="18"/>
                  </a:lnTo>
                  <a:lnTo>
                    <a:pt x="113" y="9"/>
                  </a:lnTo>
                  <a:lnTo>
                    <a:pt x="113" y="9"/>
                  </a:lnTo>
                  <a:lnTo>
                    <a:pt x="122" y="5"/>
                  </a:lnTo>
                  <a:lnTo>
                    <a:pt x="122" y="5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09" y="4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6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6" y="22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0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49" y="56"/>
                  </a:lnTo>
                  <a:lnTo>
                    <a:pt x="49" y="56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75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33" y="7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3" y="91"/>
                  </a:lnTo>
                  <a:lnTo>
                    <a:pt x="31" y="93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111"/>
                  </a:lnTo>
                  <a:lnTo>
                    <a:pt x="29" y="118"/>
                  </a:lnTo>
                  <a:lnTo>
                    <a:pt x="31" y="120"/>
                  </a:lnTo>
                  <a:lnTo>
                    <a:pt x="31" y="120"/>
                  </a:lnTo>
                  <a:lnTo>
                    <a:pt x="27" y="140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7" y="173"/>
                  </a:lnTo>
                  <a:lnTo>
                    <a:pt x="20" y="178"/>
                  </a:lnTo>
                  <a:lnTo>
                    <a:pt x="7" y="186"/>
                  </a:lnTo>
                  <a:lnTo>
                    <a:pt x="7" y="186"/>
                  </a:lnTo>
                  <a:lnTo>
                    <a:pt x="9" y="188"/>
                  </a:lnTo>
                  <a:lnTo>
                    <a:pt x="9" y="189"/>
                  </a:lnTo>
                  <a:lnTo>
                    <a:pt x="5" y="193"/>
                  </a:lnTo>
                  <a:lnTo>
                    <a:pt x="5" y="197"/>
                  </a:lnTo>
                  <a:lnTo>
                    <a:pt x="5" y="198"/>
                  </a:lnTo>
                  <a:lnTo>
                    <a:pt x="9" y="200"/>
                  </a:lnTo>
                  <a:lnTo>
                    <a:pt x="9" y="200"/>
                  </a:lnTo>
                  <a:lnTo>
                    <a:pt x="4" y="202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208"/>
                  </a:lnTo>
                  <a:lnTo>
                    <a:pt x="2" y="2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2" name="Freeform 305">
              <a:extLst>
                <a:ext uri="{FF2B5EF4-FFF2-40B4-BE49-F238E27FC236}">
                  <a16:creationId xmlns:a16="http://schemas.microsoft.com/office/drawing/2014/main" id="{7491CFD8-59BC-4474-8DD7-35DDC52AE9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8971" y="2374585"/>
              <a:ext cx="1448896" cy="1155261"/>
            </a:xfrm>
            <a:custGeom>
              <a:avLst/>
              <a:gdLst>
                <a:gd name="T0" fmla="*/ 975 w 977"/>
                <a:gd name="T1" fmla="*/ 147 h 779"/>
                <a:gd name="T2" fmla="*/ 935 w 977"/>
                <a:gd name="T3" fmla="*/ 142 h 779"/>
                <a:gd name="T4" fmla="*/ 884 w 977"/>
                <a:gd name="T5" fmla="*/ 85 h 779"/>
                <a:gd name="T6" fmla="*/ 820 w 977"/>
                <a:gd name="T7" fmla="*/ 18 h 779"/>
                <a:gd name="T8" fmla="*/ 749 w 977"/>
                <a:gd name="T9" fmla="*/ 25 h 779"/>
                <a:gd name="T10" fmla="*/ 733 w 977"/>
                <a:gd name="T11" fmla="*/ 82 h 779"/>
                <a:gd name="T12" fmla="*/ 680 w 977"/>
                <a:gd name="T13" fmla="*/ 111 h 779"/>
                <a:gd name="T14" fmla="*/ 709 w 977"/>
                <a:gd name="T15" fmla="*/ 133 h 779"/>
                <a:gd name="T16" fmla="*/ 727 w 977"/>
                <a:gd name="T17" fmla="*/ 164 h 779"/>
                <a:gd name="T18" fmla="*/ 651 w 977"/>
                <a:gd name="T19" fmla="*/ 205 h 779"/>
                <a:gd name="T20" fmla="*/ 596 w 977"/>
                <a:gd name="T21" fmla="*/ 251 h 779"/>
                <a:gd name="T22" fmla="*/ 472 w 977"/>
                <a:gd name="T23" fmla="*/ 273 h 779"/>
                <a:gd name="T24" fmla="*/ 354 w 977"/>
                <a:gd name="T25" fmla="*/ 233 h 779"/>
                <a:gd name="T26" fmla="*/ 299 w 977"/>
                <a:gd name="T27" fmla="*/ 167 h 779"/>
                <a:gd name="T28" fmla="*/ 239 w 977"/>
                <a:gd name="T29" fmla="*/ 109 h 779"/>
                <a:gd name="T30" fmla="*/ 149 w 977"/>
                <a:gd name="T31" fmla="*/ 167 h 779"/>
                <a:gd name="T32" fmla="*/ 120 w 977"/>
                <a:gd name="T33" fmla="*/ 233 h 779"/>
                <a:gd name="T34" fmla="*/ 86 w 977"/>
                <a:gd name="T35" fmla="*/ 277 h 779"/>
                <a:gd name="T36" fmla="*/ 57 w 977"/>
                <a:gd name="T37" fmla="*/ 293 h 779"/>
                <a:gd name="T38" fmla="*/ 33 w 977"/>
                <a:gd name="T39" fmla="*/ 313 h 779"/>
                <a:gd name="T40" fmla="*/ 16 w 977"/>
                <a:gd name="T41" fmla="*/ 311 h 779"/>
                <a:gd name="T42" fmla="*/ 18 w 977"/>
                <a:gd name="T43" fmla="*/ 342 h 779"/>
                <a:gd name="T44" fmla="*/ 51 w 977"/>
                <a:gd name="T45" fmla="*/ 404 h 779"/>
                <a:gd name="T46" fmla="*/ 95 w 977"/>
                <a:gd name="T47" fmla="*/ 433 h 779"/>
                <a:gd name="T48" fmla="*/ 97 w 977"/>
                <a:gd name="T49" fmla="*/ 490 h 779"/>
                <a:gd name="T50" fmla="*/ 139 w 977"/>
                <a:gd name="T51" fmla="*/ 532 h 779"/>
                <a:gd name="T52" fmla="*/ 208 w 977"/>
                <a:gd name="T53" fmla="*/ 573 h 779"/>
                <a:gd name="T54" fmla="*/ 293 w 977"/>
                <a:gd name="T55" fmla="*/ 573 h 779"/>
                <a:gd name="T56" fmla="*/ 364 w 977"/>
                <a:gd name="T57" fmla="*/ 577 h 779"/>
                <a:gd name="T58" fmla="*/ 403 w 977"/>
                <a:gd name="T59" fmla="*/ 612 h 779"/>
                <a:gd name="T60" fmla="*/ 403 w 977"/>
                <a:gd name="T61" fmla="*/ 663 h 779"/>
                <a:gd name="T62" fmla="*/ 430 w 977"/>
                <a:gd name="T63" fmla="*/ 696 h 779"/>
                <a:gd name="T64" fmla="*/ 479 w 977"/>
                <a:gd name="T65" fmla="*/ 683 h 779"/>
                <a:gd name="T66" fmla="*/ 539 w 977"/>
                <a:gd name="T67" fmla="*/ 706 h 779"/>
                <a:gd name="T68" fmla="*/ 587 w 977"/>
                <a:gd name="T69" fmla="*/ 736 h 779"/>
                <a:gd name="T70" fmla="*/ 596 w 977"/>
                <a:gd name="T71" fmla="*/ 717 h 779"/>
                <a:gd name="T72" fmla="*/ 638 w 977"/>
                <a:gd name="T73" fmla="*/ 699 h 779"/>
                <a:gd name="T74" fmla="*/ 685 w 977"/>
                <a:gd name="T75" fmla="*/ 685 h 779"/>
                <a:gd name="T76" fmla="*/ 718 w 977"/>
                <a:gd name="T77" fmla="*/ 648 h 779"/>
                <a:gd name="T78" fmla="*/ 736 w 977"/>
                <a:gd name="T79" fmla="*/ 632 h 779"/>
                <a:gd name="T80" fmla="*/ 736 w 977"/>
                <a:gd name="T81" fmla="*/ 599 h 779"/>
                <a:gd name="T82" fmla="*/ 753 w 977"/>
                <a:gd name="T83" fmla="*/ 579 h 779"/>
                <a:gd name="T84" fmla="*/ 765 w 977"/>
                <a:gd name="T85" fmla="*/ 550 h 779"/>
                <a:gd name="T86" fmla="*/ 771 w 977"/>
                <a:gd name="T87" fmla="*/ 528 h 779"/>
                <a:gd name="T88" fmla="*/ 771 w 977"/>
                <a:gd name="T89" fmla="*/ 512 h 779"/>
                <a:gd name="T90" fmla="*/ 749 w 977"/>
                <a:gd name="T91" fmla="*/ 470 h 779"/>
                <a:gd name="T92" fmla="*/ 743 w 977"/>
                <a:gd name="T93" fmla="*/ 451 h 779"/>
                <a:gd name="T94" fmla="*/ 745 w 977"/>
                <a:gd name="T95" fmla="*/ 413 h 779"/>
                <a:gd name="T96" fmla="*/ 785 w 977"/>
                <a:gd name="T97" fmla="*/ 380 h 779"/>
                <a:gd name="T98" fmla="*/ 749 w 977"/>
                <a:gd name="T99" fmla="*/ 366 h 779"/>
                <a:gd name="T100" fmla="*/ 707 w 977"/>
                <a:gd name="T101" fmla="*/ 342 h 779"/>
                <a:gd name="T102" fmla="*/ 731 w 977"/>
                <a:gd name="T103" fmla="*/ 324 h 779"/>
                <a:gd name="T104" fmla="*/ 780 w 977"/>
                <a:gd name="T105" fmla="*/ 298 h 779"/>
                <a:gd name="T106" fmla="*/ 769 w 977"/>
                <a:gd name="T107" fmla="*/ 338 h 779"/>
                <a:gd name="T108" fmla="*/ 813 w 977"/>
                <a:gd name="T109" fmla="*/ 320 h 779"/>
                <a:gd name="T110" fmla="*/ 871 w 977"/>
                <a:gd name="T111" fmla="*/ 273 h 779"/>
                <a:gd name="T112" fmla="*/ 918 w 977"/>
                <a:gd name="T113" fmla="*/ 247 h 779"/>
                <a:gd name="T114" fmla="*/ 929 w 977"/>
                <a:gd name="T115" fmla="*/ 193 h 779"/>
                <a:gd name="T116" fmla="*/ 643 w 977"/>
                <a:gd name="T117" fmla="*/ 686 h 779"/>
                <a:gd name="T118" fmla="*/ 565 w 977"/>
                <a:gd name="T119" fmla="*/ 767 h 779"/>
                <a:gd name="T120" fmla="*/ 601 w 977"/>
                <a:gd name="T121" fmla="*/ 75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7" h="779">
                  <a:moveTo>
                    <a:pt x="938" y="198"/>
                  </a:moveTo>
                  <a:lnTo>
                    <a:pt x="942" y="200"/>
                  </a:lnTo>
                  <a:lnTo>
                    <a:pt x="946" y="195"/>
                  </a:lnTo>
                  <a:lnTo>
                    <a:pt x="953" y="191"/>
                  </a:lnTo>
                  <a:lnTo>
                    <a:pt x="955" y="185"/>
                  </a:lnTo>
                  <a:lnTo>
                    <a:pt x="960" y="182"/>
                  </a:lnTo>
                  <a:lnTo>
                    <a:pt x="966" y="176"/>
                  </a:lnTo>
                  <a:lnTo>
                    <a:pt x="969" y="167"/>
                  </a:lnTo>
                  <a:lnTo>
                    <a:pt x="971" y="156"/>
                  </a:lnTo>
                  <a:lnTo>
                    <a:pt x="971" y="151"/>
                  </a:lnTo>
                  <a:lnTo>
                    <a:pt x="975" y="147"/>
                  </a:lnTo>
                  <a:lnTo>
                    <a:pt x="977" y="138"/>
                  </a:lnTo>
                  <a:lnTo>
                    <a:pt x="973" y="134"/>
                  </a:lnTo>
                  <a:lnTo>
                    <a:pt x="973" y="127"/>
                  </a:lnTo>
                  <a:lnTo>
                    <a:pt x="977" y="118"/>
                  </a:lnTo>
                  <a:lnTo>
                    <a:pt x="968" y="122"/>
                  </a:lnTo>
                  <a:lnTo>
                    <a:pt x="964" y="127"/>
                  </a:lnTo>
                  <a:lnTo>
                    <a:pt x="959" y="129"/>
                  </a:lnTo>
                  <a:lnTo>
                    <a:pt x="953" y="129"/>
                  </a:lnTo>
                  <a:lnTo>
                    <a:pt x="946" y="133"/>
                  </a:lnTo>
                  <a:lnTo>
                    <a:pt x="940" y="138"/>
                  </a:lnTo>
                  <a:lnTo>
                    <a:pt x="935" y="142"/>
                  </a:lnTo>
                  <a:lnTo>
                    <a:pt x="929" y="144"/>
                  </a:lnTo>
                  <a:lnTo>
                    <a:pt x="922" y="138"/>
                  </a:lnTo>
                  <a:lnTo>
                    <a:pt x="915" y="134"/>
                  </a:lnTo>
                  <a:lnTo>
                    <a:pt x="911" y="129"/>
                  </a:lnTo>
                  <a:lnTo>
                    <a:pt x="913" y="122"/>
                  </a:lnTo>
                  <a:lnTo>
                    <a:pt x="911" y="114"/>
                  </a:lnTo>
                  <a:lnTo>
                    <a:pt x="904" y="109"/>
                  </a:lnTo>
                  <a:lnTo>
                    <a:pt x="900" y="100"/>
                  </a:lnTo>
                  <a:lnTo>
                    <a:pt x="898" y="93"/>
                  </a:lnTo>
                  <a:lnTo>
                    <a:pt x="893" y="89"/>
                  </a:lnTo>
                  <a:lnTo>
                    <a:pt x="884" y="85"/>
                  </a:lnTo>
                  <a:lnTo>
                    <a:pt x="878" y="83"/>
                  </a:lnTo>
                  <a:lnTo>
                    <a:pt x="871" y="83"/>
                  </a:lnTo>
                  <a:lnTo>
                    <a:pt x="866" y="80"/>
                  </a:lnTo>
                  <a:lnTo>
                    <a:pt x="860" y="69"/>
                  </a:lnTo>
                  <a:lnTo>
                    <a:pt x="853" y="58"/>
                  </a:lnTo>
                  <a:lnTo>
                    <a:pt x="851" y="47"/>
                  </a:lnTo>
                  <a:lnTo>
                    <a:pt x="851" y="41"/>
                  </a:lnTo>
                  <a:lnTo>
                    <a:pt x="846" y="32"/>
                  </a:lnTo>
                  <a:lnTo>
                    <a:pt x="840" y="27"/>
                  </a:lnTo>
                  <a:lnTo>
                    <a:pt x="833" y="20"/>
                  </a:lnTo>
                  <a:lnTo>
                    <a:pt x="820" y="18"/>
                  </a:lnTo>
                  <a:lnTo>
                    <a:pt x="815" y="12"/>
                  </a:lnTo>
                  <a:lnTo>
                    <a:pt x="809" y="7"/>
                  </a:lnTo>
                  <a:lnTo>
                    <a:pt x="802" y="1"/>
                  </a:lnTo>
                  <a:lnTo>
                    <a:pt x="793" y="0"/>
                  </a:lnTo>
                  <a:lnTo>
                    <a:pt x="787" y="3"/>
                  </a:lnTo>
                  <a:lnTo>
                    <a:pt x="780" y="5"/>
                  </a:lnTo>
                  <a:lnTo>
                    <a:pt x="771" y="5"/>
                  </a:lnTo>
                  <a:lnTo>
                    <a:pt x="764" y="11"/>
                  </a:lnTo>
                  <a:lnTo>
                    <a:pt x="756" y="16"/>
                  </a:lnTo>
                  <a:lnTo>
                    <a:pt x="751" y="23"/>
                  </a:lnTo>
                  <a:lnTo>
                    <a:pt x="749" y="25"/>
                  </a:lnTo>
                  <a:lnTo>
                    <a:pt x="747" y="31"/>
                  </a:lnTo>
                  <a:lnTo>
                    <a:pt x="753" y="31"/>
                  </a:lnTo>
                  <a:lnTo>
                    <a:pt x="754" y="38"/>
                  </a:lnTo>
                  <a:lnTo>
                    <a:pt x="753" y="45"/>
                  </a:lnTo>
                  <a:lnTo>
                    <a:pt x="749" y="49"/>
                  </a:lnTo>
                  <a:lnTo>
                    <a:pt x="751" y="58"/>
                  </a:lnTo>
                  <a:lnTo>
                    <a:pt x="745" y="67"/>
                  </a:lnTo>
                  <a:lnTo>
                    <a:pt x="740" y="74"/>
                  </a:lnTo>
                  <a:lnTo>
                    <a:pt x="740" y="74"/>
                  </a:lnTo>
                  <a:lnTo>
                    <a:pt x="734" y="78"/>
                  </a:lnTo>
                  <a:lnTo>
                    <a:pt x="733" y="82"/>
                  </a:lnTo>
                  <a:lnTo>
                    <a:pt x="733" y="83"/>
                  </a:lnTo>
                  <a:lnTo>
                    <a:pt x="733" y="85"/>
                  </a:lnTo>
                  <a:lnTo>
                    <a:pt x="733" y="85"/>
                  </a:lnTo>
                  <a:lnTo>
                    <a:pt x="733" y="87"/>
                  </a:lnTo>
                  <a:lnTo>
                    <a:pt x="727" y="89"/>
                  </a:lnTo>
                  <a:lnTo>
                    <a:pt x="722" y="91"/>
                  </a:lnTo>
                  <a:lnTo>
                    <a:pt x="713" y="100"/>
                  </a:lnTo>
                  <a:lnTo>
                    <a:pt x="705" y="96"/>
                  </a:lnTo>
                  <a:lnTo>
                    <a:pt x="696" y="89"/>
                  </a:lnTo>
                  <a:lnTo>
                    <a:pt x="687" y="93"/>
                  </a:lnTo>
                  <a:lnTo>
                    <a:pt x="680" y="111"/>
                  </a:lnTo>
                  <a:lnTo>
                    <a:pt x="680" y="111"/>
                  </a:lnTo>
                  <a:lnTo>
                    <a:pt x="680" y="114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2" y="123"/>
                  </a:lnTo>
                  <a:lnTo>
                    <a:pt x="680" y="127"/>
                  </a:lnTo>
                  <a:lnTo>
                    <a:pt x="678" y="131"/>
                  </a:lnTo>
                  <a:lnTo>
                    <a:pt x="676" y="138"/>
                  </a:lnTo>
                  <a:lnTo>
                    <a:pt x="689" y="144"/>
                  </a:lnTo>
                  <a:lnTo>
                    <a:pt x="700" y="142"/>
                  </a:lnTo>
                  <a:lnTo>
                    <a:pt x="709" y="133"/>
                  </a:lnTo>
                  <a:lnTo>
                    <a:pt x="714" y="134"/>
                  </a:lnTo>
                  <a:lnTo>
                    <a:pt x="718" y="138"/>
                  </a:lnTo>
                  <a:lnTo>
                    <a:pt x="725" y="145"/>
                  </a:lnTo>
                  <a:lnTo>
                    <a:pt x="736" y="149"/>
                  </a:lnTo>
                  <a:lnTo>
                    <a:pt x="743" y="156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34" y="162"/>
                  </a:lnTo>
                  <a:lnTo>
                    <a:pt x="731" y="164"/>
                  </a:lnTo>
                  <a:lnTo>
                    <a:pt x="727" y="164"/>
                  </a:lnTo>
                  <a:lnTo>
                    <a:pt x="727" y="164"/>
                  </a:lnTo>
                  <a:lnTo>
                    <a:pt x="723" y="165"/>
                  </a:lnTo>
                  <a:lnTo>
                    <a:pt x="720" y="169"/>
                  </a:lnTo>
                  <a:lnTo>
                    <a:pt x="716" y="173"/>
                  </a:lnTo>
                  <a:lnTo>
                    <a:pt x="705" y="171"/>
                  </a:lnTo>
                  <a:lnTo>
                    <a:pt x="692" y="180"/>
                  </a:lnTo>
                  <a:lnTo>
                    <a:pt x="689" y="176"/>
                  </a:lnTo>
                  <a:lnTo>
                    <a:pt x="683" y="176"/>
                  </a:lnTo>
                  <a:lnTo>
                    <a:pt x="680" y="185"/>
                  </a:lnTo>
                  <a:lnTo>
                    <a:pt x="674" y="189"/>
                  </a:lnTo>
                  <a:lnTo>
                    <a:pt x="654" y="195"/>
                  </a:lnTo>
                  <a:lnTo>
                    <a:pt x="651" y="205"/>
                  </a:lnTo>
                  <a:lnTo>
                    <a:pt x="638" y="213"/>
                  </a:lnTo>
                  <a:lnTo>
                    <a:pt x="629" y="211"/>
                  </a:lnTo>
                  <a:lnTo>
                    <a:pt x="621" y="202"/>
                  </a:lnTo>
                  <a:lnTo>
                    <a:pt x="612" y="200"/>
                  </a:lnTo>
                  <a:lnTo>
                    <a:pt x="607" y="204"/>
                  </a:lnTo>
                  <a:lnTo>
                    <a:pt x="603" y="213"/>
                  </a:lnTo>
                  <a:lnTo>
                    <a:pt x="601" y="222"/>
                  </a:lnTo>
                  <a:lnTo>
                    <a:pt x="605" y="231"/>
                  </a:lnTo>
                  <a:lnTo>
                    <a:pt x="607" y="240"/>
                  </a:lnTo>
                  <a:lnTo>
                    <a:pt x="601" y="247"/>
                  </a:lnTo>
                  <a:lnTo>
                    <a:pt x="596" y="251"/>
                  </a:lnTo>
                  <a:lnTo>
                    <a:pt x="581" y="255"/>
                  </a:lnTo>
                  <a:lnTo>
                    <a:pt x="567" y="258"/>
                  </a:lnTo>
                  <a:lnTo>
                    <a:pt x="552" y="258"/>
                  </a:lnTo>
                  <a:lnTo>
                    <a:pt x="543" y="260"/>
                  </a:lnTo>
                  <a:lnTo>
                    <a:pt x="538" y="262"/>
                  </a:lnTo>
                  <a:lnTo>
                    <a:pt x="528" y="271"/>
                  </a:lnTo>
                  <a:lnTo>
                    <a:pt x="518" y="275"/>
                  </a:lnTo>
                  <a:lnTo>
                    <a:pt x="507" y="275"/>
                  </a:lnTo>
                  <a:lnTo>
                    <a:pt x="496" y="278"/>
                  </a:lnTo>
                  <a:lnTo>
                    <a:pt x="479" y="278"/>
                  </a:lnTo>
                  <a:lnTo>
                    <a:pt x="472" y="273"/>
                  </a:lnTo>
                  <a:lnTo>
                    <a:pt x="463" y="264"/>
                  </a:lnTo>
                  <a:lnTo>
                    <a:pt x="459" y="262"/>
                  </a:lnTo>
                  <a:lnTo>
                    <a:pt x="436" y="262"/>
                  </a:lnTo>
                  <a:lnTo>
                    <a:pt x="421" y="260"/>
                  </a:lnTo>
                  <a:lnTo>
                    <a:pt x="408" y="258"/>
                  </a:lnTo>
                  <a:lnTo>
                    <a:pt x="395" y="260"/>
                  </a:lnTo>
                  <a:lnTo>
                    <a:pt x="386" y="258"/>
                  </a:lnTo>
                  <a:lnTo>
                    <a:pt x="377" y="253"/>
                  </a:lnTo>
                  <a:lnTo>
                    <a:pt x="370" y="244"/>
                  </a:lnTo>
                  <a:lnTo>
                    <a:pt x="361" y="238"/>
                  </a:lnTo>
                  <a:lnTo>
                    <a:pt x="354" y="233"/>
                  </a:lnTo>
                  <a:lnTo>
                    <a:pt x="352" y="224"/>
                  </a:lnTo>
                  <a:lnTo>
                    <a:pt x="344" y="216"/>
                  </a:lnTo>
                  <a:lnTo>
                    <a:pt x="335" y="213"/>
                  </a:lnTo>
                  <a:lnTo>
                    <a:pt x="330" y="209"/>
                  </a:lnTo>
                  <a:lnTo>
                    <a:pt x="323" y="204"/>
                  </a:lnTo>
                  <a:lnTo>
                    <a:pt x="312" y="204"/>
                  </a:lnTo>
                  <a:lnTo>
                    <a:pt x="303" y="200"/>
                  </a:lnTo>
                  <a:lnTo>
                    <a:pt x="301" y="193"/>
                  </a:lnTo>
                  <a:lnTo>
                    <a:pt x="303" y="184"/>
                  </a:lnTo>
                  <a:lnTo>
                    <a:pt x="304" y="176"/>
                  </a:lnTo>
                  <a:lnTo>
                    <a:pt x="299" y="167"/>
                  </a:lnTo>
                  <a:lnTo>
                    <a:pt x="292" y="164"/>
                  </a:lnTo>
                  <a:lnTo>
                    <a:pt x="290" y="158"/>
                  </a:lnTo>
                  <a:lnTo>
                    <a:pt x="281" y="147"/>
                  </a:lnTo>
                  <a:lnTo>
                    <a:pt x="272" y="142"/>
                  </a:lnTo>
                  <a:lnTo>
                    <a:pt x="261" y="144"/>
                  </a:lnTo>
                  <a:lnTo>
                    <a:pt x="253" y="142"/>
                  </a:lnTo>
                  <a:lnTo>
                    <a:pt x="248" y="136"/>
                  </a:lnTo>
                  <a:lnTo>
                    <a:pt x="246" y="131"/>
                  </a:lnTo>
                  <a:lnTo>
                    <a:pt x="244" y="118"/>
                  </a:lnTo>
                  <a:lnTo>
                    <a:pt x="246" y="103"/>
                  </a:lnTo>
                  <a:lnTo>
                    <a:pt x="239" y="109"/>
                  </a:lnTo>
                  <a:lnTo>
                    <a:pt x="215" y="113"/>
                  </a:lnTo>
                  <a:lnTo>
                    <a:pt x="208" y="118"/>
                  </a:lnTo>
                  <a:lnTo>
                    <a:pt x="202" y="125"/>
                  </a:lnTo>
                  <a:lnTo>
                    <a:pt x="193" y="129"/>
                  </a:lnTo>
                  <a:lnTo>
                    <a:pt x="191" y="134"/>
                  </a:lnTo>
                  <a:lnTo>
                    <a:pt x="190" y="142"/>
                  </a:lnTo>
                  <a:lnTo>
                    <a:pt x="177" y="147"/>
                  </a:lnTo>
                  <a:lnTo>
                    <a:pt x="168" y="147"/>
                  </a:lnTo>
                  <a:lnTo>
                    <a:pt x="160" y="153"/>
                  </a:lnTo>
                  <a:lnTo>
                    <a:pt x="155" y="162"/>
                  </a:lnTo>
                  <a:lnTo>
                    <a:pt x="149" y="167"/>
                  </a:lnTo>
                  <a:lnTo>
                    <a:pt x="146" y="178"/>
                  </a:lnTo>
                  <a:lnTo>
                    <a:pt x="148" y="189"/>
                  </a:lnTo>
                  <a:lnTo>
                    <a:pt x="153" y="195"/>
                  </a:lnTo>
                  <a:lnTo>
                    <a:pt x="149" y="200"/>
                  </a:lnTo>
                  <a:lnTo>
                    <a:pt x="135" y="200"/>
                  </a:lnTo>
                  <a:lnTo>
                    <a:pt x="122" y="205"/>
                  </a:lnTo>
                  <a:lnTo>
                    <a:pt x="109" y="207"/>
                  </a:lnTo>
                  <a:lnTo>
                    <a:pt x="106" y="213"/>
                  </a:lnTo>
                  <a:lnTo>
                    <a:pt x="109" y="218"/>
                  </a:lnTo>
                  <a:lnTo>
                    <a:pt x="117" y="225"/>
                  </a:lnTo>
                  <a:lnTo>
                    <a:pt x="120" y="233"/>
                  </a:lnTo>
                  <a:lnTo>
                    <a:pt x="113" y="246"/>
                  </a:lnTo>
                  <a:lnTo>
                    <a:pt x="113" y="258"/>
                  </a:lnTo>
                  <a:lnTo>
                    <a:pt x="113" y="258"/>
                  </a:lnTo>
                  <a:lnTo>
                    <a:pt x="106" y="262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97" y="269"/>
                  </a:lnTo>
                  <a:lnTo>
                    <a:pt x="93" y="273"/>
                  </a:lnTo>
                  <a:lnTo>
                    <a:pt x="93" y="273"/>
                  </a:lnTo>
                  <a:lnTo>
                    <a:pt x="89" y="275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82" y="280"/>
                  </a:lnTo>
                  <a:lnTo>
                    <a:pt x="82" y="282"/>
                  </a:lnTo>
                  <a:lnTo>
                    <a:pt x="82" y="282"/>
                  </a:lnTo>
                  <a:lnTo>
                    <a:pt x="82" y="284"/>
                  </a:lnTo>
                  <a:lnTo>
                    <a:pt x="78" y="286"/>
                  </a:lnTo>
                  <a:lnTo>
                    <a:pt x="71" y="286"/>
                  </a:lnTo>
                  <a:lnTo>
                    <a:pt x="62" y="287"/>
                  </a:lnTo>
                  <a:lnTo>
                    <a:pt x="58" y="289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7"/>
                  </a:lnTo>
                  <a:lnTo>
                    <a:pt x="55" y="300"/>
                  </a:lnTo>
                  <a:lnTo>
                    <a:pt x="55" y="304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49" y="307"/>
                  </a:lnTo>
                  <a:lnTo>
                    <a:pt x="46" y="309"/>
                  </a:lnTo>
                  <a:lnTo>
                    <a:pt x="38" y="309"/>
                  </a:lnTo>
                  <a:lnTo>
                    <a:pt x="38" y="309"/>
                  </a:lnTo>
                  <a:lnTo>
                    <a:pt x="35" y="313"/>
                  </a:lnTo>
                  <a:lnTo>
                    <a:pt x="33" y="313"/>
                  </a:lnTo>
                  <a:lnTo>
                    <a:pt x="31" y="315"/>
                  </a:lnTo>
                  <a:lnTo>
                    <a:pt x="31" y="315"/>
                  </a:lnTo>
                  <a:lnTo>
                    <a:pt x="29" y="313"/>
                  </a:lnTo>
                  <a:lnTo>
                    <a:pt x="27" y="309"/>
                  </a:lnTo>
                  <a:lnTo>
                    <a:pt x="27" y="307"/>
                  </a:lnTo>
                  <a:lnTo>
                    <a:pt x="26" y="306"/>
                  </a:lnTo>
                  <a:lnTo>
                    <a:pt x="26" y="306"/>
                  </a:lnTo>
                  <a:lnTo>
                    <a:pt x="22" y="306"/>
                  </a:lnTo>
                  <a:lnTo>
                    <a:pt x="20" y="307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3" y="315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4" y="320"/>
                  </a:lnTo>
                  <a:lnTo>
                    <a:pt x="4" y="320"/>
                  </a:lnTo>
                  <a:lnTo>
                    <a:pt x="0" y="326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6" y="344"/>
                  </a:lnTo>
                  <a:lnTo>
                    <a:pt x="16" y="340"/>
                  </a:lnTo>
                  <a:lnTo>
                    <a:pt x="18" y="342"/>
                  </a:lnTo>
                  <a:lnTo>
                    <a:pt x="16" y="348"/>
                  </a:lnTo>
                  <a:lnTo>
                    <a:pt x="15" y="355"/>
                  </a:lnTo>
                  <a:lnTo>
                    <a:pt x="18" y="362"/>
                  </a:lnTo>
                  <a:lnTo>
                    <a:pt x="20" y="371"/>
                  </a:lnTo>
                  <a:lnTo>
                    <a:pt x="24" y="375"/>
                  </a:lnTo>
                  <a:lnTo>
                    <a:pt x="24" y="380"/>
                  </a:lnTo>
                  <a:lnTo>
                    <a:pt x="18" y="382"/>
                  </a:lnTo>
                  <a:lnTo>
                    <a:pt x="18" y="388"/>
                  </a:lnTo>
                  <a:lnTo>
                    <a:pt x="29" y="388"/>
                  </a:lnTo>
                  <a:lnTo>
                    <a:pt x="47" y="399"/>
                  </a:lnTo>
                  <a:lnTo>
                    <a:pt x="51" y="404"/>
                  </a:lnTo>
                  <a:lnTo>
                    <a:pt x="57" y="409"/>
                  </a:lnTo>
                  <a:lnTo>
                    <a:pt x="64" y="404"/>
                  </a:lnTo>
                  <a:lnTo>
                    <a:pt x="67" y="400"/>
                  </a:lnTo>
                  <a:lnTo>
                    <a:pt x="75" y="400"/>
                  </a:lnTo>
                  <a:lnTo>
                    <a:pt x="82" y="402"/>
                  </a:lnTo>
                  <a:lnTo>
                    <a:pt x="89" y="404"/>
                  </a:lnTo>
                  <a:lnTo>
                    <a:pt x="93" y="411"/>
                  </a:lnTo>
                  <a:lnTo>
                    <a:pt x="97" y="415"/>
                  </a:lnTo>
                  <a:lnTo>
                    <a:pt x="100" y="422"/>
                  </a:lnTo>
                  <a:lnTo>
                    <a:pt x="97" y="428"/>
                  </a:lnTo>
                  <a:lnTo>
                    <a:pt x="95" y="433"/>
                  </a:lnTo>
                  <a:lnTo>
                    <a:pt x="91" y="437"/>
                  </a:lnTo>
                  <a:lnTo>
                    <a:pt x="88" y="442"/>
                  </a:lnTo>
                  <a:lnTo>
                    <a:pt x="84" y="450"/>
                  </a:lnTo>
                  <a:lnTo>
                    <a:pt x="80" y="453"/>
                  </a:lnTo>
                  <a:lnTo>
                    <a:pt x="77" y="459"/>
                  </a:lnTo>
                  <a:lnTo>
                    <a:pt x="84" y="464"/>
                  </a:lnTo>
                  <a:lnTo>
                    <a:pt x="88" y="470"/>
                  </a:lnTo>
                  <a:lnTo>
                    <a:pt x="86" y="481"/>
                  </a:lnTo>
                  <a:lnTo>
                    <a:pt x="91" y="484"/>
                  </a:lnTo>
                  <a:lnTo>
                    <a:pt x="97" y="484"/>
                  </a:lnTo>
                  <a:lnTo>
                    <a:pt x="97" y="490"/>
                  </a:lnTo>
                  <a:lnTo>
                    <a:pt x="93" y="499"/>
                  </a:lnTo>
                  <a:lnTo>
                    <a:pt x="95" y="502"/>
                  </a:lnTo>
                  <a:lnTo>
                    <a:pt x="91" y="506"/>
                  </a:lnTo>
                  <a:lnTo>
                    <a:pt x="95" y="513"/>
                  </a:lnTo>
                  <a:lnTo>
                    <a:pt x="102" y="517"/>
                  </a:lnTo>
                  <a:lnTo>
                    <a:pt x="108" y="521"/>
                  </a:lnTo>
                  <a:lnTo>
                    <a:pt x="117" y="522"/>
                  </a:lnTo>
                  <a:lnTo>
                    <a:pt x="122" y="528"/>
                  </a:lnTo>
                  <a:lnTo>
                    <a:pt x="128" y="533"/>
                  </a:lnTo>
                  <a:lnTo>
                    <a:pt x="131" y="532"/>
                  </a:lnTo>
                  <a:lnTo>
                    <a:pt x="139" y="532"/>
                  </a:lnTo>
                  <a:lnTo>
                    <a:pt x="148" y="533"/>
                  </a:lnTo>
                  <a:lnTo>
                    <a:pt x="153" y="533"/>
                  </a:lnTo>
                  <a:lnTo>
                    <a:pt x="160" y="546"/>
                  </a:lnTo>
                  <a:lnTo>
                    <a:pt x="166" y="546"/>
                  </a:lnTo>
                  <a:lnTo>
                    <a:pt x="175" y="544"/>
                  </a:lnTo>
                  <a:lnTo>
                    <a:pt x="180" y="548"/>
                  </a:lnTo>
                  <a:lnTo>
                    <a:pt x="180" y="555"/>
                  </a:lnTo>
                  <a:lnTo>
                    <a:pt x="190" y="559"/>
                  </a:lnTo>
                  <a:lnTo>
                    <a:pt x="197" y="566"/>
                  </a:lnTo>
                  <a:lnTo>
                    <a:pt x="200" y="573"/>
                  </a:lnTo>
                  <a:lnTo>
                    <a:pt x="208" y="573"/>
                  </a:lnTo>
                  <a:lnTo>
                    <a:pt x="215" y="579"/>
                  </a:lnTo>
                  <a:lnTo>
                    <a:pt x="230" y="579"/>
                  </a:lnTo>
                  <a:lnTo>
                    <a:pt x="241" y="581"/>
                  </a:lnTo>
                  <a:lnTo>
                    <a:pt x="246" y="577"/>
                  </a:lnTo>
                  <a:lnTo>
                    <a:pt x="252" y="579"/>
                  </a:lnTo>
                  <a:lnTo>
                    <a:pt x="257" y="586"/>
                  </a:lnTo>
                  <a:lnTo>
                    <a:pt x="264" y="575"/>
                  </a:lnTo>
                  <a:lnTo>
                    <a:pt x="270" y="572"/>
                  </a:lnTo>
                  <a:lnTo>
                    <a:pt x="279" y="570"/>
                  </a:lnTo>
                  <a:lnTo>
                    <a:pt x="286" y="573"/>
                  </a:lnTo>
                  <a:lnTo>
                    <a:pt x="293" y="573"/>
                  </a:lnTo>
                  <a:lnTo>
                    <a:pt x="303" y="575"/>
                  </a:lnTo>
                  <a:lnTo>
                    <a:pt x="312" y="573"/>
                  </a:lnTo>
                  <a:lnTo>
                    <a:pt x="321" y="570"/>
                  </a:lnTo>
                  <a:lnTo>
                    <a:pt x="326" y="564"/>
                  </a:lnTo>
                  <a:lnTo>
                    <a:pt x="335" y="564"/>
                  </a:lnTo>
                  <a:lnTo>
                    <a:pt x="341" y="566"/>
                  </a:lnTo>
                  <a:lnTo>
                    <a:pt x="346" y="561"/>
                  </a:lnTo>
                  <a:lnTo>
                    <a:pt x="352" y="561"/>
                  </a:lnTo>
                  <a:lnTo>
                    <a:pt x="361" y="564"/>
                  </a:lnTo>
                  <a:lnTo>
                    <a:pt x="361" y="573"/>
                  </a:lnTo>
                  <a:lnTo>
                    <a:pt x="364" y="577"/>
                  </a:lnTo>
                  <a:lnTo>
                    <a:pt x="370" y="575"/>
                  </a:lnTo>
                  <a:lnTo>
                    <a:pt x="374" y="577"/>
                  </a:lnTo>
                  <a:lnTo>
                    <a:pt x="381" y="579"/>
                  </a:lnTo>
                  <a:lnTo>
                    <a:pt x="385" y="581"/>
                  </a:lnTo>
                  <a:lnTo>
                    <a:pt x="388" y="586"/>
                  </a:lnTo>
                  <a:lnTo>
                    <a:pt x="390" y="592"/>
                  </a:lnTo>
                  <a:lnTo>
                    <a:pt x="394" y="590"/>
                  </a:lnTo>
                  <a:lnTo>
                    <a:pt x="399" y="590"/>
                  </a:lnTo>
                  <a:lnTo>
                    <a:pt x="401" y="597"/>
                  </a:lnTo>
                  <a:lnTo>
                    <a:pt x="405" y="603"/>
                  </a:lnTo>
                  <a:lnTo>
                    <a:pt x="403" y="612"/>
                  </a:lnTo>
                  <a:lnTo>
                    <a:pt x="405" y="617"/>
                  </a:lnTo>
                  <a:lnTo>
                    <a:pt x="405" y="623"/>
                  </a:lnTo>
                  <a:lnTo>
                    <a:pt x="403" y="634"/>
                  </a:lnTo>
                  <a:lnTo>
                    <a:pt x="399" y="641"/>
                  </a:lnTo>
                  <a:lnTo>
                    <a:pt x="392" y="648"/>
                  </a:lnTo>
                  <a:lnTo>
                    <a:pt x="392" y="654"/>
                  </a:lnTo>
                  <a:lnTo>
                    <a:pt x="395" y="659"/>
                  </a:lnTo>
                  <a:lnTo>
                    <a:pt x="395" y="665"/>
                  </a:lnTo>
                  <a:lnTo>
                    <a:pt x="397" y="668"/>
                  </a:lnTo>
                  <a:lnTo>
                    <a:pt x="399" y="666"/>
                  </a:lnTo>
                  <a:lnTo>
                    <a:pt x="403" y="663"/>
                  </a:lnTo>
                  <a:lnTo>
                    <a:pt x="408" y="661"/>
                  </a:lnTo>
                  <a:lnTo>
                    <a:pt x="414" y="661"/>
                  </a:lnTo>
                  <a:lnTo>
                    <a:pt x="417" y="665"/>
                  </a:lnTo>
                  <a:lnTo>
                    <a:pt x="416" y="670"/>
                  </a:lnTo>
                  <a:lnTo>
                    <a:pt x="417" y="677"/>
                  </a:lnTo>
                  <a:lnTo>
                    <a:pt x="423" y="677"/>
                  </a:lnTo>
                  <a:lnTo>
                    <a:pt x="425" y="681"/>
                  </a:lnTo>
                  <a:lnTo>
                    <a:pt x="419" y="690"/>
                  </a:lnTo>
                  <a:lnTo>
                    <a:pt x="419" y="694"/>
                  </a:lnTo>
                  <a:lnTo>
                    <a:pt x="426" y="696"/>
                  </a:lnTo>
                  <a:lnTo>
                    <a:pt x="430" y="696"/>
                  </a:lnTo>
                  <a:lnTo>
                    <a:pt x="432" y="705"/>
                  </a:lnTo>
                  <a:lnTo>
                    <a:pt x="436" y="712"/>
                  </a:lnTo>
                  <a:lnTo>
                    <a:pt x="446" y="716"/>
                  </a:lnTo>
                  <a:lnTo>
                    <a:pt x="450" y="716"/>
                  </a:lnTo>
                  <a:lnTo>
                    <a:pt x="457" y="712"/>
                  </a:lnTo>
                  <a:lnTo>
                    <a:pt x="459" y="703"/>
                  </a:lnTo>
                  <a:lnTo>
                    <a:pt x="454" y="686"/>
                  </a:lnTo>
                  <a:lnTo>
                    <a:pt x="456" y="681"/>
                  </a:lnTo>
                  <a:lnTo>
                    <a:pt x="463" y="679"/>
                  </a:lnTo>
                  <a:lnTo>
                    <a:pt x="472" y="686"/>
                  </a:lnTo>
                  <a:lnTo>
                    <a:pt x="479" y="683"/>
                  </a:lnTo>
                  <a:lnTo>
                    <a:pt x="488" y="688"/>
                  </a:lnTo>
                  <a:lnTo>
                    <a:pt x="494" y="685"/>
                  </a:lnTo>
                  <a:lnTo>
                    <a:pt x="505" y="683"/>
                  </a:lnTo>
                  <a:lnTo>
                    <a:pt x="508" y="679"/>
                  </a:lnTo>
                  <a:lnTo>
                    <a:pt x="516" y="681"/>
                  </a:lnTo>
                  <a:lnTo>
                    <a:pt x="523" y="688"/>
                  </a:lnTo>
                  <a:lnTo>
                    <a:pt x="528" y="690"/>
                  </a:lnTo>
                  <a:lnTo>
                    <a:pt x="528" y="694"/>
                  </a:lnTo>
                  <a:lnTo>
                    <a:pt x="525" y="701"/>
                  </a:lnTo>
                  <a:lnTo>
                    <a:pt x="534" y="710"/>
                  </a:lnTo>
                  <a:lnTo>
                    <a:pt x="539" y="706"/>
                  </a:lnTo>
                  <a:lnTo>
                    <a:pt x="549" y="706"/>
                  </a:lnTo>
                  <a:lnTo>
                    <a:pt x="556" y="710"/>
                  </a:lnTo>
                  <a:lnTo>
                    <a:pt x="556" y="710"/>
                  </a:lnTo>
                  <a:lnTo>
                    <a:pt x="569" y="706"/>
                  </a:lnTo>
                  <a:lnTo>
                    <a:pt x="581" y="706"/>
                  </a:lnTo>
                  <a:lnTo>
                    <a:pt x="581" y="706"/>
                  </a:lnTo>
                  <a:lnTo>
                    <a:pt x="579" y="716"/>
                  </a:lnTo>
                  <a:lnTo>
                    <a:pt x="579" y="721"/>
                  </a:lnTo>
                  <a:lnTo>
                    <a:pt x="583" y="726"/>
                  </a:lnTo>
                  <a:lnTo>
                    <a:pt x="587" y="736"/>
                  </a:lnTo>
                  <a:lnTo>
                    <a:pt x="587" y="736"/>
                  </a:lnTo>
                  <a:lnTo>
                    <a:pt x="590" y="734"/>
                  </a:lnTo>
                  <a:lnTo>
                    <a:pt x="592" y="732"/>
                  </a:lnTo>
                  <a:lnTo>
                    <a:pt x="594" y="732"/>
                  </a:lnTo>
                  <a:lnTo>
                    <a:pt x="594" y="732"/>
                  </a:lnTo>
                  <a:lnTo>
                    <a:pt x="594" y="725"/>
                  </a:lnTo>
                  <a:lnTo>
                    <a:pt x="594" y="725"/>
                  </a:lnTo>
                  <a:lnTo>
                    <a:pt x="592" y="726"/>
                  </a:lnTo>
                  <a:lnTo>
                    <a:pt x="590" y="725"/>
                  </a:lnTo>
                  <a:lnTo>
                    <a:pt x="589" y="721"/>
                  </a:lnTo>
                  <a:lnTo>
                    <a:pt x="589" y="721"/>
                  </a:lnTo>
                  <a:lnTo>
                    <a:pt x="596" y="717"/>
                  </a:lnTo>
                  <a:lnTo>
                    <a:pt x="603" y="714"/>
                  </a:lnTo>
                  <a:lnTo>
                    <a:pt x="603" y="714"/>
                  </a:lnTo>
                  <a:lnTo>
                    <a:pt x="607" y="710"/>
                  </a:lnTo>
                  <a:lnTo>
                    <a:pt x="609" y="706"/>
                  </a:lnTo>
                  <a:lnTo>
                    <a:pt x="609" y="706"/>
                  </a:lnTo>
                  <a:lnTo>
                    <a:pt x="616" y="705"/>
                  </a:lnTo>
                  <a:lnTo>
                    <a:pt x="621" y="703"/>
                  </a:lnTo>
                  <a:lnTo>
                    <a:pt x="629" y="703"/>
                  </a:lnTo>
                  <a:lnTo>
                    <a:pt x="636" y="701"/>
                  </a:lnTo>
                  <a:lnTo>
                    <a:pt x="636" y="701"/>
                  </a:lnTo>
                  <a:lnTo>
                    <a:pt x="638" y="699"/>
                  </a:lnTo>
                  <a:lnTo>
                    <a:pt x="641" y="694"/>
                  </a:lnTo>
                  <a:lnTo>
                    <a:pt x="645" y="686"/>
                  </a:lnTo>
                  <a:lnTo>
                    <a:pt x="652" y="694"/>
                  </a:lnTo>
                  <a:lnTo>
                    <a:pt x="652" y="694"/>
                  </a:lnTo>
                  <a:lnTo>
                    <a:pt x="658" y="692"/>
                  </a:lnTo>
                  <a:lnTo>
                    <a:pt x="660" y="688"/>
                  </a:lnTo>
                  <a:lnTo>
                    <a:pt x="660" y="688"/>
                  </a:lnTo>
                  <a:lnTo>
                    <a:pt x="671" y="686"/>
                  </a:lnTo>
                  <a:lnTo>
                    <a:pt x="671" y="686"/>
                  </a:lnTo>
                  <a:lnTo>
                    <a:pt x="680" y="686"/>
                  </a:lnTo>
                  <a:lnTo>
                    <a:pt x="685" y="685"/>
                  </a:lnTo>
                  <a:lnTo>
                    <a:pt x="685" y="685"/>
                  </a:lnTo>
                  <a:lnTo>
                    <a:pt x="685" y="677"/>
                  </a:lnTo>
                  <a:lnTo>
                    <a:pt x="685" y="672"/>
                  </a:lnTo>
                  <a:lnTo>
                    <a:pt x="685" y="672"/>
                  </a:lnTo>
                  <a:lnTo>
                    <a:pt x="709" y="659"/>
                  </a:lnTo>
                  <a:lnTo>
                    <a:pt x="709" y="659"/>
                  </a:lnTo>
                  <a:lnTo>
                    <a:pt x="709" y="654"/>
                  </a:lnTo>
                  <a:lnTo>
                    <a:pt x="709" y="650"/>
                  </a:lnTo>
                  <a:lnTo>
                    <a:pt x="709" y="650"/>
                  </a:lnTo>
                  <a:lnTo>
                    <a:pt x="713" y="648"/>
                  </a:lnTo>
                  <a:lnTo>
                    <a:pt x="718" y="648"/>
                  </a:lnTo>
                  <a:lnTo>
                    <a:pt x="722" y="648"/>
                  </a:lnTo>
                  <a:lnTo>
                    <a:pt x="727" y="648"/>
                  </a:lnTo>
                  <a:lnTo>
                    <a:pt x="723" y="639"/>
                  </a:lnTo>
                  <a:lnTo>
                    <a:pt x="723" y="639"/>
                  </a:lnTo>
                  <a:lnTo>
                    <a:pt x="727" y="637"/>
                  </a:lnTo>
                  <a:lnTo>
                    <a:pt x="729" y="637"/>
                  </a:lnTo>
                  <a:lnTo>
                    <a:pt x="727" y="637"/>
                  </a:lnTo>
                  <a:lnTo>
                    <a:pt x="727" y="632"/>
                  </a:lnTo>
                  <a:lnTo>
                    <a:pt x="727" y="632"/>
                  </a:lnTo>
                  <a:lnTo>
                    <a:pt x="731" y="634"/>
                  </a:lnTo>
                  <a:lnTo>
                    <a:pt x="736" y="632"/>
                  </a:lnTo>
                  <a:lnTo>
                    <a:pt x="736" y="632"/>
                  </a:lnTo>
                  <a:lnTo>
                    <a:pt x="736" y="623"/>
                  </a:lnTo>
                  <a:lnTo>
                    <a:pt x="736" y="615"/>
                  </a:lnTo>
                  <a:lnTo>
                    <a:pt x="736" y="615"/>
                  </a:lnTo>
                  <a:lnTo>
                    <a:pt x="733" y="614"/>
                  </a:lnTo>
                  <a:lnTo>
                    <a:pt x="731" y="612"/>
                  </a:lnTo>
                  <a:lnTo>
                    <a:pt x="731" y="610"/>
                  </a:lnTo>
                  <a:lnTo>
                    <a:pt x="734" y="610"/>
                  </a:lnTo>
                  <a:lnTo>
                    <a:pt x="734" y="610"/>
                  </a:lnTo>
                  <a:lnTo>
                    <a:pt x="734" y="604"/>
                  </a:lnTo>
                  <a:lnTo>
                    <a:pt x="736" y="599"/>
                  </a:lnTo>
                  <a:lnTo>
                    <a:pt x="736" y="599"/>
                  </a:lnTo>
                  <a:lnTo>
                    <a:pt x="740" y="599"/>
                  </a:lnTo>
                  <a:lnTo>
                    <a:pt x="743" y="599"/>
                  </a:lnTo>
                  <a:lnTo>
                    <a:pt x="743" y="599"/>
                  </a:lnTo>
                  <a:lnTo>
                    <a:pt x="747" y="593"/>
                  </a:lnTo>
                  <a:lnTo>
                    <a:pt x="751" y="588"/>
                  </a:lnTo>
                  <a:lnTo>
                    <a:pt x="753" y="588"/>
                  </a:lnTo>
                  <a:lnTo>
                    <a:pt x="753" y="588"/>
                  </a:lnTo>
                  <a:lnTo>
                    <a:pt x="753" y="584"/>
                  </a:lnTo>
                  <a:lnTo>
                    <a:pt x="753" y="579"/>
                  </a:lnTo>
                  <a:lnTo>
                    <a:pt x="753" y="579"/>
                  </a:lnTo>
                  <a:lnTo>
                    <a:pt x="756" y="575"/>
                  </a:lnTo>
                  <a:lnTo>
                    <a:pt x="760" y="570"/>
                  </a:lnTo>
                  <a:lnTo>
                    <a:pt x="760" y="570"/>
                  </a:lnTo>
                  <a:lnTo>
                    <a:pt x="764" y="570"/>
                  </a:lnTo>
                  <a:lnTo>
                    <a:pt x="764" y="570"/>
                  </a:lnTo>
                  <a:lnTo>
                    <a:pt x="767" y="570"/>
                  </a:lnTo>
                  <a:lnTo>
                    <a:pt x="767" y="570"/>
                  </a:lnTo>
                  <a:lnTo>
                    <a:pt x="765" y="559"/>
                  </a:lnTo>
                  <a:lnTo>
                    <a:pt x="765" y="559"/>
                  </a:lnTo>
                  <a:lnTo>
                    <a:pt x="765" y="555"/>
                  </a:lnTo>
                  <a:lnTo>
                    <a:pt x="765" y="550"/>
                  </a:lnTo>
                  <a:lnTo>
                    <a:pt x="765" y="550"/>
                  </a:lnTo>
                  <a:lnTo>
                    <a:pt x="773" y="550"/>
                  </a:lnTo>
                  <a:lnTo>
                    <a:pt x="773" y="550"/>
                  </a:lnTo>
                  <a:lnTo>
                    <a:pt x="774" y="542"/>
                  </a:lnTo>
                  <a:lnTo>
                    <a:pt x="774" y="541"/>
                  </a:lnTo>
                  <a:lnTo>
                    <a:pt x="771" y="541"/>
                  </a:lnTo>
                  <a:lnTo>
                    <a:pt x="771" y="541"/>
                  </a:lnTo>
                  <a:lnTo>
                    <a:pt x="778" y="535"/>
                  </a:lnTo>
                  <a:lnTo>
                    <a:pt x="778" y="535"/>
                  </a:lnTo>
                  <a:lnTo>
                    <a:pt x="774" y="532"/>
                  </a:lnTo>
                  <a:lnTo>
                    <a:pt x="771" y="528"/>
                  </a:lnTo>
                  <a:lnTo>
                    <a:pt x="771" y="528"/>
                  </a:lnTo>
                  <a:lnTo>
                    <a:pt x="764" y="528"/>
                  </a:lnTo>
                  <a:lnTo>
                    <a:pt x="760" y="530"/>
                  </a:lnTo>
                  <a:lnTo>
                    <a:pt x="760" y="530"/>
                  </a:lnTo>
                  <a:lnTo>
                    <a:pt x="758" y="530"/>
                  </a:lnTo>
                  <a:lnTo>
                    <a:pt x="758" y="528"/>
                  </a:lnTo>
                  <a:lnTo>
                    <a:pt x="756" y="524"/>
                  </a:lnTo>
                  <a:lnTo>
                    <a:pt x="756" y="524"/>
                  </a:lnTo>
                  <a:lnTo>
                    <a:pt x="767" y="519"/>
                  </a:lnTo>
                  <a:lnTo>
                    <a:pt x="769" y="515"/>
                  </a:lnTo>
                  <a:lnTo>
                    <a:pt x="771" y="512"/>
                  </a:lnTo>
                  <a:lnTo>
                    <a:pt x="773" y="510"/>
                  </a:lnTo>
                  <a:lnTo>
                    <a:pt x="771" y="506"/>
                  </a:lnTo>
                  <a:lnTo>
                    <a:pt x="760" y="495"/>
                  </a:lnTo>
                  <a:lnTo>
                    <a:pt x="765" y="495"/>
                  </a:lnTo>
                  <a:lnTo>
                    <a:pt x="765" y="495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56" y="479"/>
                  </a:lnTo>
                  <a:lnTo>
                    <a:pt x="751" y="473"/>
                  </a:lnTo>
                  <a:lnTo>
                    <a:pt x="749" y="470"/>
                  </a:lnTo>
                  <a:lnTo>
                    <a:pt x="749" y="470"/>
                  </a:lnTo>
                  <a:lnTo>
                    <a:pt x="749" y="464"/>
                  </a:lnTo>
                  <a:lnTo>
                    <a:pt x="749" y="459"/>
                  </a:lnTo>
                  <a:lnTo>
                    <a:pt x="749" y="459"/>
                  </a:lnTo>
                  <a:lnTo>
                    <a:pt x="747" y="459"/>
                  </a:lnTo>
                  <a:lnTo>
                    <a:pt x="745" y="457"/>
                  </a:lnTo>
                  <a:lnTo>
                    <a:pt x="742" y="457"/>
                  </a:lnTo>
                  <a:lnTo>
                    <a:pt x="742" y="457"/>
                  </a:lnTo>
                  <a:lnTo>
                    <a:pt x="740" y="455"/>
                  </a:lnTo>
                  <a:lnTo>
                    <a:pt x="742" y="453"/>
                  </a:lnTo>
                  <a:lnTo>
                    <a:pt x="743" y="453"/>
                  </a:lnTo>
                  <a:lnTo>
                    <a:pt x="743" y="451"/>
                  </a:lnTo>
                  <a:lnTo>
                    <a:pt x="743" y="451"/>
                  </a:lnTo>
                  <a:lnTo>
                    <a:pt x="738" y="448"/>
                  </a:lnTo>
                  <a:lnTo>
                    <a:pt x="734" y="440"/>
                  </a:lnTo>
                  <a:lnTo>
                    <a:pt x="733" y="431"/>
                  </a:lnTo>
                  <a:lnTo>
                    <a:pt x="734" y="422"/>
                  </a:lnTo>
                  <a:lnTo>
                    <a:pt x="734" y="422"/>
                  </a:lnTo>
                  <a:lnTo>
                    <a:pt x="736" y="419"/>
                  </a:lnTo>
                  <a:lnTo>
                    <a:pt x="740" y="417"/>
                  </a:lnTo>
                  <a:lnTo>
                    <a:pt x="743" y="415"/>
                  </a:lnTo>
                  <a:lnTo>
                    <a:pt x="745" y="413"/>
                  </a:lnTo>
                  <a:lnTo>
                    <a:pt x="745" y="413"/>
                  </a:lnTo>
                  <a:lnTo>
                    <a:pt x="745" y="409"/>
                  </a:lnTo>
                  <a:lnTo>
                    <a:pt x="743" y="408"/>
                  </a:lnTo>
                  <a:lnTo>
                    <a:pt x="743" y="408"/>
                  </a:lnTo>
                  <a:lnTo>
                    <a:pt x="754" y="397"/>
                  </a:lnTo>
                  <a:lnTo>
                    <a:pt x="760" y="391"/>
                  </a:lnTo>
                  <a:lnTo>
                    <a:pt x="765" y="388"/>
                  </a:lnTo>
                  <a:lnTo>
                    <a:pt x="765" y="388"/>
                  </a:lnTo>
                  <a:lnTo>
                    <a:pt x="774" y="386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785" y="380"/>
                  </a:lnTo>
                  <a:lnTo>
                    <a:pt x="785" y="377"/>
                  </a:lnTo>
                  <a:lnTo>
                    <a:pt x="787" y="373"/>
                  </a:lnTo>
                  <a:lnTo>
                    <a:pt x="787" y="371"/>
                  </a:lnTo>
                  <a:lnTo>
                    <a:pt x="787" y="371"/>
                  </a:lnTo>
                  <a:lnTo>
                    <a:pt x="776" y="371"/>
                  </a:lnTo>
                  <a:lnTo>
                    <a:pt x="765" y="371"/>
                  </a:lnTo>
                  <a:lnTo>
                    <a:pt x="765" y="371"/>
                  </a:lnTo>
                  <a:lnTo>
                    <a:pt x="760" y="368"/>
                  </a:lnTo>
                  <a:lnTo>
                    <a:pt x="754" y="366"/>
                  </a:lnTo>
                  <a:lnTo>
                    <a:pt x="749" y="366"/>
                  </a:lnTo>
                  <a:lnTo>
                    <a:pt x="749" y="366"/>
                  </a:lnTo>
                  <a:lnTo>
                    <a:pt x="745" y="368"/>
                  </a:lnTo>
                  <a:lnTo>
                    <a:pt x="742" y="371"/>
                  </a:lnTo>
                  <a:lnTo>
                    <a:pt x="736" y="379"/>
                  </a:lnTo>
                  <a:lnTo>
                    <a:pt x="736" y="379"/>
                  </a:lnTo>
                  <a:lnTo>
                    <a:pt x="729" y="380"/>
                  </a:lnTo>
                  <a:lnTo>
                    <a:pt x="723" y="380"/>
                  </a:lnTo>
                  <a:lnTo>
                    <a:pt x="723" y="380"/>
                  </a:lnTo>
                  <a:lnTo>
                    <a:pt x="714" y="362"/>
                  </a:lnTo>
                  <a:lnTo>
                    <a:pt x="703" y="344"/>
                  </a:lnTo>
                  <a:lnTo>
                    <a:pt x="703" y="344"/>
                  </a:lnTo>
                  <a:lnTo>
                    <a:pt x="707" y="342"/>
                  </a:lnTo>
                  <a:lnTo>
                    <a:pt x="707" y="340"/>
                  </a:lnTo>
                  <a:lnTo>
                    <a:pt x="707" y="338"/>
                  </a:lnTo>
                  <a:lnTo>
                    <a:pt x="709" y="337"/>
                  </a:lnTo>
                  <a:lnTo>
                    <a:pt x="709" y="337"/>
                  </a:lnTo>
                  <a:lnTo>
                    <a:pt x="713" y="337"/>
                  </a:lnTo>
                  <a:lnTo>
                    <a:pt x="718" y="337"/>
                  </a:lnTo>
                  <a:lnTo>
                    <a:pt x="722" y="337"/>
                  </a:lnTo>
                  <a:lnTo>
                    <a:pt x="727" y="337"/>
                  </a:lnTo>
                  <a:lnTo>
                    <a:pt x="727" y="337"/>
                  </a:lnTo>
                  <a:lnTo>
                    <a:pt x="729" y="331"/>
                  </a:lnTo>
                  <a:lnTo>
                    <a:pt x="731" y="324"/>
                  </a:lnTo>
                  <a:lnTo>
                    <a:pt x="731" y="324"/>
                  </a:lnTo>
                  <a:lnTo>
                    <a:pt x="734" y="322"/>
                  </a:lnTo>
                  <a:lnTo>
                    <a:pt x="740" y="320"/>
                  </a:lnTo>
                  <a:lnTo>
                    <a:pt x="743" y="320"/>
                  </a:lnTo>
                  <a:lnTo>
                    <a:pt x="749" y="317"/>
                  </a:lnTo>
                  <a:lnTo>
                    <a:pt x="749" y="317"/>
                  </a:lnTo>
                  <a:lnTo>
                    <a:pt x="756" y="306"/>
                  </a:lnTo>
                  <a:lnTo>
                    <a:pt x="764" y="293"/>
                  </a:lnTo>
                  <a:lnTo>
                    <a:pt x="764" y="293"/>
                  </a:lnTo>
                  <a:lnTo>
                    <a:pt x="776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78" y="306"/>
                  </a:lnTo>
                  <a:lnTo>
                    <a:pt x="773" y="317"/>
                  </a:lnTo>
                  <a:lnTo>
                    <a:pt x="773" y="317"/>
                  </a:lnTo>
                  <a:lnTo>
                    <a:pt x="767" y="329"/>
                  </a:lnTo>
                  <a:lnTo>
                    <a:pt x="767" y="333"/>
                  </a:lnTo>
                  <a:lnTo>
                    <a:pt x="767" y="335"/>
                  </a:lnTo>
                  <a:lnTo>
                    <a:pt x="769" y="335"/>
                  </a:lnTo>
                  <a:lnTo>
                    <a:pt x="773" y="331"/>
                  </a:lnTo>
                  <a:lnTo>
                    <a:pt x="773" y="331"/>
                  </a:lnTo>
                  <a:lnTo>
                    <a:pt x="769" y="338"/>
                  </a:lnTo>
                  <a:lnTo>
                    <a:pt x="769" y="344"/>
                  </a:lnTo>
                  <a:lnTo>
                    <a:pt x="769" y="344"/>
                  </a:lnTo>
                  <a:lnTo>
                    <a:pt x="771" y="344"/>
                  </a:lnTo>
                  <a:lnTo>
                    <a:pt x="771" y="344"/>
                  </a:lnTo>
                  <a:lnTo>
                    <a:pt x="778" y="338"/>
                  </a:lnTo>
                  <a:lnTo>
                    <a:pt x="787" y="328"/>
                  </a:lnTo>
                  <a:lnTo>
                    <a:pt x="798" y="320"/>
                  </a:lnTo>
                  <a:lnTo>
                    <a:pt x="804" y="317"/>
                  </a:lnTo>
                  <a:lnTo>
                    <a:pt x="809" y="317"/>
                  </a:lnTo>
                  <a:lnTo>
                    <a:pt x="809" y="317"/>
                  </a:lnTo>
                  <a:lnTo>
                    <a:pt x="813" y="320"/>
                  </a:lnTo>
                  <a:lnTo>
                    <a:pt x="816" y="322"/>
                  </a:lnTo>
                  <a:lnTo>
                    <a:pt x="820" y="320"/>
                  </a:lnTo>
                  <a:lnTo>
                    <a:pt x="827" y="307"/>
                  </a:lnTo>
                  <a:lnTo>
                    <a:pt x="833" y="302"/>
                  </a:lnTo>
                  <a:lnTo>
                    <a:pt x="840" y="291"/>
                  </a:lnTo>
                  <a:lnTo>
                    <a:pt x="844" y="284"/>
                  </a:lnTo>
                  <a:lnTo>
                    <a:pt x="855" y="277"/>
                  </a:lnTo>
                  <a:lnTo>
                    <a:pt x="853" y="267"/>
                  </a:lnTo>
                  <a:lnTo>
                    <a:pt x="860" y="264"/>
                  </a:lnTo>
                  <a:lnTo>
                    <a:pt x="864" y="271"/>
                  </a:lnTo>
                  <a:lnTo>
                    <a:pt x="871" y="273"/>
                  </a:lnTo>
                  <a:lnTo>
                    <a:pt x="880" y="275"/>
                  </a:lnTo>
                  <a:lnTo>
                    <a:pt x="880" y="267"/>
                  </a:lnTo>
                  <a:lnTo>
                    <a:pt x="878" y="264"/>
                  </a:lnTo>
                  <a:lnTo>
                    <a:pt x="884" y="258"/>
                  </a:lnTo>
                  <a:lnTo>
                    <a:pt x="893" y="258"/>
                  </a:lnTo>
                  <a:lnTo>
                    <a:pt x="897" y="256"/>
                  </a:lnTo>
                  <a:lnTo>
                    <a:pt x="895" y="253"/>
                  </a:lnTo>
                  <a:lnTo>
                    <a:pt x="904" y="249"/>
                  </a:lnTo>
                  <a:lnTo>
                    <a:pt x="904" y="238"/>
                  </a:lnTo>
                  <a:lnTo>
                    <a:pt x="915" y="253"/>
                  </a:lnTo>
                  <a:lnTo>
                    <a:pt x="918" y="247"/>
                  </a:lnTo>
                  <a:lnTo>
                    <a:pt x="917" y="240"/>
                  </a:lnTo>
                  <a:lnTo>
                    <a:pt x="920" y="238"/>
                  </a:lnTo>
                  <a:lnTo>
                    <a:pt x="922" y="231"/>
                  </a:lnTo>
                  <a:lnTo>
                    <a:pt x="920" y="218"/>
                  </a:lnTo>
                  <a:lnTo>
                    <a:pt x="922" y="211"/>
                  </a:lnTo>
                  <a:lnTo>
                    <a:pt x="922" y="204"/>
                  </a:lnTo>
                  <a:lnTo>
                    <a:pt x="928" y="200"/>
                  </a:lnTo>
                  <a:lnTo>
                    <a:pt x="931" y="198"/>
                  </a:lnTo>
                  <a:lnTo>
                    <a:pt x="931" y="198"/>
                  </a:lnTo>
                  <a:lnTo>
                    <a:pt x="929" y="195"/>
                  </a:lnTo>
                  <a:lnTo>
                    <a:pt x="929" y="193"/>
                  </a:lnTo>
                  <a:lnTo>
                    <a:pt x="931" y="193"/>
                  </a:lnTo>
                  <a:lnTo>
                    <a:pt x="931" y="193"/>
                  </a:lnTo>
                  <a:lnTo>
                    <a:pt x="937" y="195"/>
                  </a:lnTo>
                  <a:lnTo>
                    <a:pt x="938" y="198"/>
                  </a:lnTo>
                  <a:lnTo>
                    <a:pt x="938" y="198"/>
                  </a:lnTo>
                  <a:close/>
                  <a:moveTo>
                    <a:pt x="645" y="681"/>
                  </a:moveTo>
                  <a:lnTo>
                    <a:pt x="645" y="681"/>
                  </a:lnTo>
                  <a:lnTo>
                    <a:pt x="647" y="683"/>
                  </a:lnTo>
                  <a:lnTo>
                    <a:pt x="645" y="685"/>
                  </a:lnTo>
                  <a:lnTo>
                    <a:pt x="643" y="686"/>
                  </a:lnTo>
                  <a:lnTo>
                    <a:pt x="643" y="686"/>
                  </a:lnTo>
                  <a:lnTo>
                    <a:pt x="643" y="683"/>
                  </a:lnTo>
                  <a:lnTo>
                    <a:pt x="643" y="681"/>
                  </a:lnTo>
                  <a:lnTo>
                    <a:pt x="645" y="681"/>
                  </a:lnTo>
                  <a:lnTo>
                    <a:pt x="645" y="681"/>
                  </a:lnTo>
                  <a:close/>
                  <a:moveTo>
                    <a:pt x="592" y="741"/>
                  </a:moveTo>
                  <a:lnTo>
                    <a:pt x="592" y="741"/>
                  </a:lnTo>
                  <a:lnTo>
                    <a:pt x="585" y="743"/>
                  </a:lnTo>
                  <a:lnTo>
                    <a:pt x="578" y="747"/>
                  </a:lnTo>
                  <a:lnTo>
                    <a:pt x="563" y="757"/>
                  </a:lnTo>
                  <a:lnTo>
                    <a:pt x="563" y="757"/>
                  </a:lnTo>
                  <a:lnTo>
                    <a:pt x="565" y="767"/>
                  </a:lnTo>
                  <a:lnTo>
                    <a:pt x="569" y="774"/>
                  </a:lnTo>
                  <a:lnTo>
                    <a:pt x="570" y="777"/>
                  </a:lnTo>
                  <a:lnTo>
                    <a:pt x="574" y="779"/>
                  </a:lnTo>
                  <a:lnTo>
                    <a:pt x="578" y="779"/>
                  </a:lnTo>
                  <a:lnTo>
                    <a:pt x="585" y="779"/>
                  </a:lnTo>
                  <a:lnTo>
                    <a:pt x="585" y="779"/>
                  </a:lnTo>
                  <a:lnTo>
                    <a:pt x="589" y="777"/>
                  </a:lnTo>
                  <a:lnTo>
                    <a:pt x="592" y="776"/>
                  </a:lnTo>
                  <a:lnTo>
                    <a:pt x="596" y="768"/>
                  </a:lnTo>
                  <a:lnTo>
                    <a:pt x="600" y="759"/>
                  </a:lnTo>
                  <a:lnTo>
                    <a:pt x="601" y="750"/>
                  </a:lnTo>
                  <a:lnTo>
                    <a:pt x="601" y="750"/>
                  </a:lnTo>
                  <a:lnTo>
                    <a:pt x="603" y="750"/>
                  </a:lnTo>
                  <a:lnTo>
                    <a:pt x="605" y="750"/>
                  </a:lnTo>
                  <a:lnTo>
                    <a:pt x="607" y="747"/>
                  </a:lnTo>
                  <a:lnTo>
                    <a:pt x="605" y="743"/>
                  </a:lnTo>
                  <a:lnTo>
                    <a:pt x="603" y="741"/>
                  </a:lnTo>
                  <a:lnTo>
                    <a:pt x="598" y="741"/>
                  </a:lnTo>
                  <a:lnTo>
                    <a:pt x="592" y="741"/>
                  </a:lnTo>
                  <a:lnTo>
                    <a:pt x="592" y="7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3" name="Freeform 306">
              <a:extLst>
                <a:ext uri="{FF2B5EF4-FFF2-40B4-BE49-F238E27FC236}">
                  <a16:creationId xmlns:a16="http://schemas.microsoft.com/office/drawing/2014/main" id="{74514A67-66E1-4CCA-B10D-3E2E65F55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9080" y="4557567"/>
              <a:ext cx="235798" cy="1266486"/>
            </a:xfrm>
            <a:custGeom>
              <a:avLst/>
              <a:gdLst>
                <a:gd name="T0" fmla="*/ 79 w 159"/>
                <a:gd name="T1" fmla="*/ 122 h 854"/>
                <a:gd name="T2" fmla="*/ 70 w 159"/>
                <a:gd name="T3" fmla="*/ 233 h 854"/>
                <a:gd name="T4" fmla="*/ 70 w 159"/>
                <a:gd name="T5" fmla="*/ 324 h 854"/>
                <a:gd name="T6" fmla="*/ 46 w 159"/>
                <a:gd name="T7" fmla="*/ 388 h 854"/>
                <a:gd name="T8" fmla="*/ 39 w 159"/>
                <a:gd name="T9" fmla="*/ 440 h 854"/>
                <a:gd name="T10" fmla="*/ 49 w 159"/>
                <a:gd name="T11" fmla="*/ 521 h 854"/>
                <a:gd name="T12" fmla="*/ 42 w 159"/>
                <a:gd name="T13" fmla="*/ 584 h 854"/>
                <a:gd name="T14" fmla="*/ 26 w 159"/>
                <a:gd name="T15" fmla="*/ 628 h 854"/>
                <a:gd name="T16" fmla="*/ 8 w 159"/>
                <a:gd name="T17" fmla="*/ 628 h 854"/>
                <a:gd name="T18" fmla="*/ 28 w 159"/>
                <a:gd name="T19" fmla="*/ 644 h 854"/>
                <a:gd name="T20" fmla="*/ 24 w 159"/>
                <a:gd name="T21" fmla="*/ 699 h 854"/>
                <a:gd name="T22" fmla="*/ 17 w 159"/>
                <a:gd name="T23" fmla="*/ 714 h 854"/>
                <a:gd name="T24" fmla="*/ 0 w 159"/>
                <a:gd name="T25" fmla="*/ 679 h 854"/>
                <a:gd name="T26" fmla="*/ 9 w 159"/>
                <a:gd name="T27" fmla="*/ 716 h 854"/>
                <a:gd name="T28" fmla="*/ 17 w 159"/>
                <a:gd name="T29" fmla="*/ 726 h 854"/>
                <a:gd name="T30" fmla="*/ 15 w 159"/>
                <a:gd name="T31" fmla="*/ 752 h 854"/>
                <a:gd name="T32" fmla="*/ 29 w 159"/>
                <a:gd name="T33" fmla="*/ 734 h 854"/>
                <a:gd name="T34" fmla="*/ 24 w 159"/>
                <a:gd name="T35" fmla="*/ 757 h 854"/>
                <a:gd name="T36" fmla="*/ 11 w 159"/>
                <a:gd name="T37" fmla="*/ 776 h 854"/>
                <a:gd name="T38" fmla="*/ 28 w 159"/>
                <a:gd name="T39" fmla="*/ 772 h 854"/>
                <a:gd name="T40" fmla="*/ 42 w 159"/>
                <a:gd name="T41" fmla="*/ 756 h 854"/>
                <a:gd name="T42" fmla="*/ 42 w 159"/>
                <a:gd name="T43" fmla="*/ 770 h 854"/>
                <a:gd name="T44" fmla="*/ 35 w 159"/>
                <a:gd name="T45" fmla="*/ 788 h 854"/>
                <a:gd name="T46" fmla="*/ 51 w 159"/>
                <a:gd name="T47" fmla="*/ 808 h 854"/>
                <a:gd name="T48" fmla="*/ 53 w 159"/>
                <a:gd name="T49" fmla="*/ 792 h 854"/>
                <a:gd name="T50" fmla="*/ 70 w 159"/>
                <a:gd name="T51" fmla="*/ 814 h 854"/>
                <a:gd name="T52" fmla="*/ 71 w 159"/>
                <a:gd name="T53" fmla="*/ 830 h 854"/>
                <a:gd name="T54" fmla="*/ 84 w 159"/>
                <a:gd name="T55" fmla="*/ 838 h 854"/>
                <a:gd name="T56" fmla="*/ 110 w 159"/>
                <a:gd name="T57" fmla="*/ 841 h 854"/>
                <a:gd name="T58" fmla="*/ 128 w 159"/>
                <a:gd name="T59" fmla="*/ 839 h 854"/>
                <a:gd name="T60" fmla="*/ 108 w 159"/>
                <a:gd name="T61" fmla="*/ 827 h 854"/>
                <a:gd name="T62" fmla="*/ 110 w 159"/>
                <a:gd name="T63" fmla="*/ 767 h 854"/>
                <a:gd name="T64" fmla="*/ 48 w 159"/>
                <a:gd name="T65" fmla="*/ 732 h 854"/>
                <a:gd name="T66" fmla="*/ 39 w 159"/>
                <a:gd name="T67" fmla="*/ 703 h 854"/>
                <a:gd name="T68" fmla="*/ 49 w 159"/>
                <a:gd name="T69" fmla="*/ 657 h 854"/>
                <a:gd name="T70" fmla="*/ 55 w 159"/>
                <a:gd name="T71" fmla="*/ 608 h 854"/>
                <a:gd name="T72" fmla="*/ 64 w 159"/>
                <a:gd name="T73" fmla="*/ 583 h 854"/>
                <a:gd name="T74" fmla="*/ 57 w 159"/>
                <a:gd name="T75" fmla="*/ 539 h 854"/>
                <a:gd name="T76" fmla="*/ 53 w 159"/>
                <a:gd name="T77" fmla="*/ 488 h 854"/>
                <a:gd name="T78" fmla="*/ 70 w 159"/>
                <a:gd name="T79" fmla="*/ 440 h 854"/>
                <a:gd name="T80" fmla="*/ 75 w 159"/>
                <a:gd name="T81" fmla="*/ 400 h 854"/>
                <a:gd name="T82" fmla="*/ 88 w 159"/>
                <a:gd name="T83" fmla="*/ 342 h 854"/>
                <a:gd name="T84" fmla="*/ 93 w 159"/>
                <a:gd name="T85" fmla="*/ 275 h 854"/>
                <a:gd name="T86" fmla="*/ 110 w 159"/>
                <a:gd name="T87" fmla="*/ 215 h 854"/>
                <a:gd name="T88" fmla="*/ 113 w 159"/>
                <a:gd name="T89" fmla="*/ 151 h 854"/>
                <a:gd name="T90" fmla="*/ 133 w 159"/>
                <a:gd name="T91" fmla="*/ 116 h 854"/>
                <a:gd name="T92" fmla="*/ 111 w 159"/>
                <a:gd name="T93" fmla="*/ 52 h 854"/>
                <a:gd name="T94" fmla="*/ 80 w 159"/>
                <a:gd name="T95" fmla="*/ 9 h 854"/>
                <a:gd name="T96" fmla="*/ 68 w 159"/>
                <a:gd name="T97" fmla="*/ 834 h 854"/>
                <a:gd name="T98" fmla="*/ 0 w 159"/>
                <a:gd name="T99" fmla="*/ 730 h 854"/>
                <a:gd name="T100" fmla="*/ 66 w 159"/>
                <a:gd name="T101" fmla="*/ 781 h 854"/>
                <a:gd name="T102" fmla="*/ 51 w 159"/>
                <a:gd name="T103" fmla="*/ 787 h 854"/>
                <a:gd name="T104" fmla="*/ 84 w 159"/>
                <a:gd name="T105" fmla="*/ 777 h 854"/>
                <a:gd name="T106" fmla="*/ 80 w 159"/>
                <a:gd name="T107" fmla="*/ 810 h 854"/>
                <a:gd name="T108" fmla="*/ 77 w 159"/>
                <a:gd name="T109" fmla="*/ 819 h 854"/>
                <a:gd name="T110" fmla="*/ 18 w 159"/>
                <a:gd name="T111" fmla="*/ 606 h 854"/>
                <a:gd name="T112" fmla="*/ 24 w 159"/>
                <a:gd name="T113" fmla="*/ 610 h 854"/>
                <a:gd name="T114" fmla="*/ 24 w 159"/>
                <a:gd name="T115" fmla="*/ 584 h 854"/>
                <a:gd name="T116" fmla="*/ 39 w 159"/>
                <a:gd name="T117" fmla="*/ 552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854">
                  <a:moveTo>
                    <a:pt x="80" y="9"/>
                  </a:moveTo>
                  <a:lnTo>
                    <a:pt x="80" y="9"/>
                  </a:lnTo>
                  <a:lnTo>
                    <a:pt x="77" y="14"/>
                  </a:lnTo>
                  <a:lnTo>
                    <a:pt x="75" y="16"/>
                  </a:lnTo>
                  <a:lnTo>
                    <a:pt x="75" y="16"/>
                  </a:lnTo>
                  <a:lnTo>
                    <a:pt x="80" y="25"/>
                  </a:lnTo>
                  <a:lnTo>
                    <a:pt x="84" y="34"/>
                  </a:lnTo>
                  <a:lnTo>
                    <a:pt x="84" y="34"/>
                  </a:lnTo>
                  <a:lnTo>
                    <a:pt x="86" y="43"/>
                  </a:lnTo>
                  <a:lnTo>
                    <a:pt x="86" y="54"/>
                  </a:lnTo>
                  <a:lnTo>
                    <a:pt x="86" y="74"/>
                  </a:lnTo>
                  <a:lnTo>
                    <a:pt x="84" y="98"/>
                  </a:lnTo>
                  <a:lnTo>
                    <a:pt x="84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5"/>
                  </a:lnTo>
                  <a:lnTo>
                    <a:pt x="80" y="129"/>
                  </a:lnTo>
                  <a:lnTo>
                    <a:pt x="84" y="131"/>
                  </a:lnTo>
                  <a:lnTo>
                    <a:pt x="84" y="131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79" y="153"/>
                  </a:lnTo>
                  <a:lnTo>
                    <a:pt x="79" y="160"/>
                  </a:lnTo>
                  <a:lnTo>
                    <a:pt x="80" y="173"/>
                  </a:lnTo>
                  <a:lnTo>
                    <a:pt x="77" y="180"/>
                  </a:lnTo>
                  <a:lnTo>
                    <a:pt x="77" y="180"/>
                  </a:lnTo>
                  <a:lnTo>
                    <a:pt x="73" y="215"/>
                  </a:lnTo>
                  <a:lnTo>
                    <a:pt x="70" y="233"/>
                  </a:lnTo>
                  <a:lnTo>
                    <a:pt x="68" y="240"/>
                  </a:lnTo>
                  <a:lnTo>
                    <a:pt x="64" y="244"/>
                  </a:lnTo>
                  <a:lnTo>
                    <a:pt x="70" y="258"/>
                  </a:lnTo>
                  <a:lnTo>
                    <a:pt x="70" y="258"/>
                  </a:lnTo>
                  <a:lnTo>
                    <a:pt x="70" y="260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68" y="275"/>
                  </a:lnTo>
                  <a:lnTo>
                    <a:pt x="64" y="282"/>
                  </a:lnTo>
                  <a:lnTo>
                    <a:pt x="64" y="287"/>
                  </a:lnTo>
                  <a:lnTo>
                    <a:pt x="64" y="287"/>
                  </a:lnTo>
                  <a:lnTo>
                    <a:pt x="68" y="304"/>
                  </a:lnTo>
                  <a:lnTo>
                    <a:pt x="70" y="315"/>
                  </a:lnTo>
                  <a:lnTo>
                    <a:pt x="70" y="324"/>
                  </a:lnTo>
                  <a:lnTo>
                    <a:pt x="70" y="324"/>
                  </a:lnTo>
                  <a:lnTo>
                    <a:pt x="68" y="326"/>
                  </a:lnTo>
                  <a:lnTo>
                    <a:pt x="64" y="328"/>
                  </a:lnTo>
                  <a:lnTo>
                    <a:pt x="60" y="329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9" y="342"/>
                  </a:lnTo>
                  <a:lnTo>
                    <a:pt x="59" y="351"/>
                  </a:lnTo>
                  <a:lnTo>
                    <a:pt x="59" y="351"/>
                  </a:lnTo>
                  <a:lnTo>
                    <a:pt x="53" y="353"/>
                  </a:lnTo>
                  <a:lnTo>
                    <a:pt x="53" y="353"/>
                  </a:lnTo>
                  <a:lnTo>
                    <a:pt x="48" y="377"/>
                  </a:lnTo>
                  <a:lnTo>
                    <a:pt x="46" y="386"/>
                  </a:lnTo>
                  <a:lnTo>
                    <a:pt x="46" y="388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46" y="391"/>
                  </a:lnTo>
                  <a:lnTo>
                    <a:pt x="46" y="391"/>
                  </a:lnTo>
                  <a:lnTo>
                    <a:pt x="40" y="413"/>
                  </a:lnTo>
                  <a:lnTo>
                    <a:pt x="35" y="426"/>
                  </a:lnTo>
                  <a:lnTo>
                    <a:pt x="33" y="430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37" y="431"/>
                  </a:lnTo>
                  <a:lnTo>
                    <a:pt x="37" y="431"/>
                  </a:lnTo>
                  <a:lnTo>
                    <a:pt x="39" y="440"/>
                  </a:lnTo>
                  <a:lnTo>
                    <a:pt x="39" y="450"/>
                  </a:lnTo>
                  <a:lnTo>
                    <a:pt x="39" y="450"/>
                  </a:lnTo>
                  <a:lnTo>
                    <a:pt x="40" y="460"/>
                  </a:lnTo>
                  <a:lnTo>
                    <a:pt x="42" y="471"/>
                  </a:lnTo>
                  <a:lnTo>
                    <a:pt x="42" y="481"/>
                  </a:lnTo>
                  <a:lnTo>
                    <a:pt x="37" y="481"/>
                  </a:lnTo>
                  <a:lnTo>
                    <a:pt x="37" y="481"/>
                  </a:lnTo>
                  <a:lnTo>
                    <a:pt x="33" y="499"/>
                  </a:lnTo>
                  <a:lnTo>
                    <a:pt x="31" y="512"/>
                  </a:lnTo>
                  <a:lnTo>
                    <a:pt x="33" y="517"/>
                  </a:lnTo>
                  <a:lnTo>
                    <a:pt x="35" y="521"/>
                  </a:lnTo>
                  <a:lnTo>
                    <a:pt x="40" y="521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48" y="535"/>
                  </a:lnTo>
                  <a:lnTo>
                    <a:pt x="46" y="552"/>
                  </a:lnTo>
                  <a:lnTo>
                    <a:pt x="42" y="555"/>
                  </a:lnTo>
                  <a:lnTo>
                    <a:pt x="42" y="555"/>
                  </a:lnTo>
                  <a:lnTo>
                    <a:pt x="42" y="559"/>
                  </a:lnTo>
                  <a:lnTo>
                    <a:pt x="44" y="563"/>
                  </a:lnTo>
                  <a:lnTo>
                    <a:pt x="46" y="566"/>
                  </a:lnTo>
                  <a:lnTo>
                    <a:pt x="46" y="572"/>
                  </a:lnTo>
                  <a:lnTo>
                    <a:pt x="44" y="573"/>
                  </a:lnTo>
                  <a:lnTo>
                    <a:pt x="44" y="573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42" y="579"/>
                  </a:lnTo>
                  <a:lnTo>
                    <a:pt x="42" y="584"/>
                  </a:lnTo>
                  <a:lnTo>
                    <a:pt x="42" y="584"/>
                  </a:lnTo>
                  <a:lnTo>
                    <a:pt x="39" y="583"/>
                  </a:lnTo>
                  <a:lnTo>
                    <a:pt x="37" y="581"/>
                  </a:lnTo>
                  <a:lnTo>
                    <a:pt x="37" y="581"/>
                  </a:lnTo>
                  <a:lnTo>
                    <a:pt x="35" y="593"/>
                  </a:lnTo>
                  <a:lnTo>
                    <a:pt x="35" y="604"/>
                  </a:lnTo>
                  <a:lnTo>
                    <a:pt x="35" y="615"/>
                  </a:lnTo>
                  <a:lnTo>
                    <a:pt x="35" y="630"/>
                  </a:lnTo>
                  <a:lnTo>
                    <a:pt x="35" y="630"/>
                  </a:lnTo>
                  <a:lnTo>
                    <a:pt x="29" y="626"/>
                  </a:lnTo>
                  <a:lnTo>
                    <a:pt x="28" y="626"/>
                  </a:lnTo>
                  <a:lnTo>
                    <a:pt x="24" y="624"/>
                  </a:lnTo>
                  <a:lnTo>
                    <a:pt x="24" y="624"/>
                  </a:lnTo>
                  <a:lnTo>
                    <a:pt x="26" y="628"/>
                  </a:lnTo>
                  <a:lnTo>
                    <a:pt x="24" y="628"/>
                  </a:lnTo>
                  <a:lnTo>
                    <a:pt x="20" y="630"/>
                  </a:lnTo>
                  <a:lnTo>
                    <a:pt x="20" y="630"/>
                  </a:lnTo>
                  <a:lnTo>
                    <a:pt x="20" y="628"/>
                  </a:lnTo>
                  <a:lnTo>
                    <a:pt x="22" y="624"/>
                  </a:lnTo>
                  <a:lnTo>
                    <a:pt x="22" y="624"/>
                  </a:lnTo>
                  <a:lnTo>
                    <a:pt x="17" y="623"/>
                  </a:lnTo>
                  <a:lnTo>
                    <a:pt x="13" y="621"/>
                  </a:lnTo>
                  <a:lnTo>
                    <a:pt x="13" y="621"/>
                  </a:lnTo>
                  <a:lnTo>
                    <a:pt x="11" y="623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8" y="623"/>
                  </a:lnTo>
                  <a:lnTo>
                    <a:pt x="8" y="628"/>
                  </a:lnTo>
                  <a:lnTo>
                    <a:pt x="8" y="628"/>
                  </a:lnTo>
                  <a:lnTo>
                    <a:pt x="2" y="643"/>
                  </a:lnTo>
                  <a:lnTo>
                    <a:pt x="9" y="637"/>
                  </a:lnTo>
                  <a:lnTo>
                    <a:pt x="9" y="637"/>
                  </a:lnTo>
                  <a:lnTo>
                    <a:pt x="9" y="644"/>
                  </a:lnTo>
                  <a:lnTo>
                    <a:pt x="9" y="644"/>
                  </a:lnTo>
                  <a:lnTo>
                    <a:pt x="13" y="644"/>
                  </a:lnTo>
                  <a:lnTo>
                    <a:pt x="17" y="644"/>
                  </a:lnTo>
                  <a:lnTo>
                    <a:pt x="17" y="644"/>
                  </a:lnTo>
                  <a:lnTo>
                    <a:pt x="18" y="643"/>
                  </a:lnTo>
                  <a:lnTo>
                    <a:pt x="20" y="641"/>
                  </a:lnTo>
                  <a:lnTo>
                    <a:pt x="24" y="641"/>
                  </a:lnTo>
                  <a:lnTo>
                    <a:pt x="26" y="643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8"/>
                  </a:lnTo>
                  <a:lnTo>
                    <a:pt x="26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9" y="659"/>
                  </a:lnTo>
                  <a:lnTo>
                    <a:pt x="29" y="661"/>
                  </a:lnTo>
                  <a:lnTo>
                    <a:pt x="28" y="661"/>
                  </a:lnTo>
                  <a:lnTo>
                    <a:pt x="22" y="663"/>
                  </a:lnTo>
                  <a:lnTo>
                    <a:pt x="22" y="663"/>
                  </a:lnTo>
                  <a:lnTo>
                    <a:pt x="24" y="681"/>
                  </a:lnTo>
                  <a:lnTo>
                    <a:pt x="22" y="701"/>
                  </a:lnTo>
                  <a:lnTo>
                    <a:pt x="22" y="701"/>
                  </a:lnTo>
                  <a:lnTo>
                    <a:pt x="24" y="699"/>
                  </a:lnTo>
                  <a:lnTo>
                    <a:pt x="28" y="696"/>
                  </a:lnTo>
                  <a:lnTo>
                    <a:pt x="28" y="696"/>
                  </a:lnTo>
                  <a:lnTo>
                    <a:pt x="28" y="697"/>
                  </a:lnTo>
                  <a:lnTo>
                    <a:pt x="28" y="697"/>
                  </a:lnTo>
                  <a:lnTo>
                    <a:pt x="26" y="701"/>
                  </a:lnTo>
                  <a:lnTo>
                    <a:pt x="22" y="706"/>
                  </a:lnTo>
                  <a:lnTo>
                    <a:pt x="22" y="706"/>
                  </a:lnTo>
                  <a:lnTo>
                    <a:pt x="22" y="712"/>
                  </a:lnTo>
                  <a:lnTo>
                    <a:pt x="20" y="716"/>
                  </a:lnTo>
                  <a:lnTo>
                    <a:pt x="20" y="716"/>
                  </a:lnTo>
                  <a:lnTo>
                    <a:pt x="18" y="717"/>
                  </a:lnTo>
                  <a:lnTo>
                    <a:pt x="17" y="716"/>
                  </a:lnTo>
                  <a:lnTo>
                    <a:pt x="17" y="714"/>
                  </a:lnTo>
                  <a:lnTo>
                    <a:pt x="17" y="714"/>
                  </a:lnTo>
                  <a:lnTo>
                    <a:pt x="18" y="690"/>
                  </a:lnTo>
                  <a:lnTo>
                    <a:pt x="17" y="679"/>
                  </a:lnTo>
                  <a:lnTo>
                    <a:pt x="15" y="670"/>
                  </a:lnTo>
                  <a:lnTo>
                    <a:pt x="15" y="670"/>
                  </a:lnTo>
                  <a:lnTo>
                    <a:pt x="9" y="670"/>
                  </a:lnTo>
                  <a:lnTo>
                    <a:pt x="6" y="670"/>
                  </a:lnTo>
                  <a:lnTo>
                    <a:pt x="6" y="670"/>
                  </a:lnTo>
                  <a:lnTo>
                    <a:pt x="6" y="672"/>
                  </a:lnTo>
                  <a:lnTo>
                    <a:pt x="6" y="672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2" y="677"/>
                  </a:lnTo>
                  <a:lnTo>
                    <a:pt x="0" y="679"/>
                  </a:lnTo>
                  <a:lnTo>
                    <a:pt x="0" y="683"/>
                  </a:lnTo>
                  <a:lnTo>
                    <a:pt x="0" y="685"/>
                  </a:lnTo>
                  <a:lnTo>
                    <a:pt x="4" y="690"/>
                  </a:lnTo>
                  <a:lnTo>
                    <a:pt x="6" y="696"/>
                  </a:lnTo>
                  <a:lnTo>
                    <a:pt x="6" y="696"/>
                  </a:lnTo>
                  <a:lnTo>
                    <a:pt x="6" y="701"/>
                  </a:lnTo>
                  <a:lnTo>
                    <a:pt x="4" y="701"/>
                  </a:lnTo>
                  <a:lnTo>
                    <a:pt x="2" y="703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2" y="708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9" y="716"/>
                  </a:lnTo>
                  <a:lnTo>
                    <a:pt x="17" y="716"/>
                  </a:lnTo>
                  <a:lnTo>
                    <a:pt x="17" y="716"/>
                  </a:lnTo>
                  <a:lnTo>
                    <a:pt x="17" y="723"/>
                  </a:lnTo>
                  <a:lnTo>
                    <a:pt x="17" y="723"/>
                  </a:lnTo>
                  <a:lnTo>
                    <a:pt x="18" y="723"/>
                  </a:lnTo>
                  <a:lnTo>
                    <a:pt x="20" y="723"/>
                  </a:lnTo>
                  <a:lnTo>
                    <a:pt x="22" y="723"/>
                  </a:lnTo>
                  <a:lnTo>
                    <a:pt x="24" y="723"/>
                  </a:lnTo>
                  <a:lnTo>
                    <a:pt x="24" y="723"/>
                  </a:lnTo>
                  <a:lnTo>
                    <a:pt x="24" y="72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0" y="728"/>
                  </a:lnTo>
                  <a:lnTo>
                    <a:pt x="17" y="726"/>
                  </a:lnTo>
                  <a:lnTo>
                    <a:pt x="17" y="726"/>
                  </a:lnTo>
                  <a:lnTo>
                    <a:pt x="18" y="728"/>
                  </a:lnTo>
                  <a:lnTo>
                    <a:pt x="18" y="732"/>
                  </a:lnTo>
                  <a:lnTo>
                    <a:pt x="18" y="736"/>
                  </a:lnTo>
                  <a:lnTo>
                    <a:pt x="17" y="734"/>
                  </a:lnTo>
                  <a:lnTo>
                    <a:pt x="17" y="734"/>
                  </a:lnTo>
                  <a:lnTo>
                    <a:pt x="9" y="730"/>
                  </a:lnTo>
                  <a:lnTo>
                    <a:pt x="9" y="730"/>
                  </a:lnTo>
                  <a:lnTo>
                    <a:pt x="9" y="737"/>
                  </a:lnTo>
                  <a:lnTo>
                    <a:pt x="8" y="737"/>
                  </a:lnTo>
                  <a:lnTo>
                    <a:pt x="8" y="737"/>
                  </a:lnTo>
                  <a:lnTo>
                    <a:pt x="8" y="752"/>
                  </a:lnTo>
                  <a:lnTo>
                    <a:pt x="8" y="752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7" y="748"/>
                  </a:lnTo>
                  <a:lnTo>
                    <a:pt x="20" y="743"/>
                  </a:lnTo>
                  <a:lnTo>
                    <a:pt x="20" y="743"/>
                  </a:lnTo>
                  <a:lnTo>
                    <a:pt x="22" y="748"/>
                  </a:lnTo>
                  <a:lnTo>
                    <a:pt x="22" y="748"/>
                  </a:lnTo>
                  <a:lnTo>
                    <a:pt x="22" y="741"/>
                  </a:lnTo>
                  <a:lnTo>
                    <a:pt x="22" y="739"/>
                  </a:lnTo>
                  <a:lnTo>
                    <a:pt x="22" y="737"/>
                  </a:lnTo>
                  <a:lnTo>
                    <a:pt x="24" y="73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8" y="732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4"/>
                  </a:lnTo>
                  <a:lnTo>
                    <a:pt x="26" y="739"/>
                  </a:lnTo>
                  <a:lnTo>
                    <a:pt x="26" y="743"/>
                  </a:lnTo>
                  <a:lnTo>
                    <a:pt x="26" y="747"/>
                  </a:lnTo>
                  <a:lnTo>
                    <a:pt x="28" y="745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50"/>
                  </a:lnTo>
                  <a:lnTo>
                    <a:pt x="28" y="754"/>
                  </a:lnTo>
                  <a:lnTo>
                    <a:pt x="28" y="752"/>
                  </a:lnTo>
                  <a:lnTo>
                    <a:pt x="28" y="757"/>
                  </a:lnTo>
                  <a:lnTo>
                    <a:pt x="28" y="757"/>
                  </a:lnTo>
                  <a:lnTo>
                    <a:pt x="24" y="757"/>
                  </a:lnTo>
                  <a:lnTo>
                    <a:pt x="22" y="756"/>
                  </a:lnTo>
                  <a:lnTo>
                    <a:pt x="22" y="756"/>
                  </a:lnTo>
                  <a:lnTo>
                    <a:pt x="20" y="756"/>
                  </a:lnTo>
                  <a:lnTo>
                    <a:pt x="20" y="759"/>
                  </a:lnTo>
                  <a:lnTo>
                    <a:pt x="20" y="759"/>
                  </a:lnTo>
                  <a:lnTo>
                    <a:pt x="17" y="759"/>
                  </a:lnTo>
                  <a:lnTo>
                    <a:pt x="15" y="759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1" y="757"/>
                  </a:lnTo>
                  <a:lnTo>
                    <a:pt x="6" y="757"/>
                  </a:lnTo>
                  <a:lnTo>
                    <a:pt x="6" y="757"/>
                  </a:lnTo>
                  <a:lnTo>
                    <a:pt x="9" y="767"/>
                  </a:lnTo>
                  <a:lnTo>
                    <a:pt x="11" y="776"/>
                  </a:lnTo>
                  <a:lnTo>
                    <a:pt x="17" y="785"/>
                  </a:lnTo>
                  <a:lnTo>
                    <a:pt x="20" y="787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9" y="790"/>
                  </a:lnTo>
                  <a:lnTo>
                    <a:pt x="33" y="790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20" y="781"/>
                  </a:lnTo>
                  <a:lnTo>
                    <a:pt x="18" y="779"/>
                  </a:lnTo>
                  <a:lnTo>
                    <a:pt x="18" y="779"/>
                  </a:lnTo>
                  <a:lnTo>
                    <a:pt x="28" y="779"/>
                  </a:lnTo>
                  <a:lnTo>
                    <a:pt x="28" y="779"/>
                  </a:lnTo>
                  <a:lnTo>
                    <a:pt x="28" y="772"/>
                  </a:lnTo>
                  <a:lnTo>
                    <a:pt x="28" y="765"/>
                  </a:lnTo>
                  <a:lnTo>
                    <a:pt x="28" y="765"/>
                  </a:lnTo>
                  <a:lnTo>
                    <a:pt x="24" y="763"/>
                  </a:lnTo>
                  <a:lnTo>
                    <a:pt x="22" y="759"/>
                  </a:lnTo>
                  <a:lnTo>
                    <a:pt x="22" y="759"/>
                  </a:lnTo>
                  <a:lnTo>
                    <a:pt x="26" y="759"/>
                  </a:lnTo>
                  <a:lnTo>
                    <a:pt x="28" y="759"/>
                  </a:lnTo>
                  <a:lnTo>
                    <a:pt x="31" y="757"/>
                  </a:lnTo>
                  <a:lnTo>
                    <a:pt x="31" y="757"/>
                  </a:lnTo>
                  <a:lnTo>
                    <a:pt x="33" y="759"/>
                  </a:lnTo>
                  <a:lnTo>
                    <a:pt x="35" y="761"/>
                  </a:lnTo>
                  <a:lnTo>
                    <a:pt x="37" y="763"/>
                  </a:lnTo>
                  <a:lnTo>
                    <a:pt x="37" y="763"/>
                  </a:lnTo>
                  <a:lnTo>
                    <a:pt x="42" y="756"/>
                  </a:lnTo>
                  <a:lnTo>
                    <a:pt x="42" y="756"/>
                  </a:lnTo>
                  <a:lnTo>
                    <a:pt x="46" y="756"/>
                  </a:lnTo>
                  <a:lnTo>
                    <a:pt x="48" y="757"/>
                  </a:lnTo>
                  <a:lnTo>
                    <a:pt x="49" y="759"/>
                  </a:lnTo>
                  <a:lnTo>
                    <a:pt x="46" y="759"/>
                  </a:lnTo>
                  <a:lnTo>
                    <a:pt x="46" y="759"/>
                  </a:lnTo>
                  <a:lnTo>
                    <a:pt x="46" y="763"/>
                  </a:lnTo>
                  <a:lnTo>
                    <a:pt x="44" y="761"/>
                  </a:lnTo>
                  <a:lnTo>
                    <a:pt x="44" y="759"/>
                  </a:lnTo>
                  <a:lnTo>
                    <a:pt x="42" y="759"/>
                  </a:lnTo>
                  <a:lnTo>
                    <a:pt x="42" y="759"/>
                  </a:lnTo>
                  <a:lnTo>
                    <a:pt x="42" y="765"/>
                  </a:lnTo>
                  <a:lnTo>
                    <a:pt x="42" y="770"/>
                  </a:lnTo>
                  <a:lnTo>
                    <a:pt x="42" y="770"/>
                  </a:lnTo>
                  <a:lnTo>
                    <a:pt x="39" y="767"/>
                  </a:lnTo>
                  <a:lnTo>
                    <a:pt x="37" y="765"/>
                  </a:lnTo>
                  <a:lnTo>
                    <a:pt x="37" y="765"/>
                  </a:lnTo>
                  <a:lnTo>
                    <a:pt x="33" y="768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5" y="787"/>
                  </a:lnTo>
                  <a:lnTo>
                    <a:pt x="35" y="787"/>
                  </a:lnTo>
                  <a:lnTo>
                    <a:pt x="39" y="787"/>
                  </a:lnTo>
                  <a:lnTo>
                    <a:pt x="40" y="788"/>
                  </a:lnTo>
                  <a:lnTo>
                    <a:pt x="40" y="788"/>
                  </a:lnTo>
                  <a:lnTo>
                    <a:pt x="35" y="788"/>
                  </a:lnTo>
                  <a:lnTo>
                    <a:pt x="35" y="788"/>
                  </a:lnTo>
                  <a:lnTo>
                    <a:pt x="33" y="796"/>
                  </a:lnTo>
                  <a:lnTo>
                    <a:pt x="31" y="801"/>
                  </a:lnTo>
                  <a:lnTo>
                    <a:pt x="31" y="801"/>
                  </a:lnTo>
                  <a:lnTo>
                    <a:pt x="39" y="803"/>
                  </a:lnTo>
                  <a:lnTo>
                    <a:pt x="42" y="803"/>
                  </a:lnTo>
                  <a:lnTo>
                    <a:pt x="42" y="808"/>
                  </a:lnTo>
                  <a:lnTo>
                    <a:pt x="42" y="808"/>
                  </a:lnTo>
                  <a:lnTo>
                    <a:pt x="40" y="808"/>
                  </a:lnTo>
                  <a:lnTo>
                    <a:pt x="42" y="810"/>
                  </a:lnTo>
                  <a:lnTo>
                    <a:pt x="49" y="814"/>
                  </a:lnTo>
                  <a:lnTo>
                    <a:pt x="49" y="814"/>
                  </a:lnTo>
                  <a:lnTo>
                    <a:pt x="51" y="812"/>
                  </a:lnTo>
                  <a:lnTo>
                    <a:pt x="51" y="810"/>
                  </a:lnTo>
                  <a:lnTo>
                    <a:pt x="51" y="808"/>
                  </a:lnTo>
                  <a:lnTo>
                    <a:pt x="49" y="807"/>
                  </a:lnTo>
                  <a:lnTo>
                    <a:pt x="49" y="807"/>
                  </a:lnTo>
                  <a:lnTo>
                    <a:pt x="51" y="799"/>
                  </a:lnTo>
                  <a:lnTo>
                    <a:pt x="51" y="799"/>
                  </a:lnTo>
                  <a:lnTo>
                    <a:pt x="44" y="798"/>
                  </a:lnTo>
                  <a:lnTo>
                    <a:pt x="44" y="798"/>
                  </a:lnTo>
                  <a:lnTo>
                    <a:pt x="46" y="796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2"/>
                  </a:lnTo>
                  <a:lnTo>
                    <a:pt x="55" y="796"/>
                  </a:lnTo>
                  <a:lnTo>
                    <a:pt x="57" y="801"/>
                  </a:lnTo>
                  <a:lnTo>
                    <a:pt x="57" y="801"/>
                  </a:lnTo>
                  <a:lnTo>
                    <a:pt x="62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812"/>
                  </a:lnTo>
                  <a:lnTo>
                    <a:pt x="70" y="812"/>
                  </a:lnTo>
                  <a:lnTo>
                    <a:pt x="53" y="807"/>
                  </a:lnTo>
                  <a:lnTo>
                    <a:pt x="53" y="807"/>
                  </a:lnTo>
                  <a:lnTo>
                    <a:pt x="59" y="816"/>
                  </a:lnTo>
                  <a:lnTo>
                    <a:pt x="59" y="816"/>
                  </a:lnTo>
                  <a:lnTo>
                    <a:pt x="70" y="814"/>
                  </a:lnTo>
                  <a:lnTo>
                    <a:pt x="70" y="814"/>
                  </a:lnTo>
                  <a:lnTo>
                    <a:pt x="75" y="814"/>
                  </a:lnTo>
                  <a:lnTo>
                    <a:pt x="77" y="814"/>
                  </a:lnTo>
                  <a:lnTo>
                    <a:pt x="70" y="818"/>
                  </a:lnTo>
                  <a:lnTo>
                    <a:pt x="53" y="821"/>
                  </a:lnTo>
                  <a:lnTo>
                    <a:pt x="53" y="828"/>
                  </a:lnTo>
                  <a:lnTo>
                    <a:pt x="53" y="828"/>
                  </a:lnTo>
                  <a:lnTo>
                    <a:pt x="57" y="828"/>
                  </a:lnTo>
                  <a:lnTo>
                    <a:pt x="57" y="827"/>
                  </a:lnTo>
                  <a:lnTo>
                    <a:pt x="57" y="823"/>
                  </a:lnTo>
                  <a:lnTo>
                    <a:pt x="57" y="823"/>
                  </a:lnTo>
                  <a:lnTo>
                    <a:pt x="64" y="825"/>
                  </a:lnTo>
                  <a:lnTo>
                    <a:pt x="71" y="827"/>
                  </a:lnTo>
                  <a:lnTo>
                    <a:pt x="71" y="830"/>
                  </a:lnTo>
                  <a:lnTo>
                    <a:pt x="71" y="830"/>
                  </a:lnTo>
                  <a:lnTo>
                    <a:pt x="77" y="830"/>
                  </a:lnTo>
                  <a:lnTo>
                    <a:pt x="80" y="830"/>
                  </a:lnTo>
                  <a:lnTo>
                    <a:pt x="84" y="830"/>
                  </a:lnTo>
                  <a:lnTo>
                    <a:pt x="84" y="830"/>
                  </a:lnTo>
                  <a:lnTo>
                    <a:pt x="84" y="832"/>
                  </a:lnTo>
                  <a:lnTo>
                    <a:pt x="84" y="834"/>
                  </a:lnTo>
                  <a:lnTo>
                    <a:pt x="84" y="834"/>
                  </a:lnTo>
                  <a:lnTo>
                    <a:pt x="86" y="836"/>
                  </a:lnTo>
                  <a:lnTo>
                    <a:pt x="91" y="834"/>
                  </a:lnTo>
                  <a:lnTo>
                    <a:pt x="91" y="834"/>
                  </a:lnTo>
                  <a:lnTo>
                    <a:pt x="91" y="836"/>
                  </a:lnTo>
                  <a:lnTo>
                    <a:pt x="90" y="838"/>
                  </a:lnTo>
                  <a:lnTo>
                    <a:pt x="84" y="838"/>
                  </a:lnTo>
                  <a:lnTo>
                    <a:pt x="84" y="838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93" y="847"/>
                  </a:lnTo>
                  <a:lnTo>
                    <a:pt x="95" y="849"/>
                  </a:lnTo>
                  <a:lnTo>
                    <a:pt x="95" y="849"/>
                  </a:lnTo>
                  <a:lnTo>
                    <a:pt x="100" y="847"/>
                  </a:lnTo>
                  <a:lnTo>
                    <a:pt x="99" y="845"/>
                  </a:lnTo>
                  <a:lnTo>
                    <a:pt x="99" y="843"/>
                  </a:lnTo>
                  <a:lnTo>
                    <a:pt x="99" y="841"/>
                  </a:lnTo>
                  <a:lnTo>
                    <a:pt x="100" y="841"/>
                  </a:lnTo>
                  <a:lnTo>
                    <a:pt x="100" y="841"/>
                  </a:lnTo>
                  <a:lnTo>
                    <a:pt x="104" y="841"/>
                  </a:lnTo>
                  <a:lnTo>
                    <a:pt x="110" y="841"/>
                  </a:lnTo>
                  <a:lnTo>
                    <a:pt x="113" y="841"/>
                  </a:lnTo>
                  <a:lnTo>
                    <a:pt x="110" y="838"/>
                  </a:lnTo>
                  <a:lnTo>
                    <a:pt x="110" y="834"/>
                  </a:lnTo>
                  <a:lnTo>
                    <a:pt x="110" y="834"/>
                  </a:lnTo>
                  <a:lnTo>
                    <a:pt x="106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8" y="830"/>
                  </a:lnTo>
                  <a:lnTo>
                    <a:pt x="113" y="830"/>
                  </a:lnTo>
                  <a:lnTo>
                    <a:pt x="121" y="843"/>
                  </a:lnTo>
                  <a:lnTo>
                    <a:pt x="124" y="843"/>
                  </a:lnTo>
                  <a:lnTo>
                    <a:pt x="124" y="843"/>
                  </a:lnTo>
                  <a:lnTo>
                    <a:pt x="126" y="839"/>
                  </a:lnTo>
                  <a:lnTo>
                    <a:pt x="128" y="839"/>
                  </a:lnTo>
                  <a:lnTo>
                    <a:pt x="130" y="838"/>
                  </a:lnTo>
                  <a:lnTo>
                    <a:pt x="130" y="838"/>
                  </a:lnTo>
                  <a:lnTo>
                    <a:pt x="131" y="834"/>
                  </a:lnTo>
                  <a:lnTo>
                    <a:pt x="131" y="830"/>
                  </a:lnTo>
                  <a:lnTo>
                    <a:pt x="131" y="830"/>
                  </a:lnTo>
                  <a:lnTo>
                    <a:pt x="139" y="828"/>
                  </a:lnTo>
                  <a:lnTo>
                    <a:pt x="146" y="828"/>
                  </a:lnTo>
                  <a:lnTo>
                    <a:pt x="159" y="830"/>
                  </a:lnTo>
                  <a:lnTo>
                    <a:pt x="159" y="830"/>
                  </a:lnTo>
                  <a:lnTo>
                    <a:pt x="142" y="828"/>
                  </a:lnTo>
                  <a:lnTo>
                    <a:pt x="121" y="827"/>
                  </a:lnTo>
                  <a:lnTo>
                    <a:pt x="121" y="827"/>
                  </a:lnTo>
                  <a:lnTo>
                    <a:pt x="111" y="827"/>
                  </a:lnTo>
                  <a:lnTo>
                    <a:pt x="108" y="827"/>
                  </a:lnTo>
                  <a:lnTo>
                    <a:pt x="106" y="779"/>
                  </a:lnTo>
                  <a:lnTo>
                    <a:pt x="106" y="779"/>
                  </a:lnTo>
                  <a:lnTo>
                    <a:pt x="93" y="774"/>
                  </a:lnTo>
                  <a:lnTo>
                    <a:pt x="93" y="774"/>
                  </a:lnTo>
                  <a:lnTo>
                    <a:pt x="95" y="770"/>
                  </a:lnTo>
                  <a:lnTo>
                    <a:pt x="99" y="765"/>
                  </a:lnTo>
                  <a:lnTo>
                    <a:pt x="99" y="765"/>
                  </a:lnTo>
                  <a:lnTo>
                    <a:pt x="102" y="765"/>
                  </a:lnTo>
                  <a:lnTo>
                    <a:pt x="104" y="765"/>
                  </a:lnTo>
                  <a:lnTo>
                    <a:pt x="102" y="767"/>
                  </a:lnTo>
                  <a:lnTo>
                    <a:pt x="102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08" y="763"/>
                  </a:lnTo>
                  <a:lnTo>
                    <a:pt x="108" y="763"/>
                  </a:lnTo>
                  <a:lnTo>
                    <a:pt x="82" y="761"/>
                  </a:lnTo>
                  <a:lnTo>
                    <a:pt x="82" y="761"/>
                  </a:lnTo>
                  <a:lnTo>
                    <a:pt x="60" y="763"/>
                  </a:lnTo>
                  <a:lnTo>
                    <a:pt x="60" y="763"/>
                  </a:lnTo>
                  <a:lnTo>
                    <a:pt x="55" y="756"/>
                  </a:lnTo>
                  <a:lnTo>
                    <a:pt x="48" y="747"/>
                  </a:lnTo>
                  <a:lnTo>
                    <a:pt x="48" y="747"/>
                  </a:lnTo>
                  <a:lnTo>
                    <a:pt x="44" y="739"/>
                  </a:lnTo>
                  <a:lnTo>
                    <a:pt x="44" y="736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8" y="732"/>
                  </a:lnTo>
                  <a:lnTo>
                    <a:pt x="48" y="728"/>
                  </a:lnTo>
                  <a:lnTo>
                    <a:pt x="46" y="723"/>
                  </a:lnTo>
                  <a:lnTo>
                    <a:pt x="46" y="723"/>
                  </a:lnTo>
                  <a:lnTo>
                    <a:pt x="44" y="721"/>
                  </a:lnTo>
                  <a:lnTo>
                    <a:pt x="42" y="723"/>
                  </a:lnTo>
                  <a:lnTo>
                    <a:pt x="40" y="725"/>
                  </a:lnTo>
                  <a:lnTo>
                    <a:pt x="39" y="725"/>
                  </a:lnTo>
                  <a:lnTo>
                    <a:pt x="39" y="725"/>
                  </a:lnTo>
                  <a:lnTo>
                    <a:pt x="35" y="725"/>
                  </a:lnTo>
                  <a:lnTo>
                    <a:pt x="35" y="721"/>
                  </a:lnTo>
                  <a:lnTo>
                    <a:pt x="33" y="714"/>
                  </a:lnTo>
                  <a:lnTo>
                    <a:pt x="33" y="714"/>
                  </a:lnTo>
                  <a:lnTo>
                    <a:pt x="35" y="708"/>
                  </a:lnTo>
                  <a:lnTo>
                    <a:pt x="39" y="703"/>
                  </a:lnTo>
                  <a:lnTo>
                    <a:pt x="39" y="703"/>
                  </a:lnTo>
                  <a:lnTo>
                    <a:pt x="39" y="696"/>
                  </a:lnTo>
                  <a:lnTo>
                    <a:pt x="37" y="688"/>
                  </a:lnTo>
                  <a:lnTo>
                    <a:pt x="37" y="688"/>
                  </a:lnTo>
                  <a:lnTo>
                    <a:pt x="37" y="683"/>
                  </a:lnTo>
                  <a:lnTo>
                    <a:pt x="39" y="681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9" y="675"/>
                  </a:lnTo>
                  <a:lnTo>
                    <a:pt x="49" y="672"/>
                  </a:lnTo>
                  <a:lnTo>
                    <a:pt x="49" y="666"/>
                  </a:lnTo>
                  <a:lnTo>
                    <a:pt x="49" y="666"/>
                  </a:lnTo>
                  <a:lnTo>
                    <a:pt x="49" y="659"/>
                  </a:lnTo>
                  <a:lnTo>
                    <a:pt x="49" y="657"/>
                  </a:lnTo>
                  <a:lnTo>
                    <a:pt x="51" y="654"/>
                  </a:lnTo>
                  <a:lnTo>
                    <a:pt x="51" y="654"/>
                  </a:lnTo>
                  <a:lnTo>
                    <a:pt x="55" y="648"/>
                  </a:lnTo>
                  <a:lnTo>
                    <a:pt x="55" y="648"/>
                  </a:lnTo>
                  <a:lnTo>
                    <a:pt x="57" y="646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57" y="635"/>
                  </a:lnTo>
                  <a:lnTo>
                    <a:pt x="59" y="626"/>
                  </a:lnTo>
                  <a:lnTo>
                    <a:pt x="59" y="626"/>
                  </a:lnTo>
                  <a:lnTo>
                    <a:pt x="59" y="621"/>
                  </a:lnTo>
                  <a:lnTo>
                    <a:pt x="57" y="615"/>
                  </a:lnTo>
                  <a:lnTo>
                    <a:pt x="57" y="615"/>
                  </a:lnTo>
                  <a:lnTo>
                    <a:pt x="55" y="608"/>
                  </a:lnTo>
                  <a:lnTo>
                    <a:pt x="55" y="606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9" y="601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7"/>
                  </a:lnTo>
                  <a:lnTo>
                    <a:pt x="62" y="595"/>
                  </a:lnTo>
                  <a:lnTo>
                    <a:pt x="60" y="592"/>
                  </a:lnTo>
                  <a:lnTo>
                    <a:pt x="60" y="592"/>
                  </a:lnTo>
                  <a:lnTo>
                    <a:pt x="60" y="586"/>
                  </a:lnTo>
                  <a:lnTo>
                    <a:pt x="64" y="583"/>
                  </a:lnTo>
                  <a:lnTo>
                    <a:pt x="64" y="583"/>
                  </a:lnTo>
                  <a:lnTo>
                    <a:pt x="64" y="579"/>
                  </a:lnTo>
                  <a:lnTo>
                    <a:pt x="64" y="577"/>
                  </a:lnTo>
                  <a:lnTo>
                    <a:pt x="62" y="570"/>
                  </a:lnTo>
                  <a:lnTo>
                    <a:pt x="62" y="570"/>
                  </a:lnTo>
                  <a:lnTo>
                    <a:pt x="60" y="564"/>
                  </a:lnTo>
                  <a:lnTo>
                    <a:pt x="60" y="559"/>
                  </a:lnTo>
                  <a:lnTo>
                    <a:pt x="60" y="559"/>
                  </a:lnTo>
                  <a:lnTo>
                    <a:pt x="60" y="557"/>
                  </a:lnTo>
                  <a:lnTo>
                    <a:pt x="59" y="553"/>
                  </a:lnTo>
                  <a:lnTo>
                    <a:pt x="55" y="548"/>
                  </a:lnTo>
                  <a:lnTo>
                    <a:pt x="55" y="548"/>
                  </a:lnTo>
                  <a:lnTo>
                    <a:pt x="55" y="544"/>
                  </a:lnTo>
                  <a:lnTo>
                    <a:pt x="57" y="539"/>
                  </a:lnTo>
                  <a:lnTo>
                    <a:pt x="59" y="535"/>
                  </a:lnTo>
                  <a:lnTo>
                    <a:pt x="60" y="530"/>
                  </a:lnTo>
                  <a:lnTo>
                    <a:pt x="60" y="530"/>
                  </a:lnTo>
                  <a:lnTo>
                    <a:pt x="60" y="515"/>
                  </a:lnTo>
                  <a:lnTo>
                    <a:pt x="60" y="515"/>
                  </a:lnTo>
                  <a:lnTo>
                    <a:pt x="60" y="512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08"/>
                  </a:lnTo>
                  <a:lnTo>
                    <a:pt x="55" y="504"/>
                  </a:lnTo>
                  <a:lnTo>
                    <a:pt x="55" y="495"/>
                  </a:lnTo>
                  <a:lnTo>
                    <a:pt x="55" y="495"/>
                  </a:lnTo>
                  <a:lnTo>
                    <a:pt x="55" y="491"/>
                  </a:lnTo>
                  <a:lnTo>
                    <a:pt x="53" y="488"/>
                  </a:lnTo>
                  <a:lnTo>
                    <a:pt x="51" y="484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9" y="475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60" y="457"/>
                  </a:lnTo>
                  <a:lnTo>
                    <a:pt x="62" y="450"/>
                  </a:lnTo>
                  <a:lnTo>
                    <a:pt x="64" y="444"/>
                  </a:lnTo>
                  <a:lnTo>
                    <a:pt x="64" y="444"/>
                  </a:lnTo>
                  <a:lnTo>
                    <a:pt x="68" y="442"/>
                  </a:lnTo>
                  <a:lnTo>
                    <a:pt x="68" y="442"/>
                  </a:lnTo>
                  <a:lnTo>
                    <a:pt x="70" y="442"/>
                  </a:lnTo>
                  <a:lnTo>
                    <a:pt x="70" y="440"/>
                  </a:lnTo>
                  <a:lnTo>
                    <a:pt x="70" y="440"/>
                  </a:lnTo>
                  <a:lnTo>
                    <a:pt x="68" y="437"/>
                  </a:lnTo>
                  <a:lnTo>
                    <a:pt x="68" y="433"/>
                  </a:lnTo>
                  <a:lnTo>
                    <a:pt x="66" y="430"/>
                  </a:lnTo>
                  <a:lnTo>
                    <a:pt x="66" y="428"/>
                  </a:lnTo>
                  <a:lnTo>
                    <a:pt x="66" y="428"/>
                  </a:lnTo>
                  <a:lnTo>
                    <a:pt x="66" y="419"/>
                  </a:lnTo>
                  <a:lnTo>
                    <a:pt x="66" y="411"/>
                  </a:lnTo>
                  <a:lnTo>
                    <a:pt x="66" y="411"/>
                  </a:lnTo>
                  <a:lnTo>
                    <a:pt x="68" y="408"/>
                  </a:lnTo>
                  <a:lnTo>
                    <a:pt x="70" y="404"/>
                  </a:lnTo>
                  <a:lnTo>
                    <a:pt x="73" y="400"/>
                  </a:lnTo>
                  <a:lnTo>
                    <a:pt x="73" y="400"/>
                  </a:lnTo>
                  <a:lnTo>
                    <a:pt x="75" y="400"/>
                  </a:lnTo>
                  <a:lnTo>
                    <a:pt x="79" y="399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1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79" y="380"/>
                  </a:lnTo>
                  <a:lnTo>
                    <a:pt x="80" y="373"/>
                  </a:lnTo>
                  <a:lnTo>
                    <a:pt x="80" y="373"/>
                  </a:lnTo>
                  <a:lnTo>
                    <a:pt x="84" y="362"/>
                  </a:lnTo>
                  <a:lnTo>
                    <a:pt x="86" y="357"/>
                  </a:lnTo>
                  <a:lnTo>
                    <a:pt x="86" y="349"/>
                  </a:lnTo>
                  <a:lnTo>
                    <a:pt x="86" y="349"/>
                  </a:lnTo>
                  <a:lnTo>
                    <a:pt x="88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6" y="328"/>
                  </a:lnTo>
                  <a:lnTo>
                    <a:pt x="88" y="322"/>
                  </a:lnTo>
                  <a:lnTo>
                    <a:pt x="88" y="322"/>
                  </a:lnTo>
                  <a:lnTo>
                    <a:pt x="90" y="318"/>
                  </a:lnTo>
                  <a:lnTo>
                    <a:pt x="90" y="315"/>
                  </a:lnTo>
                  <a:lnTo>
                    <a:pt x="90" y="307"/>
                  </a:lnTo>
                  <a:lnTo>
                    <a:pt x="90" y="307"/>
                  </a:lnTo>
                  <a:lnTo>
                    <a:pt x="90" y="298"/>
                  </a:lnTo>
                  <a:lnTo>
                    <a:pt x="90" y="289"/>
                  </a:lnTo>
                  <a:lnTo>
                    <a:pt x="90" y="289"/>
                  </a:lnTo>
                  <a:lnTo>
                    <a:pt x="91" y="280"/>
                  </a:lnTo>
                  <a:lnTo>
                    <a:pt x="93" y="275"/>
                  </a:lnTo>
                  <a:lnTo>
                    <a:pt x="93" y="275"/>
                  </a:lnTo>
                  <a:lnTo>
                    <a:pt x="95" y="271"/>
                  </a:lnTo>
                  <a:lnTo>
                    <a:pt x="95" y="267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5" y="249"/>
                  </a:lnTo>
                  <a:lnTo>
                    <a:pt x="97" y="236"/>
                  </a:lnTo>
                  <a:lnTo>
                    <a:pt x="97" y="236"/>
                  </a:lnTo>
                  <a:lnTo>
                    <a:pt x="97" y="231"/>
                  </a:lnTo>
                  <a:lnTo>
                    <a:pt x="100" y="227"/>
                  </a:lnTo>
                  <a:lnTo>
                    <a:pt x="102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10" y="215"/>
                  </a:lnTo>
                  <a:lnTo>
                    <a:pt x="111" y="207"/>
                  </a:lnTo>
                  <a:lnTo>
                    <a:pt x="111" y="207"/>
                  </a:lnTo>
                  <a:lnTo>
                    <a:pt x="115" y="200"/>
                  </a:lnTo>
                  <a:lnTo>
                    <a:pt x="115" y="195"/>
                  </a:lnTo>
                  <a:lnTo>
                    <a:pt x="115" y="195"/>
                  </a:lnTo>
                  <a:lnTo>
                    <a:pt x="113" y="187"/>
                  </a:lnTo>
                  <a:lnTo>
                    <a:pt x="113" y="185"/>
                  </a:lnTo>
                  <a:lnTo>
                    <a:pt x="115" y="184"/>
                  </a:lnTo>
                  <a:lnTo>
                    <a:pt x="115" y="184"/>
                  </a:lnTo>
                  <a:lnTo>
                    <a:pt x="117" y="180"/>
                  </a:lnTo>
                  <a:lnTo>
                    <a:pt x="117" y="178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51"/>
                  </a:lnTo>
                  <a:lnTo>
                    <a:pt x="113" y="151"/>
                  </a:lnTo>
                  <a:lnTo>
                    <a:pt x="115" y="149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6" y="138"/>
                  </a:lnTo>
                  <a:lnTo>
                    <a:pt x="130" y="136"/>
                  </a:lnTo>
                  <a:lnTo>
                    <a:pt x="133" y="134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7" y="123"/>
                  </a:lnTo>
                  <a:lnTo>
                    <a:pt x="135" y="118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0" y="113"/>
                  </a:lnTo>
                  <a:lnTo>
                    <a:pt x="128" y="107"/>
                  </a:lnTo>
                  <a:lnTo>
                    <a:pt x="130" y="102"/>
                  </a:lnTo>
                  <a:lnTo>
                    <a:pt x="121" y="98"/>
                  </a:lnTo>
                  <a:lnTo>
                    <a:pt x="119" y="83"/>
                  </a:lnTo>
                  <a:lnTo>
                    <a:pt x="119" y="83"/>
                  </a:lnTo>
                  <a:lnTo>
                    <a:pt x="119" y="76"/>
                  </a:lnTo>
                  <a:lnTo>
                    <a:pt x="119" y="71"/>
                  </a:lnTo>
                  <a:lnTo>
                    <a:pt x="117" y="67"/>
                  </a:lnTo>
                  <a:lnTo>
                    <a:pt x="117" y="67"/>
                  </a:lnTo>
                  <a:lnTo>
                    <a:pt x="113" y="6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0" y="43"/>
                  </a:lnTo>
                  <a:lnTo>
                    <a:pt x="108" y="38"/>
                  </a:lnTo>
                  <a:lnTo>
                    <a:pt x="108" y="38"/>
                  </a:lnTo>
                  <a:lnTo>
                    <a:pt x="106" y="32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97" y="23"/>
                  </a:lnTo>
                  <a:lnTo>
                    <a:pt x="95" y="18"/>
                  </a:lnTo>
                  <a:lnTo>
                    <a:pt x="93" y="1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3"/>
                  </a:lnTo>
                  <a:lnTo>
                    <a:pt x="82" y="5"/>
                  </a:lnTo>
                  <a:lnTo>
                    <a:pt x="80" y="9"/>
                  </a:lnTo>
                  <a:lnTo>
                    <a:pt x="80" y="9"/>
                  </a:lnTo>
                  <a:close/>
                  <a:moveTo>
                    <a:pt x="108" y="845"/>
                  </a:moveTo>
                  <a:lnTo>
                    <a:pt x="108" y="845"/>
                  </a:lnTo>
                  <a:lnTo>
                    <a:pt x="110" y="852"/>
                  </a:lnTo>
                  <a:lnTo>
                    <a:pt x="110" y="852"/>
                  </a:lnTo>
                  <a:lnTo>
                    <a:pt x="115" y="854"/>
                  </a:lnTo>
                  <a:lnTo>
                    <a:pt x="115" y="852"/>
                  </a:lnTo>
                  <a:lnTo>
                    <a:pt x="113" y="849"/>
                  </a:lnTo>
                  <a:lnTo>
                    <a:pt x="108" y="845"/>
                  </a:lnTo>
                  <a:lnTo>
                    <a:pt x="108" y="845"/>
                  </a:lnTo>
                  <a:close/>
                  <a:moveTo>
                    <a:pt x="70" y="834"/>
                  </a:moveTo>
                  <a:lnTo>
                    <a:pt x="70" y="834"/>
                  </a:lnTo>
                  <a:lnTo>
                    <a:pt x="68" y="834"/>
                  </a:lnTo>
                  <a:lnTo>
                    <a:pt x="68" y="834"/>
                  </a:lnTo>
                  <a:lnTo>
                    <a:pt x="70" y="836"/>
                  </a:lnTo>
                  <a:lnTo>
                    <a:pt x="77" y="838"/>
                  </a:lnTo>
                  <a:lnTo>
                    <a:pt x="77" y="838"/>
                  </a:lnTo>
                  <a:lnTo>
                    <a:pt x="77" y="836"/>
                  </a:lnTo>
                  <a:lnTo>
                    <a:pt x="75" y="834"/>
                  </a:lnTo>
                  <a:lnTo>
                    <a:pt x="70" y="834"/>
                  </a:lnTo>
                  <a:lnTo>
                    <a:pt x="70" y="834"/>
                  </a:lnTo>
                  <a:close/>
                  <a:moveTo>
                    <a:pt x="0" y="730"/>
                  </a:moveTo>
                  <a:lnTo>
                    <a:pt x="2" y="736"/>
                  </a:lnTo>
                  <a:lnTo>
                    <a:pt x="2" y="736"/>
                  </a:lnTo>
                  <a:lnTo>
                    <a:pt x="6" y="736"/>
                  </a:lnTo>
                  <a:lnTo>
                    <a:pt x="6" y="734"/>
                  </a:lnTo>
                  <a:lnTo>
                    <a:pt x="0" y="730"/>
                  </a:lnTo>
                  <a:lnTo>
                    <a:pt x="0" y="730"/>
                  </a:lnTo>
                  <a:close/>
                  <a:moveTo>
                    <a:pt x="6" y="719"/>
                  </a:moveTo>
                  <a:lnTo>
                    <a:pt x="6" y="728"/>
                  </a:lnTo>
                  <a:lnTo>
                    <a:pt x="6" y="728"/>
                  </a:lnTo>
                  <a:lnTo>
                    <a:pt x="11" y="726"/>
                  </a:lnTo>
                  <a:lnTo>
                    <a:pt x="13" y="723"/>
                  </a:lnTo>
                  <a:lnTo>
                    <a:pt x="11" y="719"/>
                  </a:lnTo>
                  <a:lnTo>
                    <a:pt x="6" y="719"/>
                  </a:lnTo>
                  <a:lnTo>
                    <a:pt x="6" y="719"/>
                  </a:lnTo>
                  <a:close/>
                  <a:moveTo>
                    <a:pt x="64" y="779"/>
                  </a:moveTo>
                  <a:lnTo>
                    <a:pt x="64" y="779"/>
                  </a:lnTo>
                  <a:lnTo>
                    <a:pt x="66" y="779"/>
                  </a:lnTo>
                  <a:lnTo>
                    <a:pt x="66" y="779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5"/>
                  </a:lnTo>
                  <a:lnTo>
                    <a:pt x="64" y="788"/>
                  </a:lnTo>
                  <a:lnTo>
                    <a:pt x="62" y="792"/>
                  </a:lnTo>
                  <a:lnTo>
                    <a:pt x="62" y="792"/>
                  </a:lnTo>
                  <a:lnTo>
                    <a:pt x="60" y="792"/>
                  </a:lnTo>
                  <a:lnTo>
                    <a:pt x="60" y="790"/>
                  </a:lnTo>
                  <a:lnTo>
                    <a:pt x="60" y="787"/>
                  </a:lnTo>
                  <a:lnTo>
                    <a:pt x="62" y="783"/>
                  </a:lnTo>
                  <a:lnTo>
                    <a:pt x="64" y="779"/>
                  </a:lnTo>
                  <a:lnTo>
                    <a:pt x="64" y="779"/>
                  </a:lnTo>
                  <a:close/>
                  <a:moveTo>
                    <a:pt x="49" y="779"/>
                  </a:moveTo>
                  <a:lnTo>
                    <a:pt x="51" y="787"/>
                  </a:lnTo>
                  <a:lnTo>
                    <a:pt x="51" y="787"/>
                  </a:lnTo>
                  <a:lnTo>
                    <a:pt x="46" y="785"/>
                  </a:lnTo>
                  <a:lnTo>
                    <a:pt x="44" y="783"/>
                  </a:lnTo>
                  <a:lnTo>
                    <a:pt x="46" y="781"/>
                  </a:lnTo>
                  <a:lnTo>
                    <a:pt x="49" y="779"/>
                  </a:lnTo>
                  <a:lnTo>
                    <a:pt x="49" y="779"/>
                  </a:lnTo>
                  <a:close/>
                  <a:moveTo>
                    <a:pt x="79" y="774"/>
                  </a:moveTo>
                  <a:lnTo>
                    <a:pt x="79" y="774"/>
                  </a:lnTo>
                  <a:lnTo>
                    <a:pt x="93" y="774"/>
                  </a:lnTo>
                  <a:lnTo>
                    <a:pt x="91" y="779"/>
                  </a:lnTo>
                  <a:lnTo>
                    <a:pt x="91" y="779"/>
                  </a:lnTo>
                  <a:lnTo>
                    <a:pt x="88" y="779"/>
                  </a:lnTo>
                  <a:lnTo>
                    <a:pt x="86" y="779"/>
                  </a:lnTo>
                  <a:lnTo>
                    <a:pt x="84" y="777"/>
                  </a:lnTo>
                  <a:lnTo>
                    <a:pt x="84" y="777"/>
                  </a:lnTo>
                  <a:lnTo>
                    <a:pt x="82" y="777"/>
                  </a:lnTo>
                  <a:lnTo>
                    <a:pt x="80" y="779"/>
                  </a:lnTo>
                  <a:lnTo>
                    <a:pt x="77" y="779"/>
                  </a:lnTo>
                  <a:lnTo>
                    <a:pt x="77" y="779"/>
                  </a:lnTo>
                  <a:lnTo>
                    <a:pt x="79" y="796"/>
                  </a:lnTo>
                  <a:lnTo>
                    <a:pt x="79" y="796"/>
                  </a:lnTo>
                  <a:lnTo>
                    <a:pt x="84" y="794"/>
                  </a:lnTo>
                  <a:lnTo>
                    <a:pt x="88" y="794"/>
                  </a:lnTo>
                  <a:lnTo>
                    <a:pt x="88" y="799"/>
                  </a:lnTo>
                  <a:lnTo>
                    <a:pt x="88" y="799"/>
                  </a:lnTo>
                  <a:lnTo>
                    <a:pt x="79" y="801"/>
                  </a:lnTo>
                  <a:lnTo>
                    <a:pt x="79" y="801"/>
                  </a:lnTo>
                  <a:lnTo>
                    <a:pt x="80" y="807"/>
                  </a:lnTo>
                  <a:lnTo>
                    <a:pt x="80" y="810"/>
                  </a:lnTo>
                  <a:lnTo>
                    <a:pt x="80" y="812"/>
                  </a:lnTo>
                  <a:lnTo>
                    <a:pt x="80" y="812"/>
                  </a:lnTo>
                  <a:lnTo>
                    <a:pt x="84" y="810"/>
                  </a:lnTo>
                  <a:lnTo>
                    <a:pt x="88" y="812"/>
                  </a:lnTo>
                  <a:lnTo>
                    <a:pt x="88" y="812"/>
                  </a:lnTo>
                  <a:lnTo>
                    <a:pt x="82" y="816"/>
                  </a:lnTo>
                  <a:lnTo>
                    <a:pt x="80" y="818"/>
                  </a:lnTo>
                  <a:lnTo>
                    <a:pt x="86" y="818"/>
                  </a:lnTo>
                  <a:lnTo>
                    <a:pt x="90" y="816"/>
                  </a:lnTo>
                  <a:lnTo>
                    <a:pt x="80" y="821"/>
                  </a:lnTo>
                  <a:lnTo>
                    <a:pt x="80" y="821"/>
                  </a:lnTo>
                  <a:lnTo>
                    <a:pt x="77" y="821"/>
                  </a:lnTo>
                  <a:lnTo>
                    <a:pt x="75" y="819"/>
                  </a:lnTo>
                  <a:lnTo>
                    <a:pt x="77" y="819"/>
                  </a:lnTo>
                  <a:lnTo>
                    <a:pt x="77" y="819"/>
                  </a:lnTo>
                  <a:lnTo>
                    <a:pt x="77" y="803"/>
                  </a:lnTo>
                  <a:lnTo>
                    <a:pt x="77" y="803"/>
                  </a:lnTo>
                  <a:lnTo>
                    <a:pt x="73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790"/>
                  </a:lnTo>
                  <a:lnTo>
                    <a:pt x="73" y="777"/>
                  </a:lnTo>
                  <a:lnTo>
                    <a:pt x="79" y="774"/>
                  </a:lnTo>
                  <a:close/>
                  <a:moveTo>
                    <a:pt x="28" y="595"/>
                  </a:moveTo>
                  <a:lnTo>
                    <a:pt x="28" y="595"/>
                  </a:lnTo>
                  <a:lnTo>
                    <a:pt x="22" y="599"/>
                  </a:lnTo>
                  <a:lnTo>
                    <a:pt x="18" y="603"/>
                  </a:lnTo>
                  <a:lnTo>
                    <a:pt x="18" y="606"/>
                  </a:lnTo>
                  <a:lnTo>
                    <a:pt x="18" y="608"/>
                  </a:lnTo>
                  <a:lnTo>
                    <a:pt x="20" y="610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0" y="617"/>
                  </a:lnTo>
                  <a:lnTo>
                    <a:pt x="17" y="621"/>
                  </a:lnTo>
                  <a:lnTo>
                    <a:pt x="18" y="621"/>
                  </a:lnTo>
                  <a:lnTo>
                    <a:pt x="20" y="621"/>
                  </a:lnTo>
                  <a:lnTo>
                    <a:pt x="20" y="621"/>
                  </a:lnTo>
                  <a:lnTo>
                    <a:pt x="29" y="614"/>
                  </a:lnTo>
                  <a:lnTo>
                    <a:pt x="31" y="608"/>
                  </a:lnTo>
                  <a:lnTo>
                    <a:pt x="29" y="608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6" y="610"/>
                  </a:lnTo>
                  <a:lnTo>
                    <a:pt x="26" y="606"/>
                  </a:lnTo>
                  <a:lnTo>
                    <a:pt x="26" y="604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31" y="603"/>
                  </a:lnTo>
                  <a:lnTo>
                    <a:pt x="31" y="601"/>
                  </a:lnTo>
                  <a:lnTo>
                    <a:pt x="31" y="601"/>
                  </a:lnTo>
                  <a:lnTo>
                    <a:pt x="29" y="599"/>
                  </a:lnTo>
                  <a:lnTo>
                    <a:pt x="28" y="595"/>
                  </a:lnTo>
                  <a:lnTo>
                    <a:pt x="28" y="595"/>
                  </a:lnTo>
                  <a:close/>
                  <a:moveTo>
                    <a:pt x="22" y="579"/>
                  </a:moveTo>
                  <a:lnTo>
                    <a:pt x="24" y="584"/>
                  </a:lnTo>
                  <a:lnTo>
                    <a:pt x="24" y="584"/>
                  </a:lnTo>
                  <a:lnTo>
                    <a:pt x="26" y="581"/>
                  </a:lnTo>
                  <a:lnTo>
                    <a:pt x="24" y="579"/>
                  </a:lnTo>
                  <a:lnTo>
                    <a:pt x="22" y="579"/>
                  </a:lnTo>
                  <a:lnTo>
                    <a:pt x="22" y="579"/>
                  </a:lnTo>
                  <a:close/>
                  <a:moveTo>
                    <a:pt x="28" y="524"/>
                  </a:moveTo>
                  <a:lnTo>
                    <a:pt x="28" y="524"/>
                  </a:lnTo>
                  <a:lnTo>
                    <a:pt x="26" y="542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31" y="563"/>
                  </a:lnTo>
                  <a:lnTo>
                    <a:pt x="31" y="563"/>
                  </a:lnTo>
                  <a:lnTo>
                    <a:pt x="37" y="557"/>
                  </a:lnTo>
                  <a:lnTo>
                    <a:pt x="39" y="552"/>
                  </a:lnTo>
                  <a:lnTo>
                    <a:pt x="39" y="552"/>
                  </a:lnTo>
                  <a:lnTo>
                    <a:pt x="40" y="548"/>
                  </a:lnTo>
                  <a:lnTo>
                    <a:pt x="39" y="546"/>
                  </a:lnTo>
                  <a:lnTo>
                    <a:pt x="35" y="542"/>
                  </a:lnTo>
                  <a:lnTo>
                    <a:pt x="35" y="542"/>
                  </a:lnTo>
                  <a:lnTo>
                    <a:pt x="39" y="524"/>
                  </a:lnTo>
                  <a:lnTo>
                    <a:pt x="39" y="524"/>
                  </a:lnTo>
                  <a:lnTo>
                    <a:pt x="31" y="526"/>
                  </a:lnTo>
                  <a:lnTo>
                    <a:pt x="28" y="524"/>
                  </a:lnTo>
                  <a:lnTo>
                    <a:pt x="28" y="5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4" name="Freeform 307">
              <a:extLst>
                <a:ext uri="{FF2B5EF4-FFF2-40B4-BE49-F238E27FC236}">
                  <a16:creationId xmlns:a16="http://schemas.microsoft.com/office/drawing/2014/main" id="{EB938269-C417-4070-8BDE-CFF5004F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4947" y="3351885"/>
              <a:ext cx="246179" cy="480493"/>
            </a:xfrm>
            <a:custGeom>
              <a:avLst/>
              <a:gdLst>
                <a:gd name="T0" fmla="*/ 2 w 166"/>
                <a:gd name="T1" fmla="*/ 186 h 324"/>
                <a:gd name="T2" fmla="*/ 5 w 166"/>
                <a:gd name="T3" fmla="*/ 195 h 324"/>
                <a:gd name="T4" fmla="*/ 13 w 166"/>
                <a:gd name="T5" fmla="*/ 197 h 324"/>
                <a:gd name="T6" fmla="*/ 23 w 166"/>
                <a:gd name="T7" fmla="*/ 197 h 324"/>
                <a:gd name="T8" fmla="*/ 18 w 166"/>
                <a:gd name="T9" fmla="*/ 204 h 324"/>
                <a:gd name="T10" fmla="*/ 7 w 166"/>
                <a:gd name="T11" fmla="*/ 204 h 324"/>
                <a:gd name="T12" fmla="*/ 20 w 166"/>
                <a:gd name="T13" fmla="*/ 219 h 324"/>
                <a:gd name="T14" fmla="*/ 22 w 166"/>
                <a:gd name="T15" fmla="*/ 224 h 324"/>
                <a:gd name="T16" fmla="*/ 23 w 166"/>
                <a:gd name="T17" fmla="*/ 233 h 324"/>
                <a:gd name="T18" fmla="*/ 23 w 166"/>
                <a:gd name="T19" fmla="*/ 239 h 324"/>
                <a:gd name="T20" fmla="*/ 22 w 166"/>
                <a:gd name="T21" fmla="*/ 244 h 324"/>
                <a:gd name="T22" fmla="*/ 25 w 166"/>
                <a:gd name="T23" fmla="*/ 259 h 324"/>
                <a:gd name="T24" fmla="*/ 25 w 166"/>
                <a:gd name="T25" fmla="*/ 268 h 324"/>
                <a:gd name="T26" fmla="*/ 29 w 166"/>
                <a:gd name="T27" fmla="*/ 275 h 324"/>
                <a:gd name="T28" fmla="*/ 9 w 166"/>
                <a:gd name="T29" fmla="*/ 275 h 324"/>
                <a:gd name="T30" fmla="*/ 5 w 166"/>
                <a:gd name="T31" fmla="*/ 284 h 324"/>
                <a:gd name="T32" fmla="*/ 11 w 166"/>
                <a:gd name="T33" fmla="*/ 293 h 324"/>
                <a:gd name="T34" fmla="*/ 20 w 166"/>
                <a:gd name="T35" fmla="*/ 302 h 324"/>
                <a:gd name="T36" fmla="*/ 18 w 166"/>
                <a:gd name="T37" fmla="*/ 324 h 324"/>
                <a:gd name="T38" fmla="*/ 36 w 166"/>
                <a:gd name="T39" fmla="*/ 317 h 324"/>
                <a:gd name="T40" fmla="*/ 44 w 166"/>
                <a:gd name="T41" fmla="*/ 321 h 324"/>
                <a:gd name="T42" fmla="*/ 62 w 166"/>
                <a:gd name="T43" fmla="*/ 317 h 324"/>
                <a:gd name="T44" fmla="*/ 74 w 166"/>
                <a:gd name="T45" fmla="*/ 308 h 324"/>
                <a:gd name="T46" fmla="*/ 82 w 166"/>
                <a:gd name="T47" fmla="*/ 304 h 324"/>
                <a:gd name="T48" fmla="*/ 87 w 166"/>
                <a:gd name="T49" fmla="*/ 301 h 324"/>
                <a:gd name="T50" fmla="*/ 82 w 166"/>
                <a:gd name="T51" fmla="*/ 295 h 324"/>
                <a:gd name="T52" fmla="*/ 84 w 166"/>
                <a:gd name="T53" fmla="*/ 292 h 324"/>
                <a:gd name="T54" fmla="*/ 96 w 166"/>
                <a:gd name="T55" fmla="*/ 286 h 324"/>
                <a:gd name="T56" fmla="*/ 105 w 166"/>
                <a:gd name="T57" fmla="*/ 281 h 324"/>
                <a:gd name="T58" fmla="*/ 113 w 166"/>
                <a:gd name="T59" fmla="*/ 279 h 324"/>
                <a:gd name="T60" fmla="*/ 116 w 166"/>
                <a:gd name="T61" fmla="*/ 272 h 324"/>
                <a:gd name="T62" fmla="*/ 129 w 166"/>
                <a:gd name="T63" fmla="*/ 266 h 324"/>
                <a:gd name="T64" fmla="*/ 133 w 166"/>
                <a:gd name="T65" fmla="*/ 257 h 324"/>
                <a:gd name="T66" fmla="*/ 138 w 166"/>
                <a:gd name="T67" fmla="*/ 255 h 324"/>
                <a:gd name="T68" fmla="*/ 138 w 166"/>
                <a:gd name="T69" fmla="*/ 248 h 324"/>
                <a:gd name="T70" fmla="*/ 135 w 166"/>
                <a:gd name="T71" fmla="*/ 241 h 324"/>
                <a:gd name="T72" fmla="*/ 135 w 166"/>
                <a:gd name="T73" fmla="*/ 233 h 324"/>
                <a:gd name="T74" fmla="*/ 135 w 166"/>
                <a:gd name="T75" fmla="*/ 230 h 324"/>
                <a:gd name="T76" fmla="*/ 138 w 166"/>
                <a:gd name="T77" fmla="*/ 222 h 324"/>
                <a:gd name="T78" fmla="*/ 135 w 166"/>
                <a:gd name="T79" fmla="*/ 217 h 324"/>
                <a:gd name="T80" fmla="*/ 126 w 166"/>
                <a:gd name="T81" fmla="*/ 217 h 324"/>
                <a:gd name="T82" fmla="*/ 124 w 166"/>
                <a:gd name="T83" fmla="*/ 215 h 324"/>
                <a:gd name="T84" fmla="*/ 126 w 166"/>
                <a:gd name="T85" fmla="*/ 208 h 324"/>
                <a:gd name="T86" fmla="*/ 129 w 166"/>
                <a:gd name="T87" fmla="*/ 200 h 324"/>
                <a:gd name="T88" fmla="*/ 135 w 166"/>
                <a:gd name="T89" fmla="*/ 195 h 324"/>
                <a:gd name="T90" fmla="*/ 138 w 166"/>
                <a:gd name="T91" fmla="*/ 182 h 324"/>
                <a:gd name="T92" fmla="*/ 140 w 166"/>
                <a:gd name="T93" fmla="*/ 177 h 324"/>
                <a:gd name="T94" fmla="*/ 146 w 166"/>
                <a:gd name="T95" fmla="*/ 170 h 324"/>
                <a:gd name="T96" fmla="*/ 144 w 166"/>
                <a:gd name="T97" fmla="*/ 166 h 324"/>
                <a:gd name="T98" fmla="*/ 147 w 166"/>
                <a:gd name="T99" fmla="*/ 157 h 324"/>
                <a:gd name="T100" fmla="*/ 155 w 166"/>
                <a:gd name="T101" fmla="*/ 157 h 324"/>
                <a:gd name="T102" fmla="*/ 162 w 166"/>
                <a:gd name="T103" fmla="*/ 157 h 324"/>
                <a:gd name="T104" fmla="*/ 29 w 166"/>
                <a:gd name="T105" fmla="*/ 0 h 324"/>
                <a:gd name="T106" fmla="*/ 22 w 166"/>
                <a:gd name="T107" fmla="*/ 51 h 324"/>
                <a:gd name="T108" fmla="*/ 29 w 166"/>
                <a:gd name="T109" fmla="*/ 66 h 324"/>
                <a:gd name="T110" fmla="*/ 27 w 166"/>
                <a:gd name="T111" fmla="*/ 71 h 324"/>
                <a:gd name="T112" fmla="*/ 23 w 166"/>
                <a:gd name="T113" fmla="*/ 84 h 324"/>
                <a:gd name="T114" fmla="*/ 0 w 166"/>
                <a:gd name="T115" fmla="*/ 171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324">
                  <a:moveTo>
                    <a:pt x="0" y="186"/>
                  </a:moveTo>
                  <a:lnTo>
                    <a:pt x="0" y="186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5" y="191"/>
                  </a:lnTo>
                  <a:lnTo>
                    <a:pt x="5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3" y="197"/>
                  </a:lnTo>
                  <a:lnTo>
                    <a:pt x="14" y="197"/>
                  </a:lnTo>
                  <a:lnTo>
                    <a:pt x="23" y="197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23" y="204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7" y="204"/>
                  </a:lnTo>
                  <a:lnTo>
                    <a:pt x="7" y="204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20" y="221"/>
                  </a:lnTo>
                  <a:lnTo>
                    <a:pt x="20" y="222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23" y="230"/>
                  </a:lnTo>
                  <a:lnTo>
                    <a:pt x="23" y="233"/>
                  </a:lnTo>
                  <a:lnTo>
                    <a:pt x="23" y="233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2" y="241"/>
                  </a:lnTo>
                  <a:lnTo>
                    <a:pt x="22" y="244"/>
                  </a:lnTo>
                  <a:lnTo>
                    <a:pt x="22" y="244"/>
                  </a:lnTo>
                  <a:lnTo>
                    <a:pt x="22" y="251"/>
                  </a:lnTo>
                  <a:lnTo>
                    <a:pt x="25" y="259"/>
                  </a:lnTo>
                  <a:lnTo>
                    <a:pt x="25" y="259"/>
                  </a:lnTo>
                  <a:lnTo>
                    <a:pt x="25" y="262"/>
                  </a:lnTo>
                  <a:lnTo>
                    <a:pt x="25" y="268"/>
                  </a:lnTo>
                  <a:lnTo>
                    <a:pt x="25" y="268"/>
                  </a:lnTo>
                  <a:lnTo>
                    <a:pt x="27" y="273"/>
                  </a:lnTo>
                  <a:lnTo>
                    <a:pt x="29" y="275"/>
                  </a:lnTo>
                  <a:lnTo>
                    <a:pt x="29" y="275"/>
                  </a:lnTo>
                  <a:lnTo>
                    <a:pt x="20" y="275"/>
                  </a:lnTo>
                  <a:lnTo>
                    <a:pt x="13" y="275"/>
                  </a:lnTo>
                  <a:lnTo>
                    <a:pt x="9" y="275"/>
                  </a:lnTo>
                  <a:lnTo>
                    <a:pt x="9" y="275"/>
                  </a:lnTo>
                  <a:lnTo>
                    <a:pt x="5" y="281"/>
                  </a:lnTo>
                  <a:lnTo>
                    <a:pt x="5" y="284"/>
                  </a:lnTo>
                  <a:lnTo>
                    <a:pt x="5" y="286"/>
                  </a:lnTo>
                  <a:lnTo>
                    <a:pt x="5" y="286"/>
                  </a:lnTo>
                  <a:lnTo>
                    <a:pt x="11" y="293"/>
                  </a:lnTo>
                  <a:lnTo>
                    <a:pt x="18" y="299"/>
                  </a:lnTo>
                  <a:lnTo>
                    <a:pt x="18" y="299"/>
                  </a:lnTo>
                  <a:lnTo>
                    <a:pt x="20" y="302"/>
                  </a:lnTo>
                  <a:lnTo>
                    <a:pt x="20" y="308"/>
                  </a:lnTo>
                  <a:lnTo>
                    <a:pt x="22" y="315"/>
                  </a:lnTo>
                  <a:lnTo>
                    <a:pt x="18" y="324"/>
                  </a:lnTo>
                  <a:lnTo>
                    <a:pt x="23" y="324"/>
                  </a:lnTo>
                  <a:lnTo>
                    <a:pt x="31" y="324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8" y="319"/>
                  </a:lnTo>
                  <a:lnTo>
                    <a:pt x="44" y="321"/>
                  </a:lnTo>
                  <a:lnTo>
                    <a:pt x="44" y="321"/>
                  </a:lnTo>
                  <a:lnTo>
                    <a:pt x="53" y="319"/>
                  </a:lnTo>
                  <a:lnTo>
                    <a:pt x="62" y="317"/>
                  </a:lnTo>
                  <a:lnTo>
                    <a:pt x="62" y="317"/>
                  </a:lnTo>
                  <a:lnTo>
                    <a:pt x="69" y="315"/>
                  </a:lnTo>
                  <a:lnTo>
                    <a:pt x="74" y="308"/>
                  </a:lnTo>
                  <a:lnTo>
                    <a:pt x="74" y="308"/>
                  </a:lnTo>
                  <a:lnTo>
                    <a:pt x="78" y="306"/>
                  </a:lnTo>
                  <a:lnTo>
                    <a:pt x="82" y="304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299"/>
                  </a:lnTo>
                  <a:lnTo>
                    <a:pt x="85" y="297"/>
                  </a:lnTo>
                  <a:lnTo>
                    <a:pt x="82" y="295"/>
                  </a:lnTo>
                  <a:lnTo>
                    <a:pt x="82" y="293"/>
                  </a:lnTo>
                  <a:lnTo>
                    <a:pt x="84" y="292"/>
                  </a:lnTo>
                  <a:lnTo>
                    <a:pt x="84" y="292"/>
                  </a:lnTo>
                  <a:lnTo>
                    <a:pt x="87" y="288"/>
                  </a:lnTo>
                  <a:lnTo>
                    <a:pt x="93" y="288"/>
                  </a:lnTo>
                  <a:lnTo>
                    <a:pt x="96" y="286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11" y="281"/>
                  </a:lnTo>
                  <a:lnTo>
                    <a:pt x="111" y="281"/>
                  </a:lnTo>
                  <a:lnTo>
                    <a:pt x="113" y="279"/>
                  </a:lnTo>
                  <a:lnTo>
                    <a:pt x="115" y="277"/>
                  </a:lnTo>
                  <a:lnTo>
                    <a:pt x="116" y="272"/>
                  </a:lnTo>
                  <a:lnTo>
                    <a:pt x="116" y="272"/>
                  </a:lnTo>
                  <a:lnTo>
                    <a:pt x="126" y="268"/>
                  </a:lnTo>
                  <a:lnTo>
                    <a:pt x="126" y="268"/>
                  </a:lnTo>
                  <a:lnTo>
                    <a:pt x="129" y="266"/>
                  </a:lnTo>
                  <a:lnTo>
                    <a:pt x="131" y="261"/>
                  </a:lnTo>
                  <a:lnTo>
                    <a:pt x="131" y="261"/>
                  </a:lnTo>
                  <a:lnTo>
                    <a:pt x="133" y="257"/>
                  </a:lnTo>
                  <a:lnTo>
                    <a:pt x="135" y="255"/>
                  </a:lnTo>
                  <a:lnTo>
                    <a:pt x="138" y="255"/>
                  </a:lnTo>
                  <a:lnTo>
                    <a:pt x="138" y="255"/>
                  </a:lnTo>
                  <a:lnTo>
                    <a:pt x="140" y="251"/>
                  </a:lnTo>
                  <a:lnTo>
                    <a:pt x="138" y="250"/>
                  </a:lnTo>
                  <a:lnTo>
                    <a:pt x="138" y="248"/>
                  </a:lnTo>
                  <a:lnTo>
                    <a:pt x="138" y="248"/>
                  </a:lnTo>
                  <a:lnTo>
                    <a:pt x="135" y="244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6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0"/>
                  </a:lnTo>
                  <a:lnTo>
                    <a:pt x="135" y="230"/>
                  </a:lnTo>
                  <a:lnTo>
                    <a:pt x="135" y="226"/>
                  </a:lnTo>
                  <a:lnTo>
                    <a:pt x="136" y="224"/>
                  </a:lnTo>
                  <a:lnTo>
                    <a:pt x="138" y="222"/>
                  </a:lnTo>
                  <a:lnTo>
                    <a:pt x="138" y="221"/>
                  </a:lnTo>
                  <a:lnTo>
                    <a:pt x="138" y="221"/>
                  </a:lnTo>
                  <a:lnTo>
                    <a:pt x="135" y="217"/>
                  </a:lnTo>
                  <a:lnTo>
                    <a:pt x="131" y="215"/>
                  </a:lnTo>
                  <a:lnTo>
                    <a:pt x="131" y="215"/>
                  </a:lnTo>
                  <a:lnTo>
                    <a:pt x="126" y="217"/>
                  </a:lnTo>
                  <a:lnTo>
                    <a:pt x="124" y="217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4" y="211"/>
                  </a:lnTo>
                  <a:lnTo>
                    <a:pt x="126" y="208"/>
                  </a:lnTo>
                  <a:lnTo>
                    <a:pt x="126" y="208"/>
                  </a:lnTo>
                  <a:lnTo>
                    <a:pt x="129" y="206"/>
                  </a:lnTo>
                  <a:lnTo>
                    <a:pt x="129" y="200"/>
                  </a:lnTo>
                  <a:lnTo>
                    <a:pt x="129" y="200"/>
                  </a:lnTo>
                  <a:lnTo>
                    <a:pt x="131" y="197"/>
                  </a:lnTo>
                  <a:lnTo>
                    <a:pt x="135" y="195"/>
                  </a:lnTo>
                  <a:lnTo>
                    <a:pt x="135" y="195"/>
                  </a:lnTo>
                  <a:lnTo>
                    <a:pt x="136" y="193"/>
                  </a:lnTo>
                  <a:lnTo>
                    <a:pt x="136" y="190"/>
                  </a:lnTo>
                  <a:lnTo>
                    <a:pt x="138" y="182"/>
                  </a:lnTo>
                  <a:lnTo>
                    <a:pt x="138" y="182"/>
                  </a:lnTo>
                  <a:lnTo>
                    <a:pt x="138" y="179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4" y="173"/>
                  </a:lnTo>
                  <a:lnTo>
                    <a:pt x="146" y="170"/>
                  </a:lnTo>
                  <a:lnTo>
                    <a:pt x="144" y="168"/>
                  </a:lnTo>
                  <a:lnTo>
                    <a:pt x="144" y="168"/>
                  </a:lnTo>
                  <a:lnTo>
                    <a:pt x="144" y="166"/>
                  </a:lnTo>
                  <a:lnTo>
                    <a:pt x="144" y="16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5" y="157"/>
                  </a:lnTo>
                  <a:lnTo>
                    <a:pt x="155" y="157"/>
                  </a:lnTo>
                  <a:lnTo>
                    <a:pt x="158" y="157"/>
                  </a:lnTo>
                  <a:lnTo>
                    <a:pt x="162" y="157"/>
                  </a:lnTo>
                  <a:lnTo>
                    <a:pt x="166" y="157"/>
                  </a:lnTo>
                  <a:lnTo>
                    <a:pt x="166" y="82"/>
                  </a:lnTo>
                  <a:lnTo>
                    <a:pt x="29" y="0"/>
                  </a:lnTo>
                  <a:lnTo>
                    <a:pt x="13" y="1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7" y="58"/>
                  </a:lnTo>
                  <a:lnTo>
                    <a:pt x="29" y="64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7" y="71"/>
                  </a:lnTo>
                  <a:lnTo>
                    <a:pt x="25" y="75"/>
                  </a:lnTo>
                  <a:lnTo>
                    <a:pt x="23" y="84"/>
                  </a:lnTo>
                  <a:lnTo>
                    <a:pt x="23" y="84"/>
                  </a:lnTo>
                  <a:lnTo>
                    <a:pt x="23" y="120"/>
                  </a:lnTo>
                  <a:lnTo>
                    <a:pt x="23" y="151"/>
                  </a:lnTo>
                  <a:lnTo>
                    <a:pt x="0" y="171"/>
                  </a:lnTo>
                  <a:lnTo>
                    <a:pt x="0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5" name="Freeform 308">
              <a:extLst>
                <a:ext uri="{FF2B5EF4-FFF2-40B4-BE49-F238E27FC236}">
                  <a16:creationId xmlns:a16="http://schemas.microsoft.com/office/drawing/2014/main" id="{024BFF62-0F78-432D-B24F-38B61BCB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7913" y="3730051"/>
              <a:ext cx="312914" cy="229866"/>
            </a:xfrm>
            <a:custGeom>
              <a:avLst/>
              <a:gdLst>
                <a:gd name="T0" fmla="*/ 74 w 211"/>
                <a:gd name="T1" fmla="*/ 126 h 155"/>
                <a:gd name="T2" fmla="*/ 82 w 211"/>
                <a:gd name="T3" fmla="*/ 117 h 155"/>
                <a:gd name="T4" fmla="*/ 83 w 211"/>
                <a:gd name="T5" fmla="*/ 111 h 155"/>
                <a:gd name="T6" fmla="*/ 89 w 211"/>
                <a:gd name="T7" fmla="*/ 108 h 155"/>
                <a:gd name="T8" fmla="*/ 100 w 211"/>
                <a:gd name="T9" fmla="*/ 109 h 155"/>
                <a:gd name="T10" fmla="*/ 111 w 211"/>
                <a:gd name="T11" fmla="*/ 119 h 155"/>
                <a:gd name="T12" fmla="*/ 125 w 211"/>
                <a:gd name="T13" fmla="*/ 120 h 155"/>
                <a:gd name="T14" fmla="*/ 134 w 211"/>
                <a:gd name="T15" fmla="*/ 122 h 155"/>
                <a:gd name="T16" fmla="*/ 145 w 211"/>
                <a:gd name="T17" fmla="*/ 119 h 155"/>
                <a:gd name="T18" fmla="*/ 147 w 211"/>
                <a:gd name="T19" fmla="*/ 115 h 155"/>
                <a:gd name="T20" fmla="*/ 154 w 211"/>
                <a:gd name="T21" fmla="*/ 119 h 155"/>
                <a:gd name="T22" fmla="*/ 167 w 211"/>
                <a:gd name="T23" fmla="*/ 117 h 155"/>
                <a:gd name="T24" fmla="*/ 167 w 211"/>
                <a:gd name="T25" fmla="*/ 111 h 155"/>
                <a:gd name="T26" fmla="*/ 173 w 211"/>
                <a:gd name="T27" fmla="*/ 111 h 155"/>
                <a:gd name="T28" fmla="*/ 176 w 211"/>
                <a:gd name="T29" fmla="*/ 111 h 155"/>
                <a:gd name="T30" fmla="*/ 184 w 211"/>
                <a:gd name="T31" fmla="*/ 106 h 155"/>
                <a:gd name="T32" fmla="*/ 196 w 211"/>
                <a:gd name="T33" fmla="*/ 106 h 155"/>
                <a:gd name="T34" fmla="*/ 200 w 211"/>
                <a:gd name="T35" fmla="*/ 108 h 155"/>
                <a:gd name="T36" fmla="*/ 211 w 211"/>
                <a:gd name="T37" fmla="*/ 108 h 155"/>
                <a:gd name="T38" fmla="*/ 209 w 211"/>
                <a:gd name="T39" fmla="*/ 102 h 155"/>
                <a:gd name="T40" fmla="*/ 206 w 211"/>
                <a:gd name="T41" fmla="*/ 99 h 155"/>
                <a:gd name="T42" fmla="*/ 206 w 211"/>
                <a:gd name="T43" fmla="*/ 89 h 155"/>
                <a:gd name="T44" fmla="*/ 195 w 211"/>
                <a:gd name="T45" fmla="*/ 80 h 155"/>
                <a:gd name="T46" fmla="*/ 187 w 211"/>
                <a:gd name="T47" fmla="*/ 69 h 155"/>
                <a:gd name="T48" fmla="*/ 182 w 211"/>
                <a:gd name="T49" fmla="*/ 68 h 155"/>
                <a:gd name="T50" fmla="*/ 175 w 211"/>
                <a:gd name="T51" fmla="*/ 62 h 155"/>
                <a:gd name="T52" fmla="*/ 165 w 211"/>
                <a:gd name="T53" fmla="*/ 58 h 155"/>
                <a:gd name="T54" fmla="*/ 162 w 211"/>
                <a:gd name="T55" fmla="*/ 57 h 155"/>
                <a:gd name="T56" fmla="*/ 154 w 211"/>
                <a:gd name="T57" fmla="*/ 46 h 155"/>
                <a:gd name="T58" fmla="*/ 153 w 211"/>
                <a:gd name="T59" fmla="*/ 38 h 155"/>
                <a:gd name="T60" fmla="*/ 149 w 211"/>
                <a:gd name="T61" fmla="*/ 27 h 155"/>
                <a:gd name="T62" fmla="*/ 147 w 211"/>
                <a:gd name="T63" fmla="*/ 20 h 155"/>
                <a:gd name="T64" fmla="*/ 136 w 211"/>
                <a:gd name="T65" fmla="*/ 0 h 155"/>
                <a:gd name="T66" fmla="*/ 131 w 211"/>
                <a:gd name="T67" fmla="*/ 2 h 155"/>
                <a:gd name="T68" fmla="*/ 127 w 211"/>
                <a:gd name="T69" fmla="*/ 11 h 155"/>
                <a:gd name="T70" fmla="*/ 114 w 211"/>
                <a:gd name="T71" fmla="*/ 17 h 155"/>
                <a:gd name="T72" fmla="*/ 111 w 211"/>
                <a:gd name="T73" fmla="*/ 24 h 155"/>
                <a:gd name="T74" fmla="*/ 103 w 211"/>
                <a:gd name="T75" fmla="*/ 26 h 155"/>
                <a:gd name="T76" fmla="*/ 94 w 211"/>
                <a:gd name="T77" fmla="*/ 31 h 155"/>
                <a:gd name="T78" fmla="*/ 82 w 211"/>
                <a:gd name="T79" fmla="*/ 37 h 155"/>
                <a:gd name="T80" fmla="*/ 80 w 211"/>
                <a:gd name="T81" fmla="*/ 40 h 155"/>
                <a:gd name="T82" fmla="*/ 85 w 211"/>
                <a:gd name="T83" fmla="*/ 46 h 155"/>
                <a:gd name="T84" fmla="*/ 80 w 211"/>
                <a:gd name="T85" fmla="*/ 49 h 155"/>
                <a:gd name="T86" fmla="*/ 72 w 211"/>
                <a:gd name="T87" fmla="*/ 53 h 155"/>
                <a:gd name="T88" fmla="*/ 60 w 211"/>
                <a:gd name="T89" fmla="*/ 62 h 155"/>
                <a:gd name="T90" fmla="*/ 42 w 211"/>
                <a:gd name="T91" fmla="*/ 66 h 155"/>
                <a:gd name="T92" fmla="*/ 29 w 211"/>
                <a:gd name="T93" fmla="*/ 69 h 155"/>
                <a:gd name="T94" fmla="*/ 16 w 211"/>
                <a:gd name="T95" fmla="*/ 69 h 155"/>
                <a:gd name="T96" fmla="*/ 5 w 211"/>
                <a:gd name="T97" fmla="*/ 91 h 155"/>
                <a:gd name="T98" fmla="*/ 0 w 211"/>
                <a:gd name="T99" fmla="*/ 97 h 155"/>
                <a:gd name="T100" fmla="*/ 5 w 211"/>
                <a:gd name="T101" fmla="*/ 100 h 155"/>
                <a:gd name="T102" fmla="*/ 11 w 211"/>
                <a:gd name="T103" fmla="*/ 113 h 155"/>
                <a:gd name="T104" fmla="*/ 16 w 211"/>
                <a:gd name="T105" fmla="*/ 126 h 155"/>
                <a:gd name="T106" fmla="*/ 27 w 211"/>
                <a:gd name="T107" fmla="*/ 137 h 155"/>
                <a:gd name="T108" fmla="*/ 36 w 211"/>
                <a:gd name="T109" fmla="*/ 151 h 155"/>
                <a:gd name="T110" fmla="*/ 43 w 211"/>
                <a:gd name="T111" fmla="*/ 155 h 155"/>
                <a:gd name="T112" fmla="*/ 49 w 211"/>
                <a:gd name="T113" fmla="*/ 150 h 155"/>
                <a:gd name="T114" fmla="*/ 54 w 211"/>
                <a:gd name="T115" fmla="*/ 144 h 155"/>
                <a:gd name="T116" fmla="*/ 60 w 211"/>
                <a:gd name="T117" fmla="*/ 144 h 155"/>
                <a:gd name="T118" fmla="*/ 72 w 211"/>
                <a:gd name="T119" fmla="*/ 14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1" h="155">
                  <a:moveTo>
                    <a:pt x="72" y="142"/>
                  </a:moveTo>
                  <a:lnTo>
                    <a:pt x="74" y="126"/>
                  </a:lnTo>
                  <a:lnTo>
                    <a:pt x="74" y="126"/>
                  </a:lnTo>
                  <a:lnTo>
                    <a:pt x="78" y="124"/>
                  </a:lnTo>
                  <a:lnTo>
                    <a:pt x="82" y="120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83" y="113"/>
                  </a:lnTo>
                  <a:lnTo>
                    <a:pt x="83" y="111"/>
                  </a:lnTo>
                  <a:lnTo>
                    <a:pt x="87" y="109"/>
                  </a:lnTo>
                  <a:lnTo>
                    <a:pt x="89" y="108"/>
                  </a:lnTo>
                  <a:lnTo>
                    <a:pt x="89" y="108"/>
                  </a:lnTo>
                  <a:lnTo>
                    <a:pt x="94" y="108"/>
                  </a:lnTo>
                  <a:lnTo>
                    <a:pt x="96" y="108"/>
                  </a:lnTo>
                  <a:lnTo>
                    <a:pt x="100" y="109"/>
                  </a:lnTo>
                  <a:lnTo>
                    <a:pt x="100" y="109"/>
                  </a:lnTo>
                  <a:lnTo>
                    <a:pt x="107" y="113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8" y="120"/>
                  </a:lnTo>
                  <a:lnTo>
                    <a:pt x="125" y="120"/>
                  </a:lnTo>
                  <a:lnTo>
                    <a:pt x="125" y="120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45" y="124"/>
                  </a:lnTo>
                  <a:lnTo>
                    <a:pt x="145" y="124"/>
                  </a:lnTo>
                  <a:lnTo>
                    <a:pt x="145" y="119"/>
                  </a:lnTo>
                  <a:lnTo>
                    <a:pt x="145" y="115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51" y="115"/>
                  </a:lnTo>
                  <a:lnTo>
                    <a:pt x="153" y="117"/>
                  </a:lnTo>
                  <a:lnTo>
                    <a:pt x="154" y="119"/>
                  </a:lnTo>
                  <a:lnTo>
                    <a:pt x="158" y="119"/>
                  </a:lnTo>
                  <a:lnTo>
                    <a:pt x="158" y="119"/>
                  </a:lnTo>
                  <a:lnTo>
                    <a:pt x="167" y="117"/>
                  </a:lnTo>
                  <a:lnTo>
                    <a:pt x="167" y="117"/>
                  </a:lnTo>
                  <a:lnTo>
                    <a:pt x="167" y="113"/>
                  </a:lnTo>
                  <a:lnTo>
                    <a:pt x="167" y="111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73" y="111"/>
                  </a:lnTo>
                  <a:lnTo>
                    <a:pt x="173" y="113"/>
                  </a:lnTo>
                  <a:lnTo>
                    <a:pt x="175" y="113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80" y="108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96" y="106"/>
                  </a:lnTo>
                  <a:lnTo>
                    <a:pt x="196" y="106"/>
                  </a:lnTo>
                  <a:lnTo>
                    <a:pt x="200" y="106"/>
                  </a:lnTo>
                  <a:lnTo>
                    <a:pt x="200" y="108"/>
                  </a:lnTo>
                  <a:lnTo>
                    <a:pt x="200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11" y="108"/>
                  </a:lnTo>
                  <a:lnTo>
                    <a:pt x="211" y="108"/>
                  </a:lnTo>
                  <a:lnTo>
                    <a:pt x="211" y="104"/>
                  </a:lnTo>
                  <a:lnTo>
                    <a:pt x="209" y="102"/>
                  </a:lnTo>
                  <a:lnTo>
                    <a:pt x="207" y="100"/>
                  </a:lnTo>
                  <a:lnTo>
                    <a:pt x="207" y="100"/>
                  </a:lnTo>
                  <a:lnTo>
                    <a:pt x="206" y="99"/>
                  </a:lnTo>
                  <a:lnTo>
                    <a:pt x="206" y="97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2" y="84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91" y="78"/>
                  </a:lnTo>
                  <a:lnTo>
                    <a:pt x="189" y="77"/>
                  </a:lnTo>
                  <a:lnTo>
                    <a:pt x="187" y="69"/>
                  </a:lnTo>
                  <a:lnTo>
                    <a:pt x="187" y="69"/>
                  </a:lnTo>
                  <a:lnTo>
                    <a:pt x="185" y="68"/>
                  </a:lnTo>
                  <a:lnTo>
                    <a:pt x="182" y="68"/>
                  </a:lnTo>
                  <a:lnTo>
                    <a:pt x="182" y="68"/>
                  </a:lnTo>
                  <a:lnTo>
                    <a:pt x="176" y="66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1" y="60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4" y="58"/>
                  </a:lnTo>
                  <a:lnTo>
                    <a:pt x="162" y="57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4" y="46"/>
                  </a:lnTo>
                  <a:lnTo>
                    <a:pt x="153" y="42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1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5" y="24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131" y="2"/>
                  </a:lnTo>
                  <a:lnTo>
                    <a:pt x="129" y="6"/>
                  </a:lnTo>
                  <a:lnTo>
                    <a:pt x="129" y="6"/>
                  </a:lnTo>
                  <a:lnTo>
                    <a:pt x="127" y="11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14" y="17"/>
                  </a:lnTo>
                  <a:lnTo>
                    <a:pt x="114" y="17"/>
                  </a:lnTo>
                  <a:lnTo>
                    <a:pt x="113" y="22"/>
                  </a:lnTo>
                  <a:lnTo>
                    <a:pt x="111" y="24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4" y="31"/>
                  </a:lnTo>
                  <a:lnTo>
                    <a:pt x="91" y="33"/>
                  </a:lnTo>
                  <a:lnTo>
                    <a:pt x="85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83" y="42"/>
                  </a:lnTo>
                  <a:lnTo>
                    <a:pt x="85" y="44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0" y="49"/>
                  </a:lnTo>
                  <a:lnTo>
                    <a:pt x="76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67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1" y="64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6" y="64"/>
                  </a:lnTo>
                  <a:lnTo>
                    <a:pt x="34" y="62"/>
                  </a:lnTo>
                  <a:lnTo>
                    <a:pt x="29" y="69"/>
                  </a:lnTo>
                  <a:lnTo>
                    <a:pt x="21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2" y="78"/>
                  </a:lnTo>
                  <a:lnTo>
                    <a:pt x="9" y="86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5" y="100"/>
                  </a:lnTo>
                  <a:lnTo>
                    <a:pt x="7" y="104"/>
                  </a:lnTo>
                  <a:lnTo>
                    <a:pt x="7" y="104"/>
                  </a:lnTo>
                  <a:lnTo>
                    <a:pt x="11" y="113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6" y="126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6" y="151"/>
                  </a:lnTo>
                  <a:lnTo>
                    <a:pt x="42" y="155"/>
                  </a:lnTo>
                  <a:lnTo>
                    <a:pt x="42" y="155"/>
                  </a:lnTo>
                  <a:lnTo>
                    <a:pt x="43" y="155"/>
                  </a:lnTo>
                  <a:lnTo>
                    <a:pt x="47" y="15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46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44"/>
                  </a:lnTo>
                  <a:lnTo>
                    <a:pt x="58" y="144"/>
                  </a:lnTo>
                  <a:lnTo>
                    <a:pt x="60" y="144"/>
                  </a:lnTo>
                  <a:lnTo>
                    <a:pt x="62" y="144"/>
                  </a:lnTo>
                  <a:lnTo>
                    <a:pt x="62" y="144"/>
                  </a:lnTo>
                  <a:lnTo>
                    <a:pt x="72" y="142"/>
                  </a:lnTo>
                  <a:lnTo>
                    <a:pt x="72" y="1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6" name="Freeform 309">
              <a:extLst>
                <a:ext uri="{FF2B5EF4-FFF2-40B4-BE49-F238E27FC236}">
                  <a16:creationId xmlns:a16="http://schemas.microsoft.com/office/drawing/2014/main" id="{A80CBFCB-33B9-4E8E-B28B-9AC30761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6373" y="1507028"/>
              <a:ext cx="2117731" cy="1259071"/>
            </a:xfrm>
            <a:custGeom>
              <a:avLst/>
              <a:gdLst>
                <a:gd name="T0" fmla="*/ 1204 w 1428"/>
                <a:gd name="T1" fmla="*/ 774 h 849"/>
                <a:gd name="T2" fmla="*/ 1291 w 1428"/>
                <a:gd name="T3" fmla="*/ 763 h 849"/>
                <a:gd name="T4" fmla="*/ 1302 w 1428"/>
                <a:gd name="T5" fmla="*/ 734 h 849"/>
                <a:gd name="T6" fmla="*/ 1250 w 1428"/>
                <a:gd name="T7" fmla="*/ 685 h 849"/>
                <a:gd name="T8" fmla="*/ 238 w 1428"/>
                <a:gd name="T9" fmla="*/ 645 h 849"/>
                <a:gd name="T10" fmla="*/ 1319 w 1428"/>
                <a:gd name="T11" fmla="*/ 694 h 849"/>
                <a:gd name="T12" fmla="*/ 1406 w 1428"/>
                <a:gd name="T13" fmla="*/ 719 h 849"/>
                <a:gd name="T14" fmla="*/ 1417 w 1428"/>
                <a:gd name="T15" fmla="*/ 698 h 849"/>
                <a:gd name="T16" fmla="*/ 1353 w 1428"/>
                <a:gd name="T17" fmla="*/ 650 h 849"/>
                <a:gd name="T18" fmla="*/ 1229 w 1428"/>
                <a:gd name="T19" fmla="*/ 575 h 849"/>
                <a:gd name="T20" fmla="*/ 668 w 1428"/>
                <a:gd name="T21" fmla="*/ 614 h 849"/>
                <a:gd name="T22" fmla="*/ 654 w 1428"/>
                <a:gd name="T23" fmla="*/ 614 h 849"/>
                <a:gd name="T24" fmla="*/ 154 w 1428"/>
                <a:gd name="T25" fmla="*/ 575 h 849"/>
                <a:gd name="T26" fmla="*/ 703 w 1428"/>
                <a:gd name="T27" fmla="*/ 619 h 849"/>
                <a:gd name="T28" fmla="*/ 980 w 1428"/>
                <a:gd name="T29" fmla="*/ 506 h 849"/>
                <a:gd name="T30" fmla="*/ 984 w 1428"/>
                <a:gd name="T31" fmla="*/ 501 h 849"/>
                <a:gd name="T32" fmla="*/ 490 w 1428"/>
                <a:gd name="T33" fmla="*/ 450 h 849"/>
                <a:gd name="T34" fmla="*/ 907 w 1428"/>
                <a:gd name="T35" fmla="*/ 344 h 849"/>
                <a:gd name="T36" fmla="*/ 497 w 1428"/>
                <a:gd name="T37" fmla="*/ 331 h 849"/>
                <a:gd name="T38" fmla="*/ 426 w 1428"/>
                <a:gd name="T39" fmla="*/ 351 h 849"/>
                <a:gd name="T40" fmla="*/ 366 w 1428"/>
                <a:gd name="T41" fmla="*/ 279 h 849"/>
                <a:gd name="T42" fmla="*/ 953 w 1428"/>
                <a:gd name="T43" fmla="*/ 310 h 849"/>
                <a:gd name="T44" fmla="*/ 340 w 1428"/>
                <a:gd name="T45" fmla="*/ 220 h 849"/>
                <a:gd name="T46" fmla="*/ 324 w 1428"/>
                <a:gd name="T47" fmla="*/ 286 h 849"/>
                <a:gd name="T48" fmla="*/ 282 w 1428"/>
                <a:gd name="T49" fmla="*/ 237 h 849"/>
                <a:gd name="T50" fmla="*/ 898 w 1428"/>
                <a:gd name="T51" fmla="*/ 716 h 849"/>
                <a:gd name="T52" fmla="*/ 942 w 1428"/>
                <a:gd name="T53" fmla="*/ 825 h 849"/>
                <a:gd name="T54" fmla="*/ 1035 w 1428"/>
                <a:gd name="T55" fmla="*/ 801 h 849"/>
                <a:gd name="T56" fmla="*/ 1178 w 1428"/>
                <a:gd name="T57" fmla="*/ 767 h 849"/>
                <a:gd name="T58" fmla="*/ 1204 w 1428"/>
                <a:gd name="T59" fmla="*/ 792 h 849"/>
                <a:gd name="T60" fmla="*/ 1240 w 1428"/>
                <a:gd name="T61" fmla="*/ 765 h 849"/>
                <a:gd name="T62" fmla="*/ 1219 w 1428"/>
                <a:gd name="T63" fmla="*/ 712 h 849"/>
                <a:gd name="T64" fmla="*/ 1162 w 1428"/>
                <a:gd name="T65" fmla="*/ 690 h 849"/>
                <a:gd name="T66" fmla="*/ 1306 w 1428"/>
                <a:gd name="T67" fmla="*/ 643 h 849"/>
                <a:gd name="T68" fmla="*/ 1321 w 1428"/>
                <a:gd name="T69" fmla="*/ 566 h 849"/>
                <a:gd name="T70" fmla="*/ 1262 w 1428"/>
                <a:gd name="T71" fmla="*/ 499 h 849"/>
                <a:gd name="T72" fmla="*/ 1202 w 1428"/>
                <a:gd name="T73" fmla="*/ 428 h 849"/>
                <a:gd name="T74" fmla="*/ 1133 w 1428"/>
                <a:gd name="T75" fmla="*/ 377 h 849"/>
                <a:gd name="T76" fmla="*/ 1005 w 1428"/>
                <a:gd name="T77" fmla="*/ 384 h 849"/>
                <a:gd name="T78" fmla="*/ 1035 w 1428"/>
                <a:gd name="T79" fmla="*/ 514 h 849"/>
                <a:gd name="T80" fmla="*/ 942 w 1428"/>
                <a:gd name="T81" fmla="*/ 550 h 849"/>
                <a:gd name="T82" fmla="*/ 738 w 1428"/>
                <a:gd name="T83" fmla="*/ 426 h 849"/>
                <a:gd name="T84" fmla="*/ 799 w 1428"/>
                <a:gd name="T85" fmla="*/ 342 h 849"/>
                <a:gd name="T86" fmla="*/ 825 w 1428"/>
                <a:gd name="T87" fmla="*/ 264 h 849"/>
                <a:gd name="T88" fmla="*/ 969 w 1428"/>
                <a:gd name="T89" fmla="*/ 220 h 849"/>
                <a:gd name="T90" fmla="*/ 896 w 1428"/>
                <a:gd name="T91" fmla="*/ 171 h 849"/>
                <a:gd name="T92" fmla="*/ 818 w 1428"/>
                <a:gd name="T93" fmla="*/ 186 h 849"/>
                <a:gd name="T94" fmla="*/ 768 w 1428"/>
                <a:gd name="T95" fmla="*/ 93 h 849"/>
                <a:gd name="T96" fmla="*/ 730 w 1428"/>
                <a:gd name="T97" fmla="*/ 27 h 849"/>
                <a:gd name="T98" fmla="*/ 734 w 1428"/>
                <a:gd name="T99" fmla="*/ 133 h 849"/>
                <a:gd name="T100" fmla="*/ 719 w 1428"/>
                <a:gd name="T101" fmla="*/ 220 h 849"/>
                <a:gd name="T102" fmla="*/ 590 w 1428"/>
                <a:gd name="T103" fmla="*/ 186 h 849"/>
                <a:gd name="T104" fmla="*/ 526 w 1428"/>
                <a:gd name="T105" fmla="*/ 228 h 849"/>
                <a:gd name="T106" fmla="*/ 430 w 1428"/>
                <a:gd name="T107" fmla="*/ 175 h 849"/>
                <a:gd name="T108" fmla="*/ 242 w 1428"/>
                <a:gd name="T109" fmla="*/ 129 h 849"/>
                <a:gd name="T110" fmla="*/ 149 w 1428"/>
                <a:gd name="T111" fmla="*/ 142 h 849"/>
                <a:gd name="T112" fmla="*/ 89 w 1428"/>
                <a:gd name="T113" fmla="*/ 155 h 849"/>
                <a:gd name="T114" fmla="*/ 40 w 1428"/>
                <a:gd name="T115" fmla="*/ 397 h 849"/>
                <a:gd name="T116" fmla="*/ 171 w 1428"/>
                <a:gd name="T117" fmla="*/ 495 h 849"/>
                <a:gd name="T118" fmla="*/ 194 w 1428"/>
                <a:gd name="T119" fmla="*/ 596 h 849"/>
                <a:gd name="T120" fmla="*/ 255 w 1428"/>
                <a:gd name="T121" fmla="*/ 674 h 849"/>
                <a:gd name="T122" fmla="*/ 300 w 1428"/>
                <a:gd name="T123" fmla="*/ 668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8" h="849">
                  <a:moveTo>
                    <a:pt x="555" y="171"/>
                  </a:moveTo>
                  <a:lnTo>
                    <a:pt x="555" y="171"/>
                  </a:lnTo>
                  <a:lnTo>
                    <a:pt x="561" y="177"/>
                  </a:lnTo>
                  <a:lnTo>
                    <a:pt x="563" y="178"/>
                  </a:lnTo>
                  <a:lnTo>
                    <a:pt x="561" y="180"/>
                  </a:lnTo>
                  <a:lnTo>
                    <a:pt x="555" y="178"/>
                  </a:lnTo>
                  <a:lnTo>
                    <a:pt x="555" y="178"/>
                  </a:lnTo>
                  <a:lnTo>
                    <a:pt x="553" y="175"/>
                  </a:lnTo>
                  <a:lnTo>
                    <a:pt x="553" y="171"/>
                  </a:lnTo>
                  <a:lnTo>
                    <a:pt x="555" y="171"/>
                  </a:lnTo>
                  <a:lnTo>
                    <a:pt x="555" y="171"/>
                  </a:lnTo>
                  <a:close/>
                  <a:moveTo>
                    <a:pt x="745" y="47"/>
                  </a:moveTo>
                  <a:lnTo>
                    <a:pt x="745" y="47"/>
                  </a:lnTo>
                  <a:lnTo>
                    <a:pt x="748" y="47"/>
                  </a:lnTo>
                  <a:lnTo>
                    <a:pt x="748" y="49"/>
                  </a:lnTo>
                  <a:lnTo>
                    <a:pt x="747" y="51"/>
                  </a:lnTo>
                  <a:lnTo>
                    <a:pt x="747" y="51"/>
                  </a:lnTo>
                  <a:lnTo>
                    <a:pt x="741" y="49"/>
                  </a:lnTo>
                  <a:lnTo>
                    <a:pt x="741" y="47"/>
                  </a:lnTo>
                  <a:lnTo>
                    <a:pt x="745" y="47"/>
                  </a:lnTo>
                  <a:lnTo>
                    <a:pt x="745" y="47"/>
                  </a:lnTo>
                  <a:close/>
                  <a:moveTo>
                    <a:pt x="1392" y="714"/>
                  </a:moveTo>
                  <a:lnTo>
                    <a:pt x="1392" y="714"/>
                  </a:lnTo>
                  <a:lnTo>
                    <a:pt x="1392" y="718"/>
                  </a:lnTo>
                  <a:lnTo>
                    <a:pt x="1390" y="721"/>
                  </a:lnTo>
                  <a:lnTo>
                    <a:pt x="1390" y="721"/>
                  </a:lnTo>
                  <a:lnTo>
                    <a:pt x="1388" y="721"/>
                  </a:lnTo>
                  <a:lnTo>
                    <a:pt x="1388" y="719"/>
                  </a:lnTo>
                  <a:lnTo>
                    <a:pt x="1392" y="714"/>
                  </a:lnTo>
                  <a:lnTo>
                    <a:pt x="1392" y="714"/>
                  </a:lnTo>
                  <a:close/>
                  <a:moveTo>
                    <a:pt x="991" y="792"/>
                  </a:moveTo>
                  <a:lnTo>
                    <a:pt x="991" y="792"/>
                  </a:lnTo>
                  <a:lnTo>
                    <a:pt x="991" y="800"/>
                  </a:lnTo>
                  <a:lnTo>
                    <a:pt x="991" y="800"/>
                  </a:lnTo>
                  <a:lnTo>
                    <a:pt x="987" y="800"/>
                  </a:lnTo>
                  <a:lnTo>
                    <a:pt x="987" y="798"/>
                  </a:lnTo>
                  <a:lnTo>
                    <a:pt x="987" y="794"/>
                  </a:lnTo>
                  <a:lnTo>
                    <a:pt x="991" y="792"/>
                  </a:lnTo>
                  <a:lnTo>
                    <a:pt x="991" y="792"/>
                  </a:lnTo>
                  <a:close/>
                  <a:moveTo>
                    <a:pt x="954" y="778"/>
                  </a:moveTo>
                  <a:lnTo>
                    <a:pt x="956" y="783"/>
                  </a:lnTo>
                  <a:lnTo>
                    <a:pt x="956" y="783"/>
                  </a:lnTo>
                  <a:lnTo>
                    <a:pt x="956" y="778"/>
                  </a:lnTo>
                  <a:lnTo>
                    <a:pt x="956" y="778"/>
                  </a:lnTo>
                  <a:lnTo>
                    <a:pt x="954" y="778"/>
                  </a:lnTo>
                  <a:lnTo>
                    <a:pt x="954" y="778"/>
                  </a:lnTo>
                  <a:close/>
                  <a:moveTo>
                    <a:pt x="1204" y="770"/>
                  </a:moveTo>
                  <a:lnTo>
                    <a:pt x="1204" y="770"/>
                  </a:lnTo>
                  <a:lnTo>
                    <a:pt x="1204" y="772"/>
                  </a:lnTo>
                  <a:lnTo>
                    <a:pt x="1204" y="774"/>
                  </a:lnTo>
                  <a:lnTo>
                    <a:pt x="1202" y="776"/>
                  </a:lnTo>
                  <a:lnTo>
                    <a:pt x="1202" y="776"/>
                  </a:lnTo>
                  <a:lnTo>
                    <a:pt x="1200" y="770"/>
                  </a:lnTo>
                  <a:lnTo>
                    <a:pt x="1202" y="770"/>
                  </a:lnTo>
                  <a:lnTo>
                    <a:pt x="1204" y="770"/>
                  </a:lnTo>
                  <a:lnTo>
                    <a:pt x="1204" y="770"/>
                  </a:lnTo>
                  <a:close/>
                  <a:moveTo>
                    <a:pt x="1071" y="770"/>
                  </a:moveTo>
                  <a:lnTo>
                    <a:pt x="1071" y="770"/>
                  </a:lnTo>
                  <a:lnTo>
                    <a:pt x="1075" y="772"/>
                  </a:lnTo>
                  <a:lnTo>
                    <a:pt x="1078" y="774"/>
                  </a:lnTo>
                  <a:lnTo>
                    <a:pt x="1076" y="778"/>
                  </a:lnTo>
                  <a:lnTo>
                    <a:pt x="1071" y="778"/>
                  </a:lnTo>
                  <a:lnTo>
                    <a:pt x="1071" y="778"/>
                  </a:lnTo>
                  <a:lnTo>
                    <a:pt x="1069" y="774"/>
                  </a:lnTo>
                  <a:lnTo>
                    <a:pt x="1069" y="770"/>
                  </a:lnTo>
                  <a:lnTo>
                    <a:pt x="1071" y="770"/>
                  </a:lnTo>
                  <a:lnTo>
                    <a:pt x="1071" y="770"/>
                  </a:lnTo>
                  <a:close/>
                  <a:moveTo>
                    <a:pt x="931" y="763"/>
                  </a:moveTo>
                  <a:lnTo>
                    <a:pt x="931" y="763"/>
                  </a:lnTo>
                  <a:lnTo>
                    <a:pt x="936" y="767"/>
                  </a:lnTo>
                  <a:lnTo>
                    <a:pt x="942" y="770"/>
                  </a:lnTo>
                  <a:lnTo>
                    <a:pt x="942" y="77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1" y="769"/>
                  </a:lnTo>
                  <a:lnTo>
                    <a:pt x="947" y="765"/>
                  </a:lnTo>
                  <a:lnTo>
                    <a:pt x="942" y="763"/>
                  </a:lnTo>
                  <a:lnTo>
                    <a:pt x="942" y="763"/>
                  </a:lnTo>
                  <a:lnTo>
                    <a:pt x="936" y="763"/>
                  </a:lnTo>
                  <a:lnTo>
                    <a:pt x="931" y="763"/>
                  </a:lnTo>
                  <a:lnTo>
                    <a:pt x="931" y="763"/>
                  </a:lnTo>
                  <a:close/>
                  <a:moveTo>
                    <a:pt x="1302" y="752"/>
                  </a:moveTo>
                  <a:lnTo>
                    <a:pt x="1302" y="752"/>
                  </a:lnTo>
                  <a:lnTo>
                    <a:pt x="1304" y="754"/>
                  </a:lnTo>
                  <a:lnTo>
                    <a:pt x="1306" y="758"/>
                  </a:lnTo>
                  <a:lnTo>
                    <a:pt x="1304" y="759"/>
                  </a:lnTo>
                  <a:lnTo>
                    <a:pt x="1302" y="759"/>
                  </a:lnTo>
                  <a:lnTo>
                    <a:pt x="1302" y="759"/>
                  </a:lnTo>
                  <a:lnTo>
                    <a:pt x="1304" y="759"/>
                  </a:lnTo>
                  <a:lnTo>
                    <a:pt x="1306" y="761"/>
                  </a:lnTo>
                  <a:lnTo>
                    <a:pt x="1306" y="763"/>
                  </a:lnTo>
                  <a:lnTo>
                    <a:pt x="1302" y="763"/>
                  </a:lnTo>
                  <a:lnTo>
                    <a:pt x="1299" y="770"/>
                  </a:lnTo>
                  <a:lnTo>
                    <a:pt x="1299" y="770"/>
                  </a:lnTo>
                  <a:lnTo>
                    <a:pt x="1286" y="772"/>
                  </a:lnTo>
                  <a:lnTo>
                    <a:pt x="1282" y="772"/>
                  </a:lnTo>
                  <a:lnTo>
                    <a:pt x="1290" y="767"/>
                  </a:lnTo>
                  <a:lnTo>
                    <a:pt x="1290" y="767"/>
                  </a:lnTo>
                  <a:lnTo>
                    <a:pt x="1291" y="767"/>
                  </a:lnTo>
                  <a:lnTo>
                    <a:pt x="1291" y="763"/>
                  </a:lnTo>
                  <a:lnTo>
                    <a:pt x="1291" y="758"/>
                  </a:lnTo>
                  <a:lnTo>
                    <a:pt x="1291" y="758"/>
                  </a:lnTo>
                  <a:lnTo>
                    <a:pt x="1297" y="756"/>
                  </a:lnTo>
                  <a:lnTo>
                    <a:pt x="1302" y="752"/>
                  </a:lnTo>
                  <a:lnTo>
                    <a:pt x="1302" y="752"/>
                  </a:lnTo>
                  <a:close/>
                  <a:moveTo>
                    <a:pt x="978" y="745"/>
                  </a:moveTo>
                  <a:lnTo>
                    <a:pt x="978" y="745"/>
                  </a:lnTo>
                  <a:lnTo>
                    <a:pt x="982" y="747"/>
                  </a:lnTo>
                  <a:lnTo>
                    <a:pt x="984" y="749"/>
                  </a:lnTo>
                  <a:lnTo>
                    <a:pt x="982" y="752"/>
                  </a:lnTo>
                  <a:lnTo>
                    <a:pt x="982" y="752"/>
                  </a:lnTo>
                  <a:lnTo>
                    <a:pt x="973" y="750"/>
                  </a:lnTo>
                  <a:lnTo>
                    <a:pt x="971" y="750"/>
                  </a:lnTo>
                  <a:lnTo>
                    <a:pt x="974" y="749"/>
                  </a:lnTo>
                  <a:lnTo>
                    <a:pt x="974" y="749"/>
                  </a:lnTo>
                  <a:lnTo>
                    <a:pt x="976" y="747"/>
                  </a:lnTo>
                  <a:lnTo>
                    <a:pt x="978" y="745"/>
                  </a:lnTo>
                  <a:lnTo>
                    <a:pt x="978" y="745"/>
                  </a:lnTo>
                  <a:close/>
                  <a:moveTo>
                    <a:pt x="1233" y="736"/>
                  </a:moveTo>
                  <a:lnTo>
                    <a:pt x="1233" y="741"/>
                  </a:lnTo>
                  <a:lnTo>
                    <a:pt x="1233" y="741"/>
                  </a:lnTo>
                  <a:lnTo>
                    <a:pt x="1231" y="739"/>
                  </a:lnTo>
                  <a:lnTo>
                    <a:pt x="1231" y="741"/>
                  </a:lnTo>
                  <a:lnTo>
                    <a:pt x="1231" y="743"/>
                  </a:lnTo>
                  <a:lnTo>
                    <a:pt x="1231" y="743"/>
                  </a:lnTo>
                  <a:lnTo>
                    <a:pt x="1228" y="743"/>
                  </a:lnTo>
                  <a:lnTo>
                    <a:pt x="1229" y="745"/>
                  </a:lnTo>
                  <a:lnTo>
                    <a:pt x="1233" y="750"/>
                  </a:lnTo>
                  <a:lnTo>
                    <a:pt x="1235" y="752"/>
                  </a:lnTo>
                  <a:lnTo>
                    <a:pt x="1235" y="752"/>
                  </a:lnTo>
                  <a:lnTo>
                    <a:pt x="1240" y="754"/>
                  </a:lnTo>
                  <a:lnTo>
                    <a:pt x="1246" y="754"/>
                  </a:lnTo>
                  <a:lnTo>
                    <a:pt x="1251" y="752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5" y="759"/>
                  </a:lnTo>
                  <a:lnTo>
                    <a:pt x="1255" y="759"/>
                  </a:lnTo>
                  <a:lnTo>
                    <a:pt x="1259" y="759"/>
                  </a:lnTo>
                  <a:lnTo>
                    <a:pt x="1262" y="759"/>
                  </a:lnTo>
                  <a:lnTo>
                    <a:pt x="1262" y="759"/>
                  </a:lnTo>
                  <a:lnTo>
                    <a:pt x="1260" y="756"/>
                  </a:lnTo>
                  <a:lnTo>
                    <a:pt x="1260" y="750"/>
                  </a:lnTo>
                  <a:lnTo>
                    <a:pt x="1260" y="750"/>
                  </a:lnTo>
                  <a:lnTo>
                    <a:pt x="1248" y="750"/>
                  </a:lnTo>
                  <a:lnTo>
                    <a:pt x="1240" y="749"/>
                  </a:lnTo>
                  <a:lnTo>
                    <a:pt x="1237" y="747"/>
                  </a:lnTo>
                  <a:lnTo>
                    <a:pt x="1235" y="745"/>
                  </a:lnTo>
                  <a:lnTo>
                    <a:pt x="1233" y="736"/>
                  </a:lnTo>
                  <a:lnTo>
                    <a:pt x="1233" y="736"/>
                  </a:lnTo>
                  <a:close/>
                  <a:moveTo>
                    <a:pt x="1302" y="734"/>
                  </a:moveTo>
                  <a:lnTo>
                    <a:pt x="1297" y="738"/>
                  </a:lnTo>
                  <a:lnTo>
                    <a:pt x="1297" y="738"/>
                  </a:lnTo>
                  <a:lnTo>
                    <a:pt x="1293" y="739"/>
                  </a:lnTo>
                  <a:lnTo>
                    <a:pt x="1291" y="738"/>
                  </a:lnTo>
                  <a:lnTo>
                    <a:pt x="1286" y="736"/>
                  </a:lnTo>
                  <a:lnTo>
                    <a:pt x="1286" y="736"/>
                  </a:lnTo>
                  <a:lnTo>
                    <a:pt x="1281" y="750"/>
                  </a:lnTo>
                  <a:lnTo>
                    <a:pt x="1275" y="770"/>
                  </a:lnTo>
                  <a:lnTo>
                    <a:pt x="1284" y="772"/>
                  </a:lnTo>
                  <a:lnTo>
                    <a:pt x="1284" y="772"/>
                  </a:lnTo>
                  <a:lnTo>
                    <a:pt x="1282" y="767"/>
                  </a:lnTo>
                  <a:lnTo>
                    <a:pt x="1282" y="765"/>
                  </a:lnTo>
                  <a:lnTo>
                    <a:pt x="1282" y="759"/>
                  </a:lnTo>
                  <a:lnTo>
                    <a:pt x="1282" y="759"/>
                  </a:lnTo>
                  <a:lnTo>
                    <a:pt x="1286" y="758"/>
                  </a:lnTo>
                  <a:lnTo>
                    <a:pt x="1290" y="756"/>
                  </a:lnTo>
                  <a:lnTo>
                    <a:pt x="1290" y="756"/>
                  </a:lnTo>
                  <a:lnTo>
                    <a:pt x="1288" y="750"/>
                  </a:lnTo>
                  <a:lnTo>
                    <a:pt x="1288" y="747"/>
                  </a:lnTo>
                  <a:lnTo>
                    <a:pt x="1290" y="743"/>
                  </a:lnTo>
                  <a:lnTo>
                    <a:pt x="1290" y="743"/>
                  </a:lnTo>
                  <a:lnTo>
                    <a:pt x="1299" y="738"/>
                  </a:lnTo>
                  <a:lnTo>
                    <a:pt x="1304" y="734"/>
                  </a:lnTo>
                  <a:lnTo>
                    <a:pt x="1304" y="734"/>
                  </a:lnTo>
                  <a:lnTo>
                    <a:pt x="1302" y="734"/>
                  </a:lnTo>
                  <a:lnTo>
                    <a:pt x="1302" y="734"/>
                  </a:lnTo>
                  <a:close/>
                  <a:moveTo>
                    <a:pt x="1368" y="730"/>
                  </a:moveTo>
                  <a:lnTo>
                    <a:pt x="1368" y="730"/>
                  </a:lnTo>
                  <a:lnTo>
                    <a:pt x="1370" y="741"/>
                  </a:lnTo>
                  <a:lnTo>
                    <a:pt x="1370" y="741"/>
                  </a:lnTo>
                  <a:lnTo>
                    <a:pt x="1372" y="739"/>
                  </a:lnTo>
                  <a:lnTo>
                    <a:pt x="1373" y="738"/>
                  </a:lnTo>
                  <a:lnTo>
                    <a:pt x="1372" y="734"/>
                  </a:lnTo>
                  <a:lnTo>
                    <a:pt x="1368" y="730"/>
                  </a:lnTo>
                  <a:lnTo>
                    <a:pt x="1368" y="730"/>
                  </a:lnTo>
                  <a:close/>
                  <a:moveTo>
                    <a:pt x="1271" y="716"/>
                  </a:moveTo>
                  <a:lnTo>
                    <a:pt x="1271" y="716"/>
                  </a:lnTo>
                  <a:lnTo>
                    <a:pt x="1270" y="721"/>
                  </a:lnTo>
                  <a:lnTo>
                    <a:pt x="1268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3" y="719"/>
                  </a:lnTo>
                  <a:lnTo>
                    <a:pt x="1273" y="716"/>
                  </a:lnTo>
                  <a:lnTo>
                    <a:pt x="1271" y="716"/>
                  </a:lnTo>
                  <a:lnTo>
                    <a:pt x="1271" y="716"/>
                  </a:lnTo>
                  <a:close/>
                  <a:moveTo>
                    <a:pt x="1226" y="665"/>
                  </a:moveTo>
                  <a:lnTo>
                    <a:pt x="1226" y="670"/>
                  </a:lnTo>
                  <a:lnTo>
                    <a:pt x="1226" y="670"/>
                  </a:lnTo>
                  <a:lnTo>
                    <a:pt x="1242" y="679"/>
                  </a:lnTo>
                  <a:lnTo>
                    <a:pt x="1250" y="685"/>
                  </a:lnTo>
                  <a:lnTo>
                    <a:pt x="1260" y="687"/>
                  </a:lnTo>
                  <a:lnTo>
                    <a:pt x="1260" y="687"/>
                  </a:lnTo>
                  <a:lnTo>
                    <a:pt x="1266" y="688"/>
                  </a:lnTo>
                  <a:lnTo>
                    <a:pt x="1268" y="688"/>
                  </a:lnTo>
                  <a:lnTo>
                    <a:pt x="1264" y="685"/>
                  </a:lnTo>
                  <a:lnTo>
                    <a:pt x="1264" y="685"/>
                  </a:lnTo>
                  <a:lnTo>
                    <a:pt x="1255" y="678"/>
                  </a:lnTo>
                  <a:lnTo>
                    <a:pt x="1248" y="672"/>
                  </a:lnTo>
                  <a:lnTo>
                    <a:pt x="1239" y="668"/>
                  </a:lnTo>
                  <a:lnTo>
                    <a:pt x="1226" y="665"/>
                  </a:lnTo>
                  <a:lnTo>
                    <a:pt x="1226" y="665"/>
                  </a:lnTo>
                  <a:close/>
                  <a:moveTo>
                    <a:pt x="280" y="665"/>
                  </a:moveTo>
                  <a:lnTo>
                    <a:pt x="280" y="665"/>
                  </a:lnTo>
                  <a:lnTo>
                    <a:pt x="282" y="672"/>
                  </a:lnTo>
                  <a:lnTo>
                    <a:pt x="282" y="672"/>
                  </a:lnTo>
                  <a:lnTo>
                    <a:pt x="286" y="676"/>
                  </a:lnTo>
                  <a:lnTo>
                    <a:pt x="286" y="674"/>
                  </a:lnTo>
                  <a:lnTo>
                    <a:pt x="280" y="665"/>
                  </a:lnTo>
                  <a:lnTo>
                    <a:pt x="280" y="665"/>
                  </a:lnTo>
                  <a:close/>
                  <a:moveTo>
                    <a:pt x="845" y="652"/>
                  </a:moveTo>
                  <a:lnTo>
                    <a:pt x="845" y="652"/>
                  </a:lnTo>
                  <a:lnTo>
                    <a:pt x="856" y="665"/>
                  </a:lnTo>
                  <a:lnTo>
                    <a:pt x="858" y="667"/>
                  </a:lnTo>
                  <a:lnTo>
                    <a:pt x="858" y="670"/>
                  </a:lnTo>
                  <a:lnTo>
                    <a:pt x="856" y="672"/>
                  </a:lnTo>
                  <a:lnTo>
                    <a:pt x="852" y="672"/>
                  </a:lnTo>
                  <a:lnTo>
                    <a:pt x="852" y="672"/>
                  </a:lnTo>
                  <a:lnTo>
                    <a:pt x="847" y="672"/>
                  </a:lnTo>
                  <a:lnTo>
                    <a:pt x="843" y="670"/>
                  </a:lnTo>
                  <a:lnTo>
                    <a:pt x="845" y="667"/>
                  </a:lnTo>
                  <a:lnTo>
                    <a:pt x="845" y="667"/>
                  </a:lnTo>
                  <a:lnTo>
                    <a:pt x="843" y="667"/>
                  </a:lnTo>
                  <a:lnTo>
                    <a:pt x="841" y="668"/>
                  </a:lnTo>
                  <a:lnTo>
                    <a:pt x="840" y="668"/>
                  </a:lnTo>
                  <a:lnTo>
                    <a:pt x="838" y="667"/>
                  </a:lnTo>
                  <a:lnTo>
                    <a:pt x="838" y="667"/>
                  </a:lnTo>
                  <a:lnTo>
                    <a:pt x="838" y="661"/>
                  </a:lnTo>
                  <a:lnTo>
                    <a:pt x="840" y="656"/>
                  </a:lnTo>
                  <a:lnTo>
                    <a:pt x="845" y="652"/>
                  </a:lnTo>
                  <a:close/>
                  <a:moveTo>
                    <a:pt x="238" y="645"/>
                  </a:moveTo>
                  <a:lnTo>
                    <a:pt x="247" y="645"/>
                  </a:lnTo>
                  <a:lnTo>
                    <a:pt x="246" y="652"/>
                  </a:lnTo>
                  <a:lnTo>
                    <a:pt x="246" y="652"/>
                  </a:lnTo>
                  <a:lnTo>
                    <a:pt x="231" y="652"/>
                  </a:lnTo>
                  <a:lnTo>
                    <a:pt x="231" y="652"/>
                  </a:lnTo>
                  <a:lnTo>
                    <a:pt x="229" y="65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38" y="645"/>
                  </a:lnTo>
                  <a:lnTo>
                    <a:pt x="238" y="645"/>
                  </a:lnTo>
                  <a:close/>
                  <a:moveTo>
                    <a:pt x="1098" y="630"/>
                  </a:moveTo>
                  <a:lnTo>
                    <a:pt x="1098" y="630"/>
                  </a:lnTo>
                  <a:lnTo>
                    <a:pt x="1102" y="630"/>
                  </a:lnTo>
                  <a:lnTo>
                    <a:pt x="1100" y="630"/>
                  </a:lnTo>
                  <a:lnTo>
                    <a:pt x="1100" y="632"/>
                  </a:lnTo>
                  <a:lnTo>
                    <a:pt x="1100" y="634"/>
                  </a:lnTo>
                  <a:lnTo>
                    <a:pt x="1100" y="634"/>
                  </a:lnTo>
                  <a:lnTo>
                    <a:pt x="1095" y="643"/>
                  </a:lnTo>
                  <a:lnTo>
                    <a:pt x="1091" y="647"/>
                  </a:lnTo>
                  <a:lnTo>
                    <a:pt x="1086" y="650"/>
                  </a:lnTo>
                  <a:lnTo>
                    <a:pt x="1086" y="650"/>
                  </a:lnTo>
                  <a:lnTo>
                    <a:pt x="1082" y="652"/>
                  </a:lnTo>
                  <a:lnTo>
                    <a:pt x="1080" y="650"/>
                  </a:lnTo>
                  <a:lnTo>
                    <a:pt x="1084" y="643"/>
                  </a:lnTo>
                  <a:lnTo>
                    <a:pt x="1093" y="636"/>
                  </a:lnTo>
                  <a:lnTo>
                    <a:pt x="1098" y="630"/>
                  </a:lnTo>
                  <a:lnTo>
                    <a:pt x="1098" y="630"/>
                  </a:lnTo>
                  <a:close/>
                  <a:moveTo>
                    <a:pt x="1357" y="621"/>
                  </a:moveTo>
                  <a:lnTo>
                    <a:pt x="1357" y="621"/>
                  </a:lnTo>
                  <a:lnTo>
                    <a:pt x="1353" y="625"/>
                  </a:lnTo>
                  <a:lnTo>
                    <a:pt x="1350" y="630"/>
                  </a:lnTo>
                  <a:lnTo>
                    <a:pt x="1348" y="636"/>
                  </a:lnTo>
                  <a:lnTo>
                    <a:pt x="1348" y="636"/>
                  </a:lnTo>
                  <a:lnTo>
                    <a:pt x="1341" y="636"/>
                  </a:lnTo>
                  <a:lnTo>
                    <a:pt x="1341" y="636"/>
                  </a:lnTo>
                  <a:lnTo>
                    <a:pt x="1341" y="641"/>
                  </a:lnTo>
                  <a:lnTo>
                    <a:pt x="1341" y="648"/>
                  </a:lnTo>
                  <a:lnTo>
                    <a:pt x="1341" y="648"/>
                  </a:lnTo>
                  <a:lnTo>
                    <a:pt x="1339" y="657"/>
                  </a:lnTo>
                  <a:lnTo>
                    <a:pt x="1335" y="665"/>
                  </a:lnTo>
                  <a:lnTo>
                    <a:pt x="1328" y="679"/>
                  </a:lnTo>
                  <a:lnTo>
                    <a:pt x="1328" y="679"/>
                  </a:lnTo>
                  <a:lnTo>
                    <a:pt x="1335" y="679"/>
                  </a:lnTo>
                  <a:lnTo>
                    <a:pt x="1335" y="679"/>
                  </a:lnTo>
                  <a:lnTo>
                    <a:pt x="1335" y="683"/>
                  </a:lnTo>
                  <a:lnTo>
                    <a:pt x="1335" y="685"/>
                  </a:lnTo>
                  <a:lnTo>
                    <a:pt x="1333" y="685"/>
                  </a:lnTo>
                  <a:lnTo>
                    <a:pt x="1333" y="690"/>
                  </a:lnTo>
                  <a:lnTo>
                    <a:pt x="1333" y="690"/>
                  </a:lnTo>
                  <a:lnTo>
                    <a:pt x="1332" y="688"/>
                  </a:lnTo>
                  <a:lnTo>
                    <a:pt x="1330" y="687"/>
                  </a:lnTo>
                  <a:lnTo>
                    <a:pt x="1328" y="685"/>
                  </a:lnTo>
                  <a:lnTo>
                    <a:pt x="1324" y="685"/>
                  </a:lnTo>
                  <a:lnTo>
                    <a:pt x="1324" y="687"/>
                  </a:lnTo>
                  <a:lnTo>
                    <a:pt x="1322" y="694"/>
                  </a:lnTo>
                  <a:lnTo>
                    <a:pt x="1322" y="694"/>
                  </a:lnTo>
                  <a:lnTo>
                    <a:pt x="1321" y="692"/>
                  </a:lnTo>
                  <a:lnTo>
                    <a:pt x="1319" y="692"/>
                  </a:lnTo>
                  <a:lnTo>
                    <a:pt x="1319" y="692"/>
                  </a:lnTo>
                  <a:lnTo>
                    <a:pt x="1319" y="694"/>
                  </a:lnTo>
                  <a:lnTo>
                    <a:pt x="1319" y="694"/>
                  </a:lnTo>
                  <a:lnTo>
                    <a:pt x="1317" y="694"/>
                  </a:lnTo>
                  <a:lnTo>
                    <a:pt x="1321" y="699"/>
                  </a:lnTo>
                  <a:lnTo>
                    <a:pt x="1321" y="699"/>
                  </a:lnTo>
                  <a:lnTo>
                    <a:pt x="1311" y="712"/>
                  </a:lnTo>
                  <a:lnTo>
                    <a:pt x="1310" y="714"/>
                  </a:lnTo>
                  <a:lnTo>
                    <a:pt x="1310" y="718"/>
                  </a:lnTo>
                  <a:lnTo>
                    <a:pt x="1310" y="719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9" y="719"/>
                  </a:lnTo>
                  <a:lnTo>
                    <a:pt x="1321" y="716"/>
                  </a:lnTo>
                  <a:lnTo>
                    <a:pt x="1321" y="716"/>
                  </a:lnTo>
                  <a:lnTo>
                    <a:pt x="1328" y="716"/>
                  </a:lnTo>
                  <a:lnTo>
                    <a:pt x="1335" y="718"/>
                  </a:lnTo>
                  <a:lnTo>
                    <a:pt x="1348" y="719"/>
                  </a:lnTo>
                  <a:lnTo>
                    <a:pt x="1348" y="719"/>
                  </a:lnTo>
                  <a:lnTo>
                    <a:pt x="1352" y="718"/>
                  </a:lnTo>
                  <a:lnTo>
                    <a:pt x="1353" y="716"/>
                  </a:lnTo>
                  <a:lnTo>
                    <a:pt x="1355" y="714"/>
                  </a:lnTo>
                  <a:lnTo>
                    <a:pt x="1357" y="714"/>
                  </a:lnTo>
                  <a:lnTo>
                    <a:pt x="1357" y="714"/>
                  </a:lnTo>
                  <a:lnTo>
                    <a:pt x="1357" y="718"/>
                  </a:lnTo>
                  <a:lnTo>
                    <a:pt x="1359" y="719"/>
                  </a:lnTo>
                  <a:lnTo>
                    <a:pt x="1361" y="719"/>
                  </a:lnTo>
                  <a:lnTo>
                    <a:pt x="1375" y="714"/>
                  </a:lnTo>
                  <a:lnTo>
                    <a:pt x="1375" y="714"/>
                  </a:lnTo>
                  <a:lnTo>
                    <a:pt x="1381" y="714"/>
                  </a:lnTo>
                  <a:lnTo>
                    <a:pt x="1381" y="716"/>
                  </a:lnTo>
                  <a:lnTo>
                    <a:pt x="1379" y="718"/>
                  </a:lnTo>
                  <a:lnTo>
                    <a:pt x="1379" y="721"/>
                  </a:lnTo>
                  <a:lnTo>
                    <a:pt x="1379" y="721"/>
                  </a:lnTo>
                  <a:lnTo>
                    <a:pt x="1384" y="723"/>
                  </a:lnTo>
                  <a:lnTo>
                    <a:pt x="1384" y="725"/>
                  </a:lnTo>
                  <a:lnTo>
                    <a:pt x="1383" y="729"/>
                  </a:lnTo>
                  <a:lnTo>
                    <a:pt x="1383" y="729"/>
                  </a:lnTo>
                  <a:lnTo>
                    <a:pt x="1381" y="730"/>
                  </a:lnTo>
                  <a:lnTo>
                    <a:pt x="1377" y="730"/>
                  </a:lnTo>
                  <a:lnTo>
                    <a:pt x="1377" y="730"/>
                  </a:lnTo>
                  <a:lnTo>
                    <a:pt x="1379" y="732"/>
                  </a:lnTo>
                  <a:lnTo>
                    <a:pt x="1381" y="734"/>
                  </a:lnTo>
                  <a:lnTo>
                    <a:pt x="1381" y="736"/>
                  </a:lnTo>
                  <a:lnTo>
                    <a:pt x="1384" y="734"/>
                  </a:lnTo>
                  <a:lnTo>
                    <a:pt x="1384" y="734"/>
                  </a:lnTo>
                  <a:lnTo>
                    <a:pt x="1392" y="725"/>
                  </a:lnTo>
                  <a:lnTo>
                    <a:pt x="1399" y="714"/>
                  </a:lnTo>
                  <a:lnTo>
                    <a:pt x="1399" y="714"/>
                  </a:lnTo>
                  <a:lnTo>
                    <a:pt x="1403" y="718"/>
                  </a:lnTo>
                  <a:lnTo>
                    <a:pt x="1406" y="719"/>
                  </a:lnTo>
                  <a:lnTo>
                    <a:pt x="1406" y="719"/>
                  </a:lnTo>
                  <a:lnTo>
                    <a:pt x="1406" y="723"/>
                  </a:lnTo>
                  <a:lnTo>
                    <a:pt x="1406" y="727"/>
                  </a:lnTo>
                  <a:lnTo>
                    <a:pt x="1404" y="727"/>
                  </a:lnTo>
                  <a:lnTo>
                    <a:pt x="1404" y="727"/>
                  </a:lnTo>
                  <a:lnTo>
                    <a:pt x="1403" y="729"/>
                  </a:lnTo>
                  <a:lnTo>
                    <a:pt x="1404" y="730"/>
                  </a:lnTo>
                  <a:lnTo>
                    <a:pt x="1406" y="736"/>
                  </a:lnTo>
                  <a:lnTo>
                    <a:pt x="1406" y="736"/>
                  </a:lnTo>
                  <a:lnTo>
                    <a:pt x="1408" y="734"/>
                  </a:lnTo>
                  <a:lnTo>
                    <a:pt x="1408" y="732"/>
                  </a:lnTo>
                  <a:lnTo>
                    <a:pt x="1410" y="729"/>
                  </a:lnTo>
                  <a:lnTo>
                    <a:pt x="1414" y="729"/>
                  </a:lnTo>
                  <a:lnTo>
                    <a:pt x="1414" y="729"/>
                  </a:lnTo>
                  <a:lnTo>
                    <a:pt x="1414" y="736"/>
                  </a:lnTo>
                  <a:lnTo>
                    <a:pt x="1421" y="738"/>
                  </a:lnTo>
                  <a:lnTo>
                    <a:pt x="1421" y="738"/>
                  </a:lnTo>
                  <a:lnTo>
                    <a:pt x="1424" y="729"/>
                  </a:lnTo>
                  <a:lnTo>
                    <a:pt x="1424" y="729"/>
                  </a:lnTo>
                  <a:lnTo>
                    <a:pt x="1426" y="719"/>
                  </a:lnTo>
                  <a:lnTo>
                    <a:pt x="1426" y="716"/>
                  </a:lnTo>
                  <a:lnTo>
                    <a:pt x="1424" y="716"/>
                  </a:lnTo>
                  <a:lnTo>
                    <a:pt x="1424" y="719"/>
                  </a:lnTo>
                  <a:lnTo>
                    <a:pt x="1424" y="723"/>
                  </a:lnTo>
                  <a:lnTo>
                    <a:pt x="1424" y="723"/>
                  </a:lnTo>
                  <a:lnTo>
                    <a:pt x="1419" y="723"/>
                  </a:lnTo>
                  <a:lnTo>
                    <a:pt x="1419" y="719"/>
                  </a:lnTo>
                  <a:lnTo>
                    <a:pt x="1421" y="716"/>
                  </a:lnTo>
                  <a:lnTo>
                    <a:pt x="1424" y="714"/>
                  </a:lnTo>
                  <a:lnTo>
                    <a:pt x="1424" y="714"/>
                  </a:lnTo>
                  <a:lnTo>
                    <a:pt x="1426" y="712"/>
                  </a:lnTo>
                  <a:lnTo>
                    <a:pt x="1428" y="710"/>
                  </a:lnTo>
                  <a:lnTo>
                    <a:pt x="1426" y="708"/>
                  </a:lnTo>
                  <a:lnTo>
                    <a:pt x="1424" y="708"/>
                  </a:lnTo>
                  <a:lnTo>
                    <a:pt x="1421" y="708"/>
                  </a:lnTo>
                  <a:lnTo>
                    <a:pt x="1419" y="710"/>
                  </a:lnTo>
                  <a:lnTo>
                    <a:pt x="1417" y="714"/>
                  </a:lnTo>
                  <a:lnTo>
                    <a:pt x="1417" y="714"/>
                  </a:lnTo>
                  <a:lnTo>
                    <a:pt x="1417" y="718"/>
                  </a:lnTo>
                  <a:lnTo>
                    <a:pt x="1417" y="721"/>
                  </a:lnTo>
                  <a:lnTo>
                    <a:pt x="1417" y="721"/>
                  </a:lnTo>
                  <a:lnTo>
                    <a:pt x="1410" y="719"/>
                  </a:lnTo>
                  <a:lnTo>
                    <a:pt x="1408" y="718"/>
                  </a:lnTo>
                  <a:lnTo>
                    <a:pt x="1410" y="716"/>
                  </a:lnTo>
                  <a:lnTo>
                    <a:pt x="1414" y="714"/>
                  </a:lnTo>
                  <a:lnTo>
                    <a:pt x="1414" y="714"/>
                  </a:lnTo>
                  <a:lnTo>
                    <a:pt x="1410" y="707"/>
                  </a:lnTo>
                  <a:lnTo>
                    <a:pt x="1410" y="707"/>
                  </a:lnTo>
                  <a:lnTo>
                    <a:pt x="1414" y="701"/>
                  </a:lnTo>
                  <a:lnTo>
                    <a:pt x="1417" y="698"/>
                  </a:lnTo>
                  <a:lnTo>
                    <a:pt x="1417" y="698"/>
                  </a:lnTo>
                  <a:lnTo>
                    <a:pt x="1406" y="699"/>
                  </a:lnTo>
                  <a:lnTo>
                    <a:pt x="1406" y="699"/>
                  </a:lnTo>
                  <a:lnTo>
                    <a:pt x="1399" y="701"/>
                  </a:lnTo>
                  <a:lnTo>
                    <a:pt x="1403" y="694"/>
                  </a:lnTo>
                  <a:lnTo>
                    <a:pt x="1403" y="694"/>
                  </a:lnTo>
                  <a:lnTo>
                    <a:pt x="1399" y="696"/>
                  </a:lnTo>
                  <a:lnTo>
                    <a:pt x="1397" y="698"/>
                  </a:lnTo>
                  <a:lnTo>
                    <a:pt x="1397" y="698"/>
                  </a:lnTo>
                  <a:lnTo>
                    <a:pt x="1397" y="696"/>
                  </a:lnTo>
                  <a:lnTo>
                    <a:pt x="1395" y="692"/>
                  </a:lnTo>
                  <a:lnTo>
                    <a:pt x="1392" y="690"/>
                  </a:lnTo>
                  <a:lnTo>
                    <a:pt x="1397" y="690"/>
                  </a:lnTo>
                  <a:lnTo>
                    <a:pt x="1397" y="690"/>
                  </a:lnTo>
                  <a:lnTo>
                    <a:pt x="1397" y="685"/>
                  </a:lnTo>
                  <a:lnTo>
                    <a:pt x="1397" y="681"/>
                  </a:lnTo>
                  <a:lnTo>
                    <a:pt x="1397" y="678"/>
                  </a:lnTo>
                  <a:lnTo>
                    <a:pt x="1395" y="674"/>
                  </a:lnTo>
                  <a:lnTo>
                    <a:pt x="1395" y="674"/>
                  </a:lnTo>
                  <a:lnTo>
                    <a:pt x="1392" y="674"/>
                  </a:lnTo>
                  <a:lnTo>
                    <a:pt x="1392" y="676"/>
                  </a:lnTo>
                  <a:lnTo>
                    <a:pt x="1392" y="679"/>
                  </a:lnTo>
                  <a:lnTo>
                    <a:pt x="1392" y="679"/>
                  </a:lnTo>
                  <a:lnTo>
                    <a:pt x="1388" y="679"/>
                  </a:lnTo>
                  <a:lnTo>
                    <a:pt x="1386" y="678"/>
                  </a:lnTo>
                  <a:lnTo>
                    <a:pt x="1384" y="676"/>
                  </a:lnTo>
                  <a:lnTo>
                    <a:pt x="1383" y="674"/>
                  </a:lnTo>
                  <a:lnTo>
                    <a:pt x="1383" y="674"/>
                  </a:lnTo>
                  <a:lnTo>
                    <a:pt x="1377" y="676"/>
                  </a:lnTo>
                  <a:lnTo>
                    <a:pt x="1377" y="678"/>
                  </a:lnTo>
                  <a:lnTo>
                    <a:pt x="1379" y="681"/>
                  </a:lnTo>
                  <a:lnTo>
                    <a:pt x="1377" y="681"/>
                  </a:lnTo>
                  <a:lnTo>
                    <a:pt x="1375" y="681"/>
                  </a:lnTo>
                  <a:lnTo>
                    <a:pt x="1375" y="681"/>
                  </a:lnTo>
                  <a:lnTo>
                    <a:pt x="1366" y="679"/>
                  </a:lnTo>
                  <a:lnTo>
                    <a:pt x="1357" y="678"/>
                  </a:lnTo>
                  <a:lnTo>
                    <a:pt x="1357" y="678"/>
                  </a:lnTo>
                  <a:lnTo>
                    <a:pt x="1363" y="674"/>
                  </a:lnTo>
                  <a:lnTo>
                    <a:pt x="1366" y="670"/>
                  </a:lnTo>
                  <a:lnTo>
                    <a:pt x="1366" y="668"/>
                  </a:lnTo>
                  <a:lnTo>
                    <a:pt x="1364" y="667"/>
                  </a:lnTo>
                  <a:lnTo>
                    <a:pt x="1357" y="665"/>
                  </a:lnTo>
                  <a:lnTo>
                    <a:pt x="1357" y="659"/>
                  </a:lnTo>
                  <a:lnTo>
                    <a:pt x="1357" y="659"/>
                  </a:lnTo>
                  <a:lnTo>
                    <a:pt x="1348" y="672"/>
                  </a:lnTo>
                  <a:lnTo>
                    <a:pt x="1348" y="672"/>
                  </a:lnTo>
                  <a:lnTo>
                    <a:pt x="1348" y="663"/>
                  </a:lnTo>
                  <a:lnTo>
                    <a:pt x="1348" y="657"/>
                  </a:lnTo>
                  <a:lnTo>
                    <a:pt x="1350" y="652"/>
                  </a:lnTo>
                  <a:lnTo>
                    <a:pt x="1350" y="652"/>
                  </a:lnTo>
                  <a:lnTo>
                    <a:pt x="1353" y="650"/>
                  </a:lnTo>
                  <a:lnTo>
                    <a:pt x="1357" y="648"/>
                  </a:lnTo>
                  <a:lnTo>
                    <a:pt x="1357" y="648"/>
                  </a:lnTo>
                  <a:lnTo>
                    <a:pt x="1357" y="641"/>
                  </a:lnTo>
                  <a:lnTo>
                    <a:pt x="1355" y="637"/>
                  </a:lnTo>
                  <a:lnTo>
                    <a:pt x="1355" y="637"/>
                  </a:lnTo>
                  <a:lnTo>
                    <a:pt x="1361" y="637"/>
                  </a:lnTo>
                  <a:lnTo>
                    <a:pt x="1364" y="636"/>
                  </a:lnTo>
                  <a:lnTo>
                    <a:pt x="1361" y="628"/>
                  </a:lnTo>
                  <a:lnTo>
                    <a:pt x="1364" y="628"/>
                  </a:lnTo>
                  <a:lnTo>
                    <a:pt x="1364" y="628"/>
                  </a:lnTo>
                  <a:lnTo>
                    <a:pt x="1368" y="623"/>
                  </a:lnTo>
                  <a:lnTo>
                    <a:pt x="1368" y="623"/>
                  </a:lnTo>
                  <a:lnTo>
                    <a:pt x="1363" y="623"/>
                  </a:lnTo>
                  <a:lnTo>
                    <a:pt x="1363" y="623"/>
                  </a:lnTo>
                  <a:lnTo>
                    <a:pt x="1361" y="623"/>
                  </a:lnTo>
                  <a:lnTo>
                    <a:pt x="1361" y="621"/>
                  </a:lnTo>
                  <a:lnTo>
                    <a:pt x="1359" y="621"/>
                  </a:lnTo>
                  <a:lnTo>
                    <a:pt x="1357" y="621"/>
                  </a:lnTo>
                  <a:lnTo>
                    <a:pt x="1357" y="621"/>
                  </a:lnTo>
                  <a:close/>
                  <a:moveTo>
                    <a:pt x="1149" y="581"/>
                  </a:moveTo>
                  <a:lnTo>
                    <a:pt x="1149" y="581"/>
                  </a:lnTo>
                  <a:lnTo>
                    <a:pt x="1151" y="581"/>
                  </a:lnTo>
                  <a:lnTo>
                    <a:pt x="1153" y="583"/>
                  </a:lnTo>
                  <a:lnTo>
                    <a:pt x="1153" y="586"/>
                  </a:lnTo>
                  <a:lnTo>
                    <a:pt x="1151" y="592"/>
                  </a:lnTo>
                  <a:lnTo>
                    <a:pt x="1146" y="597"/>
                  </a:lnTo>
                  <a:lnTo>
                    <a:pt x="1146" y="597"/>
                  </a:lnTo>
                  <a:lnTo>
                    <a:pt x="1142" y="597"/>
                  </a:lnTo>
                  <a:lnTo>
                    <a:pt x="1142" y="597"/>
                  </a:lnTo>
                  <a:lnTo>
                    <a:pt x="1144" y="596"/>
                  </a:lnTo>
                  <a:lnTo>
                    <a:pt x="1142" y="594"/>
                  </a:lnTo>
                  <a:lnTo>
                    <a:pt x="1142" y="594"/>
                  </a:lnTo>
                  <a:lnTo>
                    <a:pt x="1144" y="588"/>
                  </a:lnTo>
                  <a:lnTo>
                    <a:pt x="1146" y="585"/>
                  </a:lnTo>
                  <a:lnTo>
                    <a:pt x="1149" y="581"/>
                  </a:lnTo>
                  <a:lnTo>
                    <a:pt x="1149" y="581"/>
                  </a:lnTo>
                  <a:close/>
                  <a:moveTo>
                    <a:pt x="1231" y="574"/>
                  </a:moveTo>
                  <a:lnTo>
                    <a:pt x="1231" y="574"/>
                  </a:lnTo>
                  <a:lnTo>
                    <a:pt x="1235" y="577"/>
                  </a:lnTo>
                  <a:lnTo>
                    <a:pt x="1237" y="581"/>
                  </a:lnTo>
                  <a:lnTo>
                    <a:pt x="1237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6"/>
                  </a:lnTo>
                  <a:lnTo>
                    <a:pt x="1235" y="588"/>
                  </a:lnTo>
                  <a:lnTo>
                    <a:pt x="1233" y="586"/>
                  </a:lnTo>
                  <a:lnTo>
                    <a:pt x="1233" y="586"/>
                  </a:lnTo>
                  <a:lnTo>
                    <a:pt x="1229" y="579"/>
                  </a:lnTo>
                  <a:lnTo>
                    <a:pt x="1229" y="575"/>
                  </a:lnTo>
                  <a:lnTo>
                    <a:pt x="1229" y="574"/>
                  </a:lnTo>
                  <a:lnTo>
                    <a:pt x="1231" y="574"/>
                  </a:lnTo>
                  <a:lnTo>
                    <a:pt x="1231" y="574"/>
                  </a:lnTo>
                  <a:close/>
                  <a:moveTo>
                    <a:pt x="1164" y="555"/>
                  </a:moveTo>
                  <a:lnTo>
                    <a:pt x="1164" y="555"/>
                  </a:lnTo>
                  <a:lnTo>
                    <a:pt x="1168" y="555"/>
                  </a:lnTo>
                  <a:lnTo>
                    <a:pt x="1168" y="559"/>
                  </a:lnTo>
                  <a:lnTo>
                    <a:pt x="1164" y="565"/>
                  </a:lnTo>
                  <a:lnTo>
                    <a:pt x="1164" y="565"/>
                  </a:lnTo>
                  <a:lnTo>
                    <a:pt x="1160" y="565"/>
                  </a:lnTo>
                  <a:lnTo>
                    <a:pt x="1158" y="565"/>
                  </a:lnTo>
                  <a:lnTo>
                    <a:pt x="1158" y="563"/>
                  </a:lnTo>
                  <a:lnTo>
                    <a:pt x="1158" y="561"/>
                  </a:lnTo>
                  <a:lnTo>
                    <a:pt x="1160" y="557"/>
                  </a:lnTo>
                  <a:lnTo>
                    <a:pt x="1164" y="555"/>
                  </a:lnTo>
                  <a:lnTo>
                    <a:pt x="1164" y="555"/>
                  </a:lnTo>
                  <a:close/>
                  <a:moveTo>
                    <a:pt x="1162" y="391"/>
                  </a:moveTo>
                  <a:lnTo>
                    <a:pt x="1164" y="395"/>
                  </a:lnTo>
                  <a:lnTo>
                    <a:pt x="1164" y="395"/>
                  </a:lnTo>
                  <a:lnTo>
                    <a:pt x="1168" y="395"/>
                  </a:lnTo>
                  <a:lnTo>
                    <a:pt x="1168" y="395"/>
                  </a:lnTo>
                  <a:lnTo>
                    <a:pt x="1162" y="391"/>
                  </a:lnTo>
                  <a:lnTo>
                    <a:pt x="1162" y="391"/>
                  </a:lnTo>
                  <a:close/>
                  <a:moveTo>
                    <a:pt x="1211" y="371"/>
                  </a:moveTo>
                  <a:lnTo>
                    <a:pt x="1211" y="377"/>
                  </a:lnTo>
                  <a:lnTo>
                    <a:pt x="1211" y="377"/>
                  </a:lnTo>
                  <a:lnTo>
                    <a:pt x="1217" y="375"/>
                  </a:lnTo>
                  <a:lnTo>
                    <a:pt x="1219" y="373"/>
                  </a:lnTo>
                  <a:lnTo>
                    <a:pt x="1217" y="371"/>
                  </a:lnTo>
                  <a:lnTo>
                    <a:pt x="1211" y="371"/>
                  </a:lnTo>
                  <a:lnTo>
                    <a:pt x="1211" y="371"/>
                  </a:lnTo>
                  <a:close/>
                  <a:moveTo>
                    <a:pt x="989" y="169"/>
                  </a:moveTo>
                  <a:lnTo>
                    <a:pt x="989" y="177"/>
                  </a:lnTo>
                  <a:lnTo>
                    <a:pt x="989" y="177"/>
                  </a:lnTo>
                  <a:lnTo>
                    <a:pt x="994" y="175"/>
                  </a:lnTo>
                  <a:lnTo>
                    <a:pt x="996" y="173"/>
                  </a:lnTo>
                  <a:lnTo>
                    <a:pt x="989" y="169"/>
                  </a:lnTo>
                  <a:lnTo>
                    <a:pt x="989" y="169"/>
                  </a:lnTo>
                  <a:close/>
                  <a:moveTo>
                    <a:pt x="213" y="619"/>
                  </a:moveTo>
                  <a:lnTo>
                    <a:pt x="213" y="619"/>
                  </a:lnTo>
                  <a:lnTo>
                    <a:pt x="213" y="619"/>
                  </a:lnTo>
                  <a:lnTo>
                    <a:pt x="213" y="621"/>
                  </a:lnTo>
                  <a:lnTo>
                    <a:pt x="216" y="623"/>
                  </a:lnTo>
                  <a:lnTo>
                    <a:pt x="216" y="623"/>
                  </a:lnTo>
                  <a:lnTo>
                    <a:pt x="218" y="621"/>
                  </a:lnTo>
                  <a:lnTo>
                    <a:pt x="218" y="619"/>
                  </a:lnTo>
                  <a:lnTo>
                    <a:pt x="213" y="619"/>
                  </a:lnTo>
                  <a:lnTo>
                    <a:pt x="213" y="619"/>
                  </a:lnTo>
                  <a:close/>
                  <a:moveTo>
                    <a:pt x="668" y="614"/>
                  </a:moveTo>
                  <a:lnTo>
                    <a:pt x="668" y="614"/>
                  </a:lnTo>
                  <a:lnTo>
                    <a:pt x="674" y="619"/>
                  </a:lnTo>
                  <a:lnTo>
                    <a:pt x="681" y="630"/>
                  </a:lnTo>
                  <a:lnTo>
                    <a:pt x="690" y="650"/>
                  </a:lnTo>
                  <a:lnTo>
                    <a:pt x="690" y="650"/>
                  </a:lnTo>
                  <a:lnTo>
                    <a:pt x="683" y="656"/>
                  </a:lnTo>
                  <a:lnTo>
                    <a:pt x="683" y="656"/>
                  </a:lnTo>
                  <a:lnTo>
                    <a:pt x="681" y="647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68" y="628"/>
                  </a:lnTo>
                  <a:lnTo>
                    <a:pt x="668" y="628"/>
                  </a:lnTo>
                  <a:lnTo>
                    <a:pt x="666" y="621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4"/>
                  </a:lnTo>
                  <a:lnTo>
                    <a:pt x="666" y="612"/>
                  </a:lnTo>
                  <a:lnTo>
                    <a:pt x="668" y="614"/>
                  </a:lnTo>
                  <a:lnTo>
                    <a:pt x="668" y="614"/>
                  </a:lnTo>
                  <a:close/>
                  <a:moveTo>
                    <a:pt x="953" y="588"/>
                  </a:moveTo>
                  <a:lnTo>
                    <a:pt x="953" y="597"/>
                  </a:lnTo>
                  <a:lnTo>
                    <a:pt x="953" y="597"/>
                  </a:lnTo>
                  <a:lnTo>
                    <a:pt x="958" y="597"/>
                  </a:lnTo>
                  <a:lnTo>
                    <a:pt x="967" y="599"/>
                  </a:lnTo>
                  <a:lnTo>
                    <a:pt x="967" y="599"/>
                  </a:lnTo>
                  <a:lnTo>
                    <a:pt x="965" y="597"/>
                  </a:lnTo>
                  <a:lnTo>
                    <a:pt x="965" y="596"/>
                  </a:lnTo>
                  <a:lnTo>
                    <a:pt x="965" y="594"/>
                  </a:lnTo>
                  <a:lnTo>
                    <a:pt x="962" y="594"/>
                  </a:lnTo>
                  <a:lnTo>
                    <a:pt x="962" y="594"/>
                  </a:lnTo>
                  <a:lnTo>
                    <a:pt x="960" y="588"/>
                  </a:lnTo>
                  <a:lnTo>
                    <a:pt x="960" y="588"/>
                  </a:lnTo>
                  <a:lnTo>
                    <a:pt x="956" y="590"/>
                  </a:lnTo>
                  <a:lnTo>
                    <a:pt x="953" y="588"/>
                  </a:lnTo>
                  <a:lnTo>
                    <a:pt x="953" y="588"/>
                  </a:lnTo>
                  <a:close/>
                  <a:moveTo>
                    <a:pt x="656" y="577"/>
                  </a:moveTo>
                  <a:lnTo>
                    <a:pt x="656" y="577"/>
                  </a:lnTo>
                  <a:lnTo>
                    <a:pt x="657" y="583"/>
                  </a:lnTo>
                  <a:lnTo>
                    <a:pt x="657" y="585"/>
                  </a:lnTo>
                  <a:lnTo>
                    <a:pt x="663" y="588"/>
                  </a:lnTo>
                  <a:lnTo>
                    <a:pt x="663" y="588"/>
                  </a:lnTo>
                  <a:lnTo>
                    <a:pt x="663" y="594"/>
                  </a:lnTo>
                  <a:lnTo>
                    <a:pt x="663" y="597"/>
                  </a:lnTo>
                  <a:lnTo>
                    <a:pt x="661" y="597"/>
                  </a:lnTo>
                  <a:lnTo>
                    <a:pt x="661" y="597"/>
                  </a:lnTo>
                  <a:lnTo>
                    <a:pt x="661" y="616"/>
                  </a:lnTo>
                  <a:lnTo>
                    <a:pt x="661" y="616"/>
                  </a:lnTo>
                  <a:lnTo>
                    <a:pt x="657" y="614"/>
                  </a:lnTo>
                  <a:lnTo>
                    <a:pt x="654" y="614"/>
                  </a:lnTo>
                  <a:lnTo>
                    <a:pt x="654" y="614"/>
                  </a:lnTo>
                  <a:lnTo>
                    <a:pt x="654" y="610"/>
                  </a:lnTo>
                  <a:lnTo>
                    <a:pt x="656" y="603"/>
                  </a:lnTo>
                  <a:lnTo>
                    <a:pt x="654" y="592"/>
                  </a:lnTo>
                  <a:lnTo>
                    <a:pt x="645" y="585"/>
                  </a:lnTo>
                  <a:lnTo>
                    <a:pt x="645" y="585"/>
                  </a:lnTo>
                  <a:lnTo>
                    <a:pt x="648" y="585"/>
                  </a:lnTo>
                  <a:lnTo>
                    <a:pt x="654" y="585"/>
                  </a:lnTo>
                  <a:lnTo>
                    <a:pt x="654" y="585"/>
                  </a:lnTo>
                  <a:lnTo>
                    <a:pt x="654" y="581"/>
                  </a:lnTo>
                  <a:lnTo>
                    <a:pt x="654" y="579"/>
                  </a:lnTo>
                  <a:lnTo>
                    <a:pt x="656" y="577"/>
                  </a:lnTo>
                  <a:lnTo>
                    <a:pt x="656" y="577"/>
                  </a:lnTo>
                  <a:close/>
                  <a:moveTo>
                    <a:pt x="184" y="574"/>
                  </a:moveTo>
                  <a:lnTo>
                    <a:pt x="184" y="574"/>
                  </a:lnTo>
                  <a:lnTo>
                    <a:pt x="182" y="575"/>
                  </a:lnTo>
                  <a:lnTo>
                    <a:pt x="182" y="577"/>
                  </a:lnTo>
                  <a:lnTo>
                    <a:pt x="184" y="579"/>
                  </a:lnTo>
                  <a:lnTo>
                    <a:pt x="187" y="579"/>
                  </a:lnTo>
                  <a:lnTo>
                    <a:pt x="187" y="579"/>
                  </a:lnTo>
                  <a:lnTo>
                    <a:pt x="187" y="575"/>
                  </a:lnTo>
                  <a:lnTo>
                    <a:pt x="185" y="574"/>
                  </a:lnTo>
                  <a:lnTo>
                    <a:pt x="184" y="574"/>
                  </a:lnTo>
                  <a:lnTo>
                    <a:pt x="184" y="574"/>
                  </a:lnTo>
                  <a:close/>
                  <a:moveTo>
                    <a:pt x="142" y="572"/>
                  </a:moveTo>
                  <a:lnTo>
                    <a:pt x="142" y="572"/>
                  </a:lnTo>
                  <a:lnTo>
                    <a:pt x="143" y="585"/>
                  </a:lnTo>
                  <a:lnTo>
                    <a:pt x="147" y="597"/>
                  </a:lnTo>
                  <a:lnTo>
                    <a:pt x="147" y="597"/>
                  </a:lnTo>
                  <a:lnTo>
                    <a:pt x="153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56" y="597"/>
                  </a:lnTo>
                  <a:lnTo>
                    <a:pt x="154" y="599"/>
                  </a:lnTo>
                  <a:lnTo>
                    <a:pt x="154" y="603"/>
                  </a:lnTo>
                  <a:lnTo>
                    <a:pt x="158" y="608"/>
                  </a:lnTo>
                  <a:lnTo>
                    <a:pt x="158" y="608"/>
                  </a:lnTo>
                  <a:lnTo>
                    <a:pt x="162" y="614"/>
                  </a:lnTo>
                  <a:lnTo>
                    <a:pt x="167" y="616"/>
                  </a:lnTo>
                  <a:lnTo>
                    <a:pt x="169" y="619"/>
                  </a:lnTo>
                  <a:lnTo>
                    <a:pt x="169" y="619"/>
                  </a:lnTo>
                  <a:lnTo>
                    <a:pt x="167" y="605"/>
                  </a:lnTo>
                  <a:lnTo>
                    <a:pt x="167" y="599"/>
                  </a:lnTo>
                  <a:lnTo>
                    <a:pt x="165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60" y="586"/>
                  </a:lnTo>
                  <a:lnTo>
                    <a:pt x="160" y="581"/>
                  </a:lnTo>
                  <a:lnTo>
                    <a:pt x="162" y="572"/>
                  </a:lnTo>
                  <a:lnTo>
                    <a:pt x="162" y="572"/>
                  </a:lnTo>
                  <a:lnTo>
                    <a:pt x="154" y="575"/>
                  </a:lnTo>
                  <a:lnTo>
                    <a:pt x="147" y="577"/>
                  </a:lnTo>
                  <a:lnTo>
                    <a:pt x="147" y="577"/>
                  </a:lnTo>
                  <a:lnTo>
                    <a:pt x="147" y="575"/>
                  </a:lnTo>
                  <a:lnTo>
                    <a:pt x="145" y="574"/>
                  </a:lnTo>
                  <a:lnTo>
                    <a:pt x="142" y="572"/>
                  </a:lnTo>
                  <a:lnTo>
                    <a:pt x="142" y="572"/>
                  </a:lnTo>
                  <a:close/>
                  <a:moveTo>
                    <a:pt x="685" y="552"/>
                  </a:moveTo>
                  <a:lnTo>
                    <a:pt x="685" y="552"/>
                  </a:lnTo>
                  <a:lnTo>
                    <a:pt x="686" y="555"/>
                  </a:lnTo>
                  <a:lnTo>
                    <a:pt x="686" y="557"/>
                  </a:lnTo>
                  <a:lnTo>
                    <a:pt x="688" y="555"/>
                  </a:lnTo>
                  <a:lnTo>
                    <a:pt x="690" y="557"/>
                  </a:lnTo>
                  <a:lnTo>
                    <a:pt x="690" y="557"/>
                  </a:lnTo>
                  <a:lnTo>
                    <a:pt x="688" y="563"/>
                  </a:lnTo>
                  <a:lnTo>
                    <a:pt x="688" y="572"/>
                  </a:lnTo>
                  <a:lnTo>
                    <a:pt x="688" y="572"/>
                  </a:lnTo>
                  <a:lnTo>
                    <a:pt x="690" y="577"/>
                  </a:lnTo>
                  <a:lnTo>
                    <a:pt x="696" y="585"/>
                  </a:lnTo>
                  <a:lnTo>
                    <a:pt x="703" y="597"/>
                  </a:lnTo>
                  <a:lnTo>
                    <a:pt x="703" y="597"/>
                  </a:lnTo>
                  <a:lnTo>
                    <a:pt x="703" y="601"/>
                  </a:lnTo>
                  <a:lnTo>
                    <a:pt x="703" y="606"/>
                  </a:lnTo>
                  <a:lnTo>
                    <a:pt x="703" y="606"/>
                  </a:lnTo>
                  <a:lnTo>
                    <a:pt x="708" y="616"/>
                  </a:lnTo>
                  <a:lnTo>
                    <a:pt x="712" y="621"/>
                  </a:lnTo>
                  <a:lnTo>
                    <a:pt x="714" y="623"/>
                  </a:lnTo>
                  <a:lnTo>
                    <a:pt x="714" y="623"/>
                  </a:lnTo>
                  <a:lnTo>
                    <a:pt x="719" y="623"/>
                  </a:lnTo>
                  <a:lnTo>
                    <a:pt x="721" y="623"/>
                  </a:lnTo>
                  <a:lnTo>
                    <a:pt x="721" y="623"/>
                  </a:lnTo>
                  <a:lnTo>
                    <a:pt x="719" y="626"/>
                  </a:lnTo>
                  <a:lnTo>
                    <a:pt x="717" y="628"/>
                  </a:lnTo>
                  <a:lnTo>
                    <a:pt x="717" y="628"/>
                  </a:lnTo>
                  <a:lnTo>
                    <a:pt x="716" y="634"/>
                  </a:lnTo>
                  <a:lnTo>
                    <a:pt x="717" y="637"/>
                  </a:lnTo>
                  <a:lnTo>
                    <a:pt x="719" y="645"/>
                  </a:lnTo>
                  <a:lnTo>
                    <a:pt x="719" y="645"/>
                  </a:lnTo>
                  <a:lnTo>
                    <a:pt x="717" y="643"/>
                  </a:lnTo>
                  <a:lnTo>
                    <a:pt x="714" y="643"/>
                  </a:lnTo>
                  <a:lnTo>
                    <a:pt x="714" y="643"/>
                  </a:lnTo>
                  <a:lnTo>
                    <a:pt x="714" y="647"/>
                  </a:lnTo>
                  <a:lnTo>
                    <a:pt x="712" y="648"/>
                  </a:lnTo>
                  <a:lnTo>
                    <a:pt x="707" y="648"/>
                  </a:lnTo>
                  <a:lnTo>
                    <a:pt x="707" y="648"/>
                  </a:lnTo>
                  <a:lnTo>
                    <a:pt x="707" y="643"/>
                  </a:lnTo>
                  <a:lnTo>
                    <a:pt x="707" y="636"/>
                  </a:lnTo>
                  <a:lnTo>
                    <a:pt x="707" y="623"/>
                  </a:lnTo>
                  <a:lnTo>
                    <a:pt x="707" y="623"/>
                  </a:lnTo>
                  <a:lnTo>
                    <a:pt x="705" y="621"/>
                  </a:lnTo>
                  <a:lnTo>
                    <a:pt x="703" y="619"/>
                  </a:lnTo>
                  <a:lnTo>
                    <a:pt x="703" y="616"/>
                  </a:lnTo>
                  <a:lnTo>
                    <a:pt x="703" y="616"/>
                  </a:lnTo>
                  <a:lnTo>
                    <a:pt x="697" y="616"/>
                  </a:lnTo>
                  <a:lnTo>
                    <a:pt x="692" y="616"/>
                  </a:lnTo>
                  <a:lnTo>
                    <a:pt x="692" y="616"/>
                  </a:lnTo>
                  <a:lnTo>
                    <a:pt x="694" y="610"/>
                  </a:lnTo>
                  <a:lnTo>
                    <a:pt x="696" y="605"/>
                  </a:lnTo>
                  <a:lnTo>
                    <a:pt x="696" y="605"/>
                  </a:lnTo>
                  <a:lnTo>
                    <a:pt x="692" y="601"/>
                  </a:lnTo>
                  <a:lnTo>
                    <a:pt x="690" y="603"/>
                  </a:lnTo>
                  <a:lnTo>
                    <a:pt x="690" y="605"/>
                  </a:lnTo>
                  <a:lnTo>
                    <a:pt x="688" y="606"/>
                  </a:lnTo>
                  <a:lnTo>
                    <a:pt x="688" y="601"/>
                  </a:lnTo>
                  <a:lnTo>
                    <a:pt x="688" y="601"/>
                  </a:lnTo>
                  <a:lnTo>
                    <a:pt x="685" y="599"/>
                  </a:lnTo>
                  <a:lnTo>
                    <a:pt x="681" y="596"/>
                  </a:lnTo>
                  <a:lnTo>
                    <a:pt x="674" y="592"/>
                  </a:lnTo>
                  <a:lnTo>
                    <a:pt x="674" y="592"/>
                  </a:lnTo>
                  <a:lnTo>
                    <a:pt x="676" y="581"/>
                  </a:lnTo>
                  <a:lnTo>
                    <a:pt x="676" y="581"/>
                  </a:lnTo>
                  <a:lnTo>
                    <a:pt x="668" y="581"/>
                  </a:lnTo>
                  <a:lnTo>
                    <a:pt x="668" y="581"/>
                  </a:lnTo>
                  <a:lnTo>
                    <a:pt x="668" y="579"/>
                  </a:lnTo>
                  <a:lnTo>
                    <a:pt x="666" y="579"/>
                  </a:lnTo>
                  <a:lnTo>
                    <a:pt x="666" y="577"/>
                  </a:lnTo>
                  <a:lnTo>
                    <a:pt x="666" y="574"/>
                  </a:lnTo>
                  <a:lnTo>
                    <a:pt x="666" y="574"/>
                  </a:lnTo>
                  <a:lnTo>
                    <a:pt x="676" y="559"/>
                  </a:lnTo>
                  <a:lnTo>
                    <a:pt x="676" y="559"/>
                  </a:lnTo>
                  <a:lnTo>
                    <a:pt x="679" y="563"/>
                  </a:lnTo>
                  <a:lnTo>
                    <a:pt x="681" y="563"/>
                  </a:lnTo>
                  <a:lnTo>
                    <a:pt x="683" y="563"/>
                  </a:lnTo>
                  <a:lnTo>
                    <a:pt x="683" y="563"/>
                  </a:lnTo>
                  <a:lnTo>
                    <a:pt x="685" y="561"/>
                  </a:lnTo>
                  <a:lnTo>
                    <a:pt x="685" y="557"/>
                  </a:lnTo>
                  <a:lnTo>
                    <a:pt x="685" y="555"/>
                  </a:lnTo>
                  <a:lnTo>
                    <a:pt x="685" y="552"/>
                  </a:lnTo>
                  <a:lnTo>
                    <a:pt x="685" y="552"/>
                  </a:lnTo>
                  <a:close/>
                  <a:moveTo>
                    <a:pt x="1086" y="514"/>
                  </a:moveTo>
                  <a:lnTo>
                    <a:pt x="1086" y="514"/>
                  </a:lnTo>
                  <a:lnTo>
                    <a:pt x="1086" y="517"/>
                  </a:lnTo>
                  <a:lnTo>
                    <a:pt x="1084" y="521"/>
                  </a:lnTo>
                  <a:lnTo>
                    <a:pt x="1084" y="521"/>
                  </a:lnTo>
                  <a:lnTo>
                    <a:pt x="1082" y="521"/>
                  </a:lnTo>
                  <a:lnTo>
                    <a:pt x="1082" y="519"/>
                  </a:lnTo>
                  <a:lnTo>
                    <a:pt x="1086" y="514"/>
                  </a:lnTo>
                  <a:lnTo>
                    <a:pt x="1086" y="514"/>
                  </a:lnTo>
                  <a:close/>
                  <a:moveTo>
                    <a:pt x="982" y="504"/>
                  </a:moveTo>
                  <a:lnTo>
                    <a:pt x="982" y="504"/>
                  </a:lnTo>
                  <a:lnTo>
                    <a:pt x="980" y="506"/>
                  </a:lnTo>
                  <a:lnTo>
                    <a:pt x="980" y="508"/>
                  </a:lnTo>
                  <a:lnTo>
                    <a:pt x="982" y="508"/>
                  </a:lnTo>
                  <a:lnTo>
                    <a:pt x="982" y="508"/>
                  </a:lnTo>
                  <a:lnTo>
                    <a:pt x="984" y="504"/>
                  </a:lnTo>
                  <a:lnTo>
                    <a:pt x="984" y="503"/>
                  </a:lnTo>
                  <a:lnTo>
                    <a:pt x="982" y="504"/>
                  </a:lnTo>
                  <a:lnTo>
                    <a:pt x="982" y="504"/>
                  </a:lnTo>
                  <a:close/>
                  <a:moveTo>
                    <a:pt x="1064" y="501"/>
                  </a:moveTo>
                  <a:lnTo>
                    <a:pt x="1064" y="501"/>
                  </a:lnTo>
                  <a:lnTo>
                    <a:pt x="1069" y="503"/>
                  </a:lnTo>
                  <a:lnTo>
                    <a:pt x="1071" y="506"/>
                  </a:lnTo>
                  <a:lnTo>
                    <a:pt x="1069" y="508"/>
                  </a:lnTo>
                  <a:lnTo>
                    <a:pt x="1062" y="508"/>
                  </a:lnTo>
                  <a:lnTo>
                    <a:pt x="1062" y="508"/>
                  </a:lnTo>
                  <a:lnTo>
                    <a:pt x="1062" y="503"/>
                  </a:lnTo>
                  <a:lnTo>
                    <a:pt x="1062" y="501"/>
                  </a:lnTo>
                  <a:lnTo>
                    <a:pt x="1064" y="501"/>
                  </a:lnTo>
                  <a:lnTo>
                    <a:pt x="1064" y="501"/>
                  </a:lnTo>
                  <a:close/>
                  <a:moveTo>
                    <a:pt x="604" y="501"/>
                  </a:moveTo>
                  <a:lnTo>
                    <a:pt x="604" y="501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3" y="506"/>
                  </a:lnTo>
                  <a:lnTo>
                    <a:pt x="603" y="506"/>
                  </a:lnTo>
                  <a:lnTo>
                    <a:pt x="603" y="503"/>
                  </a:lnTo>
                  <a:lnTo>
                    <a:pt x="603" y="501"/>
                  </a:lnTo>
                  <a:lnTo>
                    <a:pt x="604" y="501"/>
                  </a:lnTo>
                  <a:lnTo>
                    <a:pt x="604" y="501"/>
                  </a:lnTo>
                  <a:close/>
                  <a:moveTo>
                    <a:pt x="989" y="499"/>
                  </a:moveTo>
                  <a:lnTo>
                    <a:pt x="989" y="499"/>
                  </a:lnTo>
                  <a:lnTo>
                    <a:pt x="989" y="514"/>
                  </a:lnTo>
                  <a:lnTo>
                    <a:pt x="989" y="514"/>
                  </a:lnTo>
                  <a:lnTo>
                    <a:pt x="985" y="514"/>
                  </a:lnTo>
                  <a:lnTo>
                    <a:pt x="987" y="514"/>
                  </a:lnTo>
                  <a:lnTo>
                    <a:pt x="991" y="515"/>
                  </a:lnTo>
                  <a:lnTo>
                    <a:pt x="991" y="515"/>
                  </a:lnTo>
                  <a:lnTo>
                    <a:pt x="991" y="512"/>
                  </a:lnTo>
                  <a:lnTo>
                    <a:pt x="993" y="508"/>
                  </a:lnTo>
                  <a:lnTo>
                    <a:pt x="993" y="508"/>
                  </a:lnTo>
                  <a:lnTo>
                    <a:pt x="991" y="501"/>
                  </a:lnTo>
                  <a:lnTo>
                    <a:pt x="989" y="497"/>
                  </a:lnTo>
                  <a:lnTo>
                    <a:pt x="989" y="497"/>
                  </a:lnTo>
                  <a:lnTo>
                    <a:pt x="989" y="499"/>
                  </a:lnTo>
                  <a:lnTo>
                    <a:pt x="989" y="499"/>
                  </a:lnTo>
                  <a:close/>
                  <a:moveTo>
                    <a:pt x="984" y="494"/>
                  </a:moveTo>
                  <a:lnTo>
                    <a:pt x="984" y="494"/>
                  </a:lnTo>
                  <a:lnTo>
                    <a:pt x="980" y="499"/>
                  </a:lnTo>
                  <a:lnTo>
                    <a:pt x="980" y="501"/>
                  </a:lnTo>
                  <a:lnTo>
                    <a:pt x="984" y="501"/>
                  </a:lnTo>
                  <a:lnTo>
                    <a:pt x="984" y="501"/>
                  </a:lnTo>
                  <a:lnTo>
                    <a:pt x="985" y="495"/>
                  </a:lnTo>
                  <a:lnTo>
                    <a:pt x="985" y="494"/>
                  </a:lnTo>
                  <a:lnTo>
                    <a:pt x="984" y="494"/>
                  </a:lnTo>
                  <a:lnTo>
                    <a:pt x="984" y="494"/>
                  </a:lnTo>
                  <a:close/>
                  <a:moveTo>
                    <a:pt x="625" y="459"/>
                  </a:moveTo>
                  <a:lnTo>
                    <a:pt x="625" y="459"/>
                  </a:lnTo>
                  <a:lnTo>
                    <a:pt x="632" y="463"/>
                  </a:lnTo>
                  <a:lnTo>
                    <a:pt x="632" y="463"/>
                  </a:lnTo>
                  <a:lnTo>
                    <a:pt x="628" y="479"/>
                  </a:lnTo>
                  <a:lnTo>
                    <a:pt x="621" y="495"/>
                  </a:lnTo>
                  <a:lnTo>
                    <a:pt x="621" y="495"/>
                  </a:lnTo>
                  <a:lnTo>
                    <a:pt x="614" y="495"/>
                  </a:lnTo>
                  <a:lnTo>
                    <a:pt x="614" y="495"/>
                  </a:lnTo>
                  <a:lnTo>
                    <a:pt x="614" y="488"/>
                  </a:lnTo>
                  <a:lnTo>
                    <a:pt x="612" y="481"/>
                  </a:lnTo>
                  <a:lnTo>
                    <a:pt x="612" y="481"/>
                  </a:lnTo>
                  <a:lnTo>
                    <a:pt x="612" y="479"/>
                  </a:lnTo>
                  <a:lnTo>
                    <a:pt x="614" y="472"/>
                  </a:lnTo>
                  <a:lnTo>
                    <a:pt x="614" y="472"/>
                  </a:lnTo>
                  <a:lnTo>
                    <a:pt x="619" y="466"/>
                  </a:lnTo>
                  <a:lnTo>
                    <a:pt x="625" y="459"/>
                  </a:lnTo>
                  <a:lnTo>
                    <a:pt x="625" y="459"/>
                  </a:lnTo>
                  <a:close/>
                  <a:moveTo>
                    <a:pt x="612" y="444"/>
                  </a:moveTo>
                  <a:lnTo>
                    <a:pt x="612" y="444"/>
                  </a:lnTo>
                  <a:lnTo>
                    <a:pt x="614" y="450"/>
                  </a:lnTo>
                  <a:lnTo>
                    <a:pt x="614" y="453"/>
                  </a:lnTo>
                  <a:lnTo>
                    <a:pt x="612" y="457"/>
                  </a:lnTo>
                  <a:lnTo>
                    <a:pt x="604" y="457"/>
                  </a:lnTo>
                  <a:lnTo>
                    <a:pt x="604" y="457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12" y="444"/>
                  </a:lnTo>
                  <a:lnTo>
                    <a:pt x="612" y="444"/>
                  </a:lnTo>
                  <a:close/>
                  <a:moveTo>
                    <a:pt x="510" y="415"/>
                  </a:moveTo>
                  <a:lnTo>
                    <a:pt x="510" y="415"/>
                  </a:lnTo>
                  <a:lnTo>
                    <a:pt x="512" y="417"/>
                  </a:lnTo>
                  <a:lnTo>
                    <a:pt x="512" y="419"/>
                  </a:lnTo>
                  <a:lnTo>
                    <a:pt x="513" y="421"/>
                  </a:lnTo>
                  <a:lnTo>
                    <a:pt x="513" y="421"/>
                  </a:lnTo>
                  <a:lnTo>
                    <a:pt x="519" y="421"/>
                  </a:lnTo>
                  <a:lnTo>
                    <a:pt x="522" y="419"/>
                  </a:lnTo>
                  <a:lnTo>
                    <a:pt x="526" y="415"/>
                  </a:lnTo>
                  <a:lnTo>
                    <a:pt x="526" y="415"/>
                  </a:lnTo>
                  <a:lnTo>
                    <a:pt x="546" y="419"/>
                  </a:lnTo>
                  <a:lnTo>
                    <a:pt x="546" y="419"/>
                  </a:lnTo>
                  <a:lnTo>
                    <a:pt x="530" y="422"/>
                  </a:lnTo>
                  <a:lnTo>
                    <a:pt x="517" y="430"/>
                  </a:lnTo>
                  <a:lnTo>
                    <a:pt x="492" y="448"/>
                  </a:lnTo>
                  <a:lnTo>
                    <a:pt x="492" y="448"/>
                  </a:lnTo>
                  <a:lnTo>
                    <a:pt x="490" y="450"/>
                  </a:lnTo>
                  <a:lnTo>
                    <a:pt x="490" y="455"/>
                  </a:lnTo>
                  <a:lnTo>
                    <a:pt x="490" y="455"/>
                  </a:lnTo>
                  <a:lnTo>
                    <a:pt x="484" y="453"/>
                  </a:lnTo>
                  <a:lnTo>
                    <a:pt x="481" y="455"/>
                  </a:lnTo>
                  <a:lnTo>
                    <a:pt x="481" y="455"/>
                  </a:lnTo>
                  <a:lnTo>
                    <a:pt x="475" y="448"/>
                  </a:lnTo>
                  <a:lnTo>
                    <a:pt x="481" y="448"/>
                  </a:lnTo>
                  <a:lnTo>
                    <a:pt x="481" y="448"/>
                  </a:lnTo>
                  <a:lnTo>
                    <a:pt x="510" y="415"/>
                  </a:lnTo>
                  <a:lnTo>
                    <a:pt x="510" y="415"/>
                  </a:lnTo>
                  <a:close/>
                  <a:moveTo>
                    <a:pt x="982" y="351"/>
                  </a:moveTo>
                  <a:lnTo>
                    <a:pt x="982" y="351"/>
                  </a:lnTo>
                  <a:lnTo>
                    <a:pt x="978" y="357"/>
                  </a:lnTo>
                  <a:lnTo>
                    <a:pt x="976" y="359"/>
                  </a:lnTo>
                  <a:lnTo>
                    <a:pt x="976" y="359"/>
                  </a:lnTo>
                  <a:lnTo>
                    <a:pt x="976" y="366"/>
                  </a:lnTo>
                  <a:lnTo>
                    <a:pt x="978" y="368"/>
                  </a:lnTo>
                  <a:lnTo>
                    <a:pt x="980" y="366"/>
                  </a:lnTo>
                  <a:lnTo>
                    <a:pt x="984" y="362"/>
                  </a:lnTo>
                  <a:lnTo>
                    <a:pt x="985" y="359"/>
                  </a:lnTo>
                  <a:lnTo>
                    <a:pt x="987" y="355"/>
                  </a:lnTo>
                  <a:lnTo>
                    <a:pt x="985" y="351"/>
                  </a:lnTo>
                  <a:lnTo>
                    <a:pt x="982" y="351"/>
                  </a:lnTo>
                  <a:lnTo>
                    <a:pt x="982" y="351"/>
                  </a:lnTo>
                  <a:close/>
                  <a:moveTo>
                    <a:pt x="1011" y="337"/>
                  </a:moveTo>
                  <a:lnTo>
                    <a:pt x="1013" y="342"/>
                  </a:lnTo>
                  <a:lnTo>
                    <a:pt x="1013" y="342"/>
                  </a:lnTo>
                  <a:lnTo>
                    <a:pt x="1016" y="342"/>
                  </a:lnTo>
                  <a:lnTo>
                    <a:pt x="1014" y="340"/>
                  </a:lnTo>
                  <a:lnTo>
                    <a:pt x="1011" y="337"/>
                  </a:lnTo>
                  <a:lnTo>
                    <a:pt x="1011" y="337"/>
                  </a:lnTo>
                  <a:close/>
                  <a:moveTo>
                    <a:pt x="1025" y="335"/>
                  </a:moveTo>
                  <a:lnTo>
                    <a:pt x="1025" y="335"/>
                  </a:lnTo>
                  <a:lnTo>
                    <a:pt x="1027" y="342"/>
                  </a:lnTo>
                  <a:lnTo>
                    <a:pt x="1027" y="342"/>
                  </a:lnTo>
                  <a:lnTo>
                    <a:pt x="1031" y="342"/>
                  </a:lnTo>
                  <a:lnTo>
                    <a:pt x="1031" y="339"/>
                  </a:lnTo>
                  <a:lnTo>
                    <a:pt x="1029" y="337"/>
                  </a:lnTo>
                  <a:lnTo>
                    <a:pt x="1025" y="335"/>
                  </a:lnTo>
                  <a:lnTo>
                    <a:pt x="1025" y="335"/>
                  </a:lnTo>
                  <a:close/>
                  <a:moveTo>
                    <a:pt x="932" y="330"/>
                  </a:moveTo>
                  <a:lnTo>
                    <a:pt x="932" y="330"/>
                  </a:lnTo>
                  <a:lnTo>
                    <a:pt x="929" y="333"/>
                  </a:lnTo>
                  <a:lnTo>
                    <a:pt x="927" y="337"/>
                  </a:lnTo>
                  <a:lnTo>
                    <a:pt x="927" y="337"/>
                  </a:lnTo>
                  <a:lnTo>
                    <a:pt x="923" y="340"/>
                  </a:lnTo>
                  <a:lnTo>
                    <a:pt x="918" y="340"/>
                  </a:lnTo>
                  <a:lnTo>
                    <a:pt x="912" y="342"/>
                  </a:lnTo>
                  <a:lnTo>
                    <a:pt x="907" y="344"/>
                  </a:lnTo>
                  <a:lnTo>
                    <a:pt x="907" y="344"/>
                  </a:lnTo>
                  <a:lnTo>
                    <a:pt x="905" y="348"/>
                  </a:lnTo>
                  <a:lnTo>
                    <a:pt x="903" y="351"/>
                  </a:lnTo>
                  <a:lnTo>
                    <a:pt x="907" y="351"/>
                  </a:lnTo>
                  <a:lnTo>
                    <a:pt x="907" y="351"/>
                  </a:lnTo>
                  <a:lnTo>
                    <a:pt x="909" y="353"/>
                  </a:lnTo>
                  <a:lnTo>
                    <a:pt x="911" y="355"/>
                  </a:lnTo>
                  <a:lnTo>
                    <a:pt x="912" y="355"/>
                  </a:lnTo>
                  <a:lnTo>
                    <a:pt x="912" y="355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18" y="346"/>
                  </a:lnTo>
                  <a:lnTo>
                    <a:pt x="922" y="348"/>
                  </a:lnTo>
                  <a:lnTo>
                    <a:pt x="925" y="348"/>
                  </a:lnTo>
                  <a:lnTo>
                    <a:pt x="927" y="348"/>
                  </a:lnTo>
                  <a:lnTo>
                    <a:pt x="927" y="348"/>
                  </a:lnTo>
                  <a:lnTo>
                    <a:pt x="929" y="342"/>
                  </a:lnTo>
                  <a:lnTo>
                    <a:pt x="931" y="337"/>
                  </a:lnTo>
                  <a:lnTo>
                    <a:pt x="931" y="337"/>
                  </a:lnTo>
                  <a:lnTo>
                    <a:pt x="934" y="337"/>
                  </a:lnTo>
                  <a:lnTo>
                    <a:pt x="938" y="335"/>
                  </a:lnTo>
                  <a:lnTo>
                    <a:pt x="938" y="335"/>
                  </a:lnTo>
                  <a:lnTo>
                    <a:pt x="936" y="333"/>
                  </a:lnTo>
                  <a:lnTo>
                    <a:pt x="934" y="331"/>
                  </a:lnTo>
                  <a:lnTo>
                    <a:pt x="934" y="330"/>
                  </a:lnTo>
                  <a:lnTo>
                    <a:pt x="932" y="330"/>
                  </a:lnTo>
                  <a:close/>
                  <a:moveTo>
                    <a:pt x="411" y="320"/>
                  </a:moveTo>
                  <a:lnTo>
                    <a:pt x="411" y="320"/>
                  </a:lnTo>
                  <a:lnTo>
                    <a:pt x="420" y="324"/>
                  </a:lnTo>
                  <a:lnTo>
                    <a:pt x="426" y="330"/>
                  </a:lnTo>
                  <a:lnTo>
                    <a:pt x="430" y="337"/>
                  </a:lnTo>
                  <a:lnTo>
                    <a:pt x="433" y="344"/>
                  </a:lnTo>
                  <a:lnTo>
                    <a:pt x="433" y="344"/>
                  </a:lnTo>
                  <a:lnTo>
                    <a:pt x="448" y="346"/>
                  </a:lnTo>
                  <a:lnTo>
                    <a:pt x="457" y="346"/>
                  </a:lnTo>
                  <a:lnTo>
                    <a:pt x="462" y="344"/>
                  </a:lnTo>
                  <a:lnTo>
                    <a:pt x="462" y="344"/>
                  </a:lnTo>
                  <a:lnTo>
                    <a:pt x="468" y="340"/>
                  </a:lnTo>
                  <a:lnTo>
                    <a:pt x="473" y="333"/>
                  </a:lnTo>
                  <a:lnTo>
                    <a:pt x="479" y="328"/>
                  </a:lnTo>
                  <a:lnTo>
                    <a:pt x="484" y="322"/>
                  </a:lnTo>
                  <a:lnTo>
                    <a:pt x="484" y="322"/>
                  </a:lnTo>
                  <a:lnTo>
                    <a:pt x="490" y="320"/>
                  </a:lnTo>
                  <a:lnTo>
                    <a:pt x="495" y="320"/>
                  </a:lnTo>
                  <a:lnTo>
                    <a:pt x="506" y="320"/>
                  </a:lnTo>
                  <a:lnTo>
                    <a:pt x="506" y="320"/>
                  </a:lnTo>
                  <a:lnTo>
                    <a:pt x="504" y="322"/>
                  </a:lnTo>
                  <a:lnTo>
                    <a:pt x="502" y="326"/>
                  </a:lnTo>
                  <a:lnTo>
                    <a:pt x="504" y="330"/>
                  </a:lnTo>
                  <a:lnTo>
                    <a:pt x="504" y="330"/>
                  </a:lnTo>
                  <a:lnTo>
                    <a:pt x="497" y="331"/>
                  </a:lnTo>
                  <a:lnTo>
                    <a:pt x="492" y="335"/>
                  </a:lnTo>
                  <a:lnTo>
                    <a:pt x="492" y="335"/>
                  </a:lnTo>
                  <a:lnTo>
                    <a:pt x="492" y="339"/>
                  </a:lnTo>
                  <a:lnTo>
                    <a:pt x="490" y="342"/>
                  </a:lnTo>
                  <a:lnTo>
                    <a:pt x="490" y="342"/>
                  </a:lnTo>
                  <a:lnTo>
                    <a:pt x="486" y="344"/>
                  </a:lnTo>
                  <a:lnTo>
                    <a:pt x="481" y="346"/>
                  </a:lnTo>
                  <a:lnTo>
                    <a:pt x="477" y="348"/>
                  </a:lnTo>
                  <a:lnTo>
                    <a:pt x="473" y="350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64" y="361"/>
                  </a:lnTo>
                  <a:lnTo>
                    <a:pt x="455" y="370"/>
                  </a:lnTo>
                  <a:lnTo>
                    <a:pt x="455" y="370"/>
                  </a:lnTo>
                  <a:lnTo>
                    <a:pt x="450" y="366"/>
                  </a:lnTo>
                  <a:lnTo>
                    <a:pt x="444" y="364"/>
                  </a:lnTo>
                  <a:lnTo>
                    <a:pt x="444" y="364"/>
                  </a:lnTo>
                  <a:lnTo>
                    <a:pt x="440" y="370"/>
                  </a:lnTo>
                  <a:lnTo>
                    <a:pt x="439" y="377"/>
                  </a:lnTo>
                  <a:lnTo>
                    <a:pt x="439" y="377"/>
                  </a:lnTo>
                  <a:lnTo>
                    <a:pt x="431" y="379"/>
                  </a:lnTo>
                  <a:lnTo>
                    <a:pt x="420" y="382"/>
                  </a:lnTo>
                  <a:lnTo>
                    <a:pt x="410" y="384"/>
                  </a:lnTo>
                  <a:lnTo>
                    <a:pt x="402" y="384"/>
                  </a:lnTo>
                  <a:lnTo>
                    <a:pt x="402" y="384"/>
                  </a:lnTo>
                  <a:lnTo>
                    <a:pt x="400" y="382"/>
                  </a:lnTo>
                  <a:lnTo>
                    <a:pt x="399" y="379"/>
                  </a:lnTo>
                  <a:lnTo>
                    <a:pt x="397" y="373"/>
                  </a:lnTo>
                  <a:lnTo>
                    <a:pt x="397" y="373"/>
                  </a:lnTo>
                  <a:lnTo>
                    <a:pt x="393" y="373"/>
                  </a:lnTo>
                  <a:lnTo>
                    <a:pt x="389" y="373"/>
                  </a:lnTo>
                  <a:lnTo>
                    <a:pt x="386" y="373"/>
                  </a:lnTo>
                  <a:lnTo>
                    <a:pt x="382" y="371"/>
                  </a:lnTo>
                  <a:lnTo>
                    <a:pt x="382" y="371"/>
                  </a:lnTo>
                  <a:lnTo>
                    <a:pt x="380" y="368"/>
                  </a:lnTo>
                  <a:lnTo>
                    <a:pt x="377" y="364"/>
                  </a:lnTo>
                  <a:lnTo>
                    <a:pt x="377" y="364"/>
                  </a:lnTo>
                  <a:lnTo>
                    <a:pt x="389" y="366"/>
                  </a:lnTo>
                  <a:lnTo>
                    <a:pt x="395" y="366"/>
                  </a:lnTo>
                  <a:lnTo>
                    <a:pt x="402" y="364"/>
                  </a:lnTo>
                  <a:lnTo>
                    <a:pt x="402" y="364"/>
                  </a:lnTo>
                  <a:lnTo>
                    <a:pt x="406" y="361"/>
                  </a:lnTo>
                  <a:lnTo>
                    <a:pt x="410" y="357"/>
                  </a:lnTo>
                  <a:lnTo>
                    <a:pt x="413" y="351"/>
                  </a:lnTo>
                  <a:lnTo>
                    <a:pt x="417" y="350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0" y="351"/>
                  </a:lnTo>
                  <a:lnTo>
                    <a:pt x="422" y="351"/>
                  </a:lnTo>
                  <a:lnTo>
                    <a:pt x="426" y="351"/>
                  </a:lnTo>
                  <a:lnTo>
                    <a:pt x="426" y="351"/>
                  </a:lnTo>
                  <a:lnTo>
                    <a:pt x="415" y="333"/>
                  </a:lnTo>
                  <a:lnTo>
                    <a:pt x="411" y="324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1" y="320"/>
                  </a:lnTo>
                  <a:close/>
                  <a:moveTo>
                    <a:pt x="346" y="310"/>
                  </a:moveTo>
                  <a:lnTo>
                    <a:pt x="346" y="310"/>
                  </a:lnTo>
                  <a:lnTo>
                    <a:pt x="351" y="313"/>
                  </a:lnTo>
                  <a:lnTo>
                    <a:pt x="358" y="317"/>
                  </a:lnTo>
                  <a:lnTo>
                    <a:pt x="358" y="317"/>
                  </a:lnTo>
                  <a:lnTo>
                    <a:pt x="373" y="320"/>
                  </a:lnTo>
                  <a:lnTo>
                    <a:pt x="373" y="322"/>
                  </a:lnTo>
                  <a:lnTo>
                    <a:pt x="369" y="320"/>
                  </a:lnTo>
                  <a:lnTo>
                    <a:pt x="369" y="320"/>
                  </a:lnTo>
                  <a:lnTo>
                    <a:pt x="351" y="324"/>
                  </a:lnTo>
                  <a:lnTo>
                    <a:pt x="331" y="322"/>
                  </a:lnTo>
                  <a:lnTo>
                    <a:pt x="331" y="317"/>
                  </a:lnTo>
                  <a:lnTo>
                    <a:pt x="331" y="317"/>
                  </a:lnTo>
                  <a:lnTo>
                    <a:pt x="337" y="317"/>
                  </a:lnTo>
                  <a:lnTo>
                    <a:pt x="340" y="315"/>
                  </a:lnTo>
                  <a:lnTo>
                    <a:pt x="340" y="315"/>
                  </a:lnTo>
                  <a:lnTo>
                    <a:pt x="342" y="313"/>
                  </a:lnTo>
                  <a:lnTo>
                    <a:pt x="344" y="311"/>
                  </a:lnTo>
                  <a:lnTo>
                    <a:pt x="346" y="310"/>
                  </a:lnTo>
                  <a:lnTo>
                    <a:pt x="346" y="310"/>
                  </a:lnTo>
                  <a:close/>
                  <a:moveTo>
                    <a:pt x="641" y="293"/>
                  </a:moveTo>
                  <a:lnTo>
                    <a:pt x="645" y="293"/>
                  </a:lnTo>
                  <a:lnTo>
                    <a:pt x="645" y="293"/>
                  </a:lnTo>
                  <a:lnTo>
                    <a:pt x="646" y="295"/>
                  </a:lnTo>
                  <a:lnTo>
                    <a:pt x="648" y="297"/>
                  </a:lnTo>
                  <a:lnTo>
                    <a:pt x="652" y="300"/>
                  </a:lnTo>
                  <a:lnTo>
                    <a:pt x="652" y="300"/>
                  </a:lnTo>
                  <a:lnTo>
                    <a:pt x="641" y="313"/>
                  </a:lnTo>
                  <a:lnTo>
                    <a:pt x="641" y="313"/>
                  </a:lnTo>
                  <a:lnTo>
                    <a:pt x="634" y="310"/>
                  </a:lnTo>
                  <a:lnTo>
                    <a:pt x="634" y="310"/>
                  </a:lnTo>
                  <a:lnTo>
                    <a:pt x="634" y="306"/>
                  </a:lnTo>
                  <a:lnTo>
                    <a:pt x="632" y="300"/>
                  </a:lnTo>
                  <a:lnTo>
                    <a:pt x="632" y="300"/>
                  </a:lnTo>
                  <a:lnTo>
                    <a:pt x="637" y="297"/>
                  </a:lnTo>
                  <a:lnTo>
                    <a:pt x="641" y="293"/>
                  </a:lnTo>
                  <a:lnTo>
                    <a:pt x="641" y="293"/>
                  </a:lnTo>
                  <a:close/>
                  <a:moveTo>
                    <a:pt x="366" y="273"/>
                  </a:moveTo>
                  <a:lnTo>
                    <a:pt x="366" y="273"/>
                  </a:lnTo>
                  <a:lnTo>
                    <a:pt x="368" y="275"/>
                  </a:lnTo>
                  <a:lnTo>
                    <a:pt x="368" y="277"/>
                  </a:lnTo>
                  <a:lnTo>
                    <a:pt x="368" y="279"/>
                  </a:lnTo>
                  <a:lnTo>
                    <a:pt x="366" y="279"/>
                  </a:lnTo>
                  <a:lnTo>
                    <a:pt x="366" y="279"/>
                  </a:lnTo>
                  <a:lnTo>
                    <a:pt x="362" y="275"/>
                  </a:lnTo>
                  <a:lnTo>
                    <a:pt x="362" y="273"/>
                  </a:lnTo>
                  <a:lnTo>
                    <a:pt x="366" y="273"/>
                  </a:lnTo>
                  <a:lnTo>
                    <a:pt x="366" y="273"/>
                  </a:lnTo>
                  <a:close/>
                  <a:moveTo>
                    <a:pt x="885" y="264"/>
                  </a:moveTo>
                  <a:lnTo>
                    <a:pt x="885" y="264"/>
                  </a:lnTo>
                  <a:lnTo>
                    <a:pt x="885" y="282"/>
                  </a:lnTo>
                  <a:lnTo>
                    <a:pt x="885" y="302"/>
                  </a:lnTo>
                  <a:lnTo>
                    <a:pt x="885" y="302"/>
                  </a:lnTo>
                  <a:lnTo>
                    <a:pt x="880" y="306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2" y="315"/>
                  </a:lnTo>
                  <a:lnTo>
                    <a:pt x="871" y="320"/>
                  </a:lnTo>
                  <a:lnTo>
                    <a:pt x="871" y="320"/>
                  </a:lnTo>
                  <a:lnTo>
                    <a:pt x="876" y="319"/>
                  </a:lnTo>
                  <a:lnTo>
                    <a:pt x="878" y="317"/>
                  </a:lnTo>
                  <a:lnTo>
                    <a:pt x="878" y="317"/>
                  </a:lnTo>
                  <a:lnTo>
                    <a:pt x="885" y="317"/>
                  </a:lnTo>
                  <a:lnTo>
                    <a:pt x="885" y="317"/>
                  </a:lnTo>
                  <a:lnTo>
                    <a:pt x="885" y="324"/>
                  </a:lnTo>
                  <a:lnTo>
                    <a:pt x="885" y="330"/>
                  </a:lnTo>
                  <a:lnTo>
                    <a:pt x="885" y="330"/>
                  </a:lnTo>
                  <a:lnTo>
                    <a:pt x="889" y="330"/>
                  </a:lnTo>
                  <a:lnTo>
                    <a:pt x="892" y="330"/>
                  </a:lnTo>
                  <a:lnTo>
                    <a:pt x="896" y="330"/>
                  </a:lnTo>
                  <a:lnTo>
                    <a:pt x="898" y="330"/>
                  </a:lnTo>
                  <a:lnTo>
                    <a:pt x="898" y="330"/>
                  </a:lnTo>
                  <a:lnTo>
                    <a:pt x="902" y="324"/>
                  </a:lnTo>
                  <a:lnTo>
                    <a:pt x="905" y="317"/>
                  </a:lnTo>
                  <a:lnTo>
                    <a:pt x="905" y="317"/>
                  </a:lnTo>
                  <a:lnTo>
                    <a:pt x="905" y="311"/>
                  </a:lnTo>
                  <a:lnTo>
                    <a:pt x="905" y="304"/>
                  </a:lnTo>
                  <a:lnTo>
                    <a:pt x="907" y="300"/>
                  </a:lnTo>
                  <a:lnTo>
                    <a:pt x="909" y="297"/>
                  </a:lnTo>
                  <a:lnTo>
                    <a:pt x="912" y="297"/>
                  </a:lnTo>
                  <a:lnTo>
                    <a:pt x="918" y="295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302"/>
                  </a:lnTo>
                  <a:lnTo>
                    <a:pt x="920" y="302"/>
                  </a:lnTo>
                  <a:lnTo>
                    <a:pt x="922" y="304"/>
                  </a:lnTo>
                  <a:lnTo>
                    <a:pt x="922" y="306"/>
                  </a:lnTo>
                  <a:lnTo>
                    <a:pt x="918" y="313"/>
                  </a:lnTo>
                  <a:lnTo>
                    <a:pt x="918" y="313"/>
                  </a:lnTo>
                  <a:lnTo>
                    <a:pt x="947" y="320"/>
                  </a:lnTo>
                  <a:lnTo>
                    <a:pt x="947" y="320"/>
                  </a:lnTo>
                  <a:lnTo>
                    <a:pt x="949" y="315"/>
                  </a:lnTo>
                  <a:lnTo>
                    <a:pt x="953" y="310"/>
                  </a:lnTo>
                  <a:lnTo>
                    <a:pt x="947" y="302"/>
                  </a:lnTo>
                  <a:lnTo>
                    <a:pt x="947" y="302"/>
                  </a:lnTo>
                  <a:lnTo>
                    <a:pt x="942" y="306"/>
                  </a:lnTo>
                  <a:lnTo>
                    <a:pt x="934" y="308"/>
                  </a:lnTo>
                  <a:lnTo>
                    <a:pt x="934" y="302"/>
                  </a:lnTo>
                  <a:lnTo>
                    <a:pt x="934" y="302"/>
                  </a:lnTo>
                  <a:lnTo>
                    <a:pt x="929" y="295"/>
                  </a:lnTo>
                  <a:lnTo>
                    <a:pt x="920" y="284"/>
                  </a:lnTo>
                  <a:lnTo>
                    <a:pt x="914" y="279"/>
                  </a:lnTo>
                  <a:lnTo>
                    <a:pt x="909" y="275"/>
                  </a:lnTo>
                  <a:lnTo>
                    <a:pt x="903" y="273"/>
                  </a:lnTo>
                  <a:lnTo>
                    <a:pt x="898" y="273"/>
                  </a:lnTo>
                  <a:lnTo>
                    <a:pt x="898" y="273"/>
                  </a:lnTo>
                  <a:lnTo>
                    <a:pt x="896" y="277"/>
                  </a:lnTo>
                  <a:lnTo>
                    <a:pt x="894" y="279"/>
                  </a:lnTo>
                  <a:lnTo>
                    <a:pt x="892" y="279"/>
                  </a:lnTo>
                  <a:lnTo>
                    <a:pt x="892" y="279"/>
                  </a:lnTo>
                  <a:lnTo>
                    <a:pt x="892" y="273"/>
                  </a:lnTo>
                  <a:lnTo>
                    <a:pt x="892" y="269"/>
                  </a:lnTo>
                  <a:lnTo>
                    <a:pt x="896" y="266"/>
                  </a:lnTo>
                  <a:lnTo>
                    <a:pt x="896" y="266"/>
                  </a:lnTo>
                  <a:lnTo>
                    <a:pt x="885" y="264"/>
                  </a:lnTo>
                  <a:lnTo>
                    <a:pt x="885" y="264"/>
                  </a:lnTo>
                  <a:close/>
                  <a:moveTo>
                    <a:pt x="891" y="257"/>
                  </a:moveTo>
                  <a:lnTo>
                    <a:pt x="896" y="264"/>
                  </a:lnTo>
                  <a:lnTo>
                    <a:pt x="896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57"/>
                  </a:lnTo>
                  <a:lnTo>
                    <a:pt x="898" y="257"/>
                  </a:lnTo>
                  <a:lnTo>
                    <a:pt x="891" y="257"/>
                  </a:lnTo>
                  <a:lnTo>
                    <a:pt x="891" y="257"/>
                  </a:lnTo>
                  <a:close/>
                  <a:moveTo>
                    <a:pt x="903" y="229"/>
                  </a:moveTo>
                  <a:lnTo>
                    <a:pt x="903" y="229"/>
                  </a:lnTo>
                  <a:lnTo>
                    <a:pt x="907" y="231"/>
                  </a:lnTo>
                  <a:lnTo>
                    <a:pt x="909" y="235"/>
                  </a:lnTo>
                  <a:lnTo>
                    <a:pt x="907" y="238"/>
                  </a:lnTo>
                  <a:lnTo>
                    <a:pt x="905" y="238"/>
                  </a:lnTo>
                  <a:lnTo>
                    <a:pt x="903" y="240"/>
                  </a:lnTo>
                  <a:lnTo>
                    <a:pt x="903" y="235"/>
                  </a:lnTo>
                  <a:lnTo>
                    <a:pt x="903" y="235"/>
                  </a:lnTo>
                  <a:lnTo>
                    <a:pt x="898" y="237"/>
                  </a:lnTo>
                  <a:lnTo>
                    <a:pt x="896" y="237"/>
                  </a:lnTo>
                  <a:lnTo>
                    <a:pt x="898" y="235"/>
                  </a:lnTo>
                  <a:lnTo>
                    <a:pt x="898" y="235"/>
                  </a:lnTo>
                  <a:lnTo>
                    <a:pt x="900" y="231"/>
                  </a:lnTo>
                  <a:lnTo>
                    <a:pt x="902" y="229"/>
                  </a:lnTo>
                  <a:lnTo>
                    <a:pt x="903" y="229"/>
                  </a:lnTo>
                  <a:lnTo>
                    <a:pt x="903" y="229"/>
                  </a:lnTo>
                  <a:close/>
                  <a:moveTo>
                    <a:pt x="340" y="220"/>
                  </a:moveTo>
                  <a:lnTo>
                    <a:pt x="340" y="220"/>
                  </a:lnTo>
                  <a:lnTo>
                    <a:pt x="351" y="220"/>
                  </a:lnTo>
                  <a:lnTo>
                    <a:pt x="366" y="224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57" y="229"/>
                  </a:lnTo>
                  <a:lnTo>
                    <a:pt x="357" y="229"/>
                  </a:lnTo>
                  <a:lnTo>
                    <a:pt x="355" y="228"/>
                  </a:lnTo>
                  <a:lnTo>
                    <a:pt x="353" y="228"/>
                  </a:lnTo>
                  <a:lnTo>
                    <a:pt x="353" y="228"/>
                  </a:lnTo>
                  <a:lnTo>
                    <a:pt x="342" y="233"/>
                  </a:lnTo>
                  <a:lnTo>
                    <a:pt x="342" y="233"/>
                  </a:lnTo>
                  <a:lnTo>
                    <a:pt x="348" y="235"/>
                  </a:lnTo>
                  <a:lnTo>
                    <a:pt x="351" y="237"/>
                  </a:lnTo>
                  <a:lnTo>
                    <a:pt x="351" y="237"/>
                  </a:lnTo>
                  <a:lnTo>
                    <a:pt x="364" y="240"/>
                  </a:lnTo>
                  <a:lnTo>
                    <a:pt x="371" y="242"/>
                  </a:lnTo>
                  <a:lnTo>
                    <a:pt x="377" y="242"/>
                  </a:lnTo>
                  <a:lnTo>
                    <a:pt x="377" y="242"/>
                  </a:lnTo>
                  <a:lnTo>
                    <a:pt x="379" y="240"/>
                  </a:lnTo>
                  <a:lnTo>
                    <a:pt x="380" y="238"/>
                  </a:lnTo>
                  <a:lnTo>
                    <a:pt x="382" y="237"/>
                  </a:lnTo>
                  <a:lnTo>
                    <a:pt x="382" y="237"/>
                  </a:lnTo>
                  <a:lnTo>
                    <a:pt x="384" y="240"/>
                  </a:lnTo>
                  <a:lnTo>
                    <a:pt x="384" y="244"/>
                  </a:lnTo>
                  <a:lnTo>
                    <a:pt x="384" y="248"/>
                  </a:lnTo>
                  <a:lnTo>
                    <a:pt x="384" y="248"/>
                  </a:lnTo>
                  <a:lnTo>
                    <a:pt x="380" y="251"/>
                  </a:lnTo>
                  <a:lnTo>
                    <a:pt x="377" y="255"/>
                  </a:lnTo>
                  <a:lnTo>
                    <a:pt x="377" y="255"/>
                  </a:lnTo>
                  <a:lnTo>
                    <a:pt x="379" y="259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68" y="262"/>
                  </a:lnTo>
                  <a:lnTo>
                    <a:pt x="353" y="262"/>
                  </a:lnTo>
                  <a:lnTo>
                    <a:pt x="353" y="262"/>
                  </a:lnTo>
                  <a:lnTo>
                    <a:pt x="353" y="269"/>
                  </a:lnTo>
                  <a:lnTo>
                    <a:pt x="353" y="269"/>
                  </a:lnTo>
                  <a:lnTo>
                    <a:pt x="362" y="273"/>
                  </a:lnTo>
                  <a:lnTo>
                    <a:pt x="362" y="273"/>
                  </a:lnTo>
                  <a:lnTo>
                    <a:pt x="348" y="275"/>
                  </a:lnTo>
                  <a:lnTo>
                    <a:pt x="342" y="277"/>
                  </a:lnTo>
                  <a:lnTo>
                    <a:pt x="335" y="279"/>
                  </a:lnTo>
                  <a:lnTo>
                    <a:pt x="335" y="279"/>
                  </a:lnTo>
                  <a:lnTo>
                    <a:pt x="331" y="284"/>
                  </a:lnTo>
                  <a:lnTo>
                    <a:pt x="328" y="288"/>
                  </a:lnTo>
                  <a:lnTo>
                    <a:pt x="328" y="288"/>
                  </a:lnTo>
                  <a:lnTo>
                    <a:pt x="326" y="289"/>
                  </a:lnTo>
                  <a:lnTo>
                    <a:pt x="324" y="288"/>
                  </a:lnTo>
                  <a:lnTo>
                    <a:pt x="324" y="286"/>
                  </a:lnTo>
                  <a:lnTo>
                    <a:pt x="324" y="286"/>
                  </a:lnTo>
                  <a:lnTo>
                    <a:pt x="331" y="279"/>
                  </a:lnTo>
                  <a:lnTo>
                    <a:pt x="335" y="273"/>
                  </a:lnTo>
                  <a:lnTo>
                    <a:pt x="338" y="271"/>
                  </a:lnTo>
                  <a:lnTo>
                    <a:pt x="338" y="271"/>
                  </a:lnTo>
                  <a:lnTo>
                    <a:pt x="344" y="271"/>
                  </a:lnTo>
                  <a:lnTo>
                    <a:pt x="348" y="271"/>
                  </a:lnTo>
                  <a:lnTo>
                    <a:pt x="348" y="271"/>
                  </a:lnTo>
                  <a:lnTo>
                    <a:pt x="344" y="269"/>
                  </a:lnTo>
                  <a:lnTo>
                    <a:pt x="344" y="268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0" y="268"/>
                  </a:lnTo>
                  <a:lnTo>
                    <a:pt x="337" y="266"/>
                  </a:lnTo>
                  <a:lnTo>
                    <a:pt x="333" y="266"/>
                  </a:lnTo>
                  <a:lnTo>
                    <a:pt x="331" y="266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20" y="279"/>
                  </a:lnTo>
                  <a:lnTo>
                    <a:pt x="318" y="284"/>
                  </a:lnTo>
                  <a:lnTo>
                    <a:pt x="313" y="284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297" y="273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2" y="271"/>
                  </a:lnTo>
                  <a:lnTo>
                    <a:pt x="300" y="269"/>
                  </a:lnTo>
                  <a:lnTo>
                    <a:pt x="300" y="268"/>
                  </a:lnTo>
                  <a:lnTo>
                    <a:pt x="298" y="266"/>
                  </a:lnTo>
                  <a:lnTo>
                    <a:pt x="309" y="255"/>
                  </a:lnTo>
                  <a:lnTo>
                    <a:pt x="309" y="255"/>
                  </a:lnTo>
                  <a:lnTo>
                    <a:pt x="306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2" y="248"/>
                  </a:lnTo>
                  <a:lnTo>
                    <a:pt x="306" y="248"/>
                  </a:lnTo>
                  <a:lnTo>
                    <a:pt x="317" y="249"/>
                  </a:lnTo>
                  <a:lnTo>
                    <a:pt x="317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18" y="242"/>
                  </a:lnTo>
                  <a:lnTo>
                    <a:pt x="313" y="237"/>
                  </a:lnTo>
                  <a:lnTo>
                    <a:pt x="313" y="237"/>
                  </a:lnTo>
                  <a:lnTo>
                    <a:pt x="302" y="235"/>
                  </a:lnTo>
                  <a:lnTo>
                    <a:pt x="291" y="235"/>
                  </a:lnTo>
                  <a:lnTo>
                    <a:pt x="291" y="235"/>
                  </a:lnTo>
                  <a:lnTo>
                    <a:pt x="287" y="235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82" y="229"/>
                  </a:lnTo>
                  <a:lnTo>
                    <a:pt x="282" y="229"/>
                  </a:lnTo>
                  <a:lnTo>
                    <a:pt x="287" y="229"/>
                  </a:lnTo>
                  <a:lnTo>
                    <a:pt x="295" y="229"/>
                  </a:lnTo>
                  <a:lnTo>
                    <a:pt x="300" y="229"/>
                  </a:lnTo>
                  <a:lnTo>
                    <a:pt x="309" y="229"/>
                  </a:lnTo>
                  <a:lnTo>
                    <a:pt x="309" y="229"/>
                  </a:lnTo>
                  <a:lnTo>
                    <a:pt x="317" y="228"/>
                  </a:lnTo>
                  <a:lnTo>
                    <a:pt x="324" y="224"/>
                  </a:lnTo>
                  <a:lnTo>
                    <a:pt x="333" y="222"/>
                  </a:lnTo>
                  <a:lnTo>
                    <a:pt x="340" y="220"/>
                  </a:lnTo>
                  <a:lnTo>
                    <a:pt x="340" y="220"/>
                  </a:lnTo>
                  <a:close/>
                  <a:moveTo>
                    <a:pt x="871" y="202"/>
                  </a:moveTo>
                  <a:lnTo>
                    <a:pt x="874" y="207"/>
                  </a:lnTo>
                  <a:lnTo>
                    <a:pt x="874" y="207"/>
                  </a:lnTo>
                  <a:lnTo>
                    <a:pt x="874" y="204"/>
                  </a:lnTo>
                  <a:lnTo>
                    <a:pt x="874" y="204"/>
                  </a:lnTo>
                  <a:lnTo>
                    <a:pt x="871" y="202"/>
                  </a:lnTo>
                  <a:lnTo>
                    <a:pt x="871" y="202"/>
                  </a:lnTo>
                  <a:close/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7" name="Freeform 310">
              <a:extLst>
                <a:ext uri="{FF2B5EF4-FFF2-40B4-BE49-F238E27FC236}">
                  <a16:creationId xmlns:a16="http://schemas.microsoft.com/office/drawing/2014/main" id="{31FDA9C2-3778-4025-963B-06CEF312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5302" y="1066575"/>
              <a:ext cx="1502284" cy="969885"/>
            </a:xfrm>
            <a:custGeom>
              <a:avLst/>
              <a:gdLst>
                <a:gd name="T0" fmla="*/ 724 w 1013"/>
                <a:gd name="T1" fmla="*/ 375 h 654"/>
                <a:gd name="T2" fmla="*/ 891 w 1013"/>
                <a:gd name="T3" fmla="*/ 539 h 654"/>
                <a:gd name="T4" fmla="*/ 771 w 1013"/>
                <a:gd name="T5" fmla="*/ 446 h 654"/>
                <a:gd name="T6" fmla="*/ 869 w 1013"/>
                <a:gd name="T7" fmla="*/ 426 h 654"/>
                <a:gd name="T8" fmla="*/ 715 w 1013"/>
                <a:gd name="T9" fmla="*/ 359 h 654"/>
                <a:gd name="T10" fmla="*/ 720 w 1013"/>
                <a:gd name="T11" fmla="*/ 235 h 654"/>
                <a:gd name="T12" fmla="*/ 365 w 1013"/>
                <a:gd name="T13" fmla="*/ 468 h 654"/>
                <a:gd name="T14" fmla="*/ 445 w 1013"/>
                <a:gd name="T15" fmla="*/ 470 h 654"/>
                <a:gd name="T16" fmla="*/ 137 w 1013"/>
                <a:gd name="T17" fmla="*/ 333 h 654"/>
                <a:gd name="T18" fmla="*/ 108 w 1013"/>
                <a:gd name="T19" fmla="*/ 404 h 654"/>
                <a:gd name="T20" fmla="*/ 182 w 1013"/>
                <a:gd name="T21" fmla="*/ 474 h 654"/>
                <a:gd name="T22" fmla="*/ 339 w 1013"/>
                <a:gd name="T23" fmla="*/ 435 h 654"/>
                <a:gd name="T24" fmla="*/ 314 w 1013"/>
                <a:gd name="T25" fmla="*/ 381 h 654"/>
                <a:gd name="T26" fmla="*/ 255 w 1013"/>
                <a:gd name="T27" fmla="*/ 342 h 654"/>
                <a:gd name="T28" fmla="*/ 383 w 1013"/>
                <a:gd name="T29" fmla="*/ 310 h 654"/>
                <a:gd name="T30" fmla="*/ 434 w 1013"/>
                <a:gd name="T31" fmla="*/ 375 h 654"/>
                <a:gd name="T32" fmla="*/ 11 w 1013"/>
                <a:gd name="T33" fmla="*/ 348 h 654"/>
                <a:gd name="T34" fmla="*/ 110 w 1013"/>
                <a:gd name="T35" fmla="*/ 299 h 654"/>
                <a:gd name="T36" fmla="*/ 483 w 1013"/>
                <a:gd name="T37" fmla="*/ 249 h 654"/>
                <a:gd name="T38" fmla="*/ 658 w 1013"/>
                <a:gd name="T39" fmla="*/ 213 h 654"/>
                <a:gd name="T40" fmla="*/ 332 w 1013"/>
                <a:gd name="T41" fmla="*/ 255 h 654"/>
                <a:gd name="T42" fmla="*/ 387 w 1013"/>
                <a:gd name="T43" fmla="*/ 248 h 654"/>
                <a:gd name="T44" fmla="*/ 428 w 1013"/>
                <a:gd name="T45" fmla="*/ 237 h 654"/>
                <a:gd name="T46" fmla="*/ 501 w 1013"/>
                <a:gd name="T47" fmla="*/ 235 h 654"/>
                <a:gd name="T48" fmla="*/ 663 w 1013"/>
                <a:gd name="T49" fmla="*/ 290 h 654"/>
                <a:gd name="T50" fmla="*/ 561 w 1013"/>
                <a:gd name="T51" fmla="*/ 248 h 654"/>
                <a:gd name="T52" fmla="*/ 239 w 1013"/>
                <a:gd name="T53" fmla="*/ 248 h 654"/>
                <a:gd name="T54" fmla="*/ 162 w 1013"/>
                <a:gd name="T55" fmla="*/ 269 h 654"/>
                <a:gd name="T56" fmla="*/ 268 w 1013"/>
                <a:gd name="T57" fmla="*/ 268 h 654"/>
                <a:gd name="T58" fmla="*/ 461 w 1013"/>
                <a:gd name="T59" fmla="*/ 195 h 654"/>
                <a:gd name="T60" fmla="*/ 119 w 1013"/>
                <a:gd name="T61" fmla="*/ 184 h 654"/>
                <a:gd name="T62" fmla="*/ 77 w 1013"/>
                <a:gd name="T63" fmla="*/ 231 h 654"/>
                <a:gd name="T64" fmla="*/ 221 w 1013"/>
                <a:gd name="T65" fmla="*/ 177 h 654"/>
                <a:gd name="T66" fmla="*/ 175 w 1013"/>
                <a:gd name="T67" fmla="*/ 167 h 654"/>
                <a:gd name="T68" fmla="*/ 439 w 1013"/>
                <a:gd name="T69" fmla="*/ 173 h 654"/>
                <a:gd name="T70" fmla="*/ 350 w 1013"/>
                <a:gd name="T71" fmla="*/ 164 h 654"/>
                <a:gd name="T72" fmla="*/ 310 w 1013"/>
                <a:gd name="T73" fmla="*/ 136 h 654"/>
                <a:gd name="T74" fmla="*/ 684 w 1013"/>
                <a:gd name="T75" fmla="*/ 120 h 654"/>
                <a:gd name="T76" fmla="*/ 461 w 1013"/>
                <a:gd name="T77" fmla="*/ 84 h 654"/>
                <a:gd name="T78" fmla="*/ 514 w 1013"/>
                <a:gd name="T79" fmla="*/ 140 h 654"/>
                <a:gd name="T80" fmla="*/ 594 w 1013"/>
                <a:gd name="T81" fmla="*/ 158 h 654"/>
                <a:gd name="T82" fmla="*/ 561 w 1013"/>
                <a:gd name="T83" fmla="*/ 233 h 654"/>
                <a:gd name="T84" fmla="*/ 700 w 1013"/>
                <a:gd name="T85" fmla="*/ 240 h 654"/>
                <a:gd name="T86" fmla="*/ 802 w 1013"/>
                <a:gd name="T87" fmla="*/ 149 h 654"/>
                <a:gd name="T88" fmla="*/ 824 w 1013"/>
                <a:gd name="T89" fmla="*/ 127 h 654"/>
                <a:gd name="T90" fmla="*/ 995 w 1013"/>
                <a:gd name="T91" fmla="*/ 27 h 654"/>
                <a:gd name="T92" fmla="*/ 820 w 1013"/>
                <a:gd name="T93" fmla="*/ 20 h 654"/>
                <a:gd name="T94" fmla="*/ 676 w 1013"/>
                <a:gd name="T95" fmla="*/ 49 h 654"/>
                <a:gd name="T96" fmla="*/ 561 w 1013"/>
                <a:gd name="T97" fmla="*/ 60 h 654"/>
                <a:gd name="T98" fmla="*/ 656 w 1013"/>
                <a:gd name="T99" fmla="*/ 87 h 654"/>
                <a:gd name="T100" fmla="*/ 997 w 1013"/>
                <a:gd name="T101" fmla="*/ 512 h 654"/>
                <a:gd name="T102" fmla="*/ 928 w 1013"/>
                <a:gd name="T103" fmla="*/ 490 h 654"/>
                <a:gd name="T104" fmla="*/ 888 w 1013"/>
                <a:gd name="T105" fmla="*/ 419 h 654"/>
                <a:gd name="T106" fmla="*/ 822 w 1013"/>
                <a:gd name="T107" fmla="*/ 382 h 654"/>
                <a:gd name="T108" fmla="*/ 667 w 1013"/>
                <a:gd name="T109" fmla="*/ 310 h 654"/>
                <a:gd name="T110" fmla="*/ 612 w 1013"/>
                <a:gd name="T111" fmla="*/ 388 h 654"/>
                <a:gd name="T112" fmla="*/ 587 w 1013"/>
                <a:gd name="T113" fmla="*/ 406 h 654"/>
                <a:gd name="T114" fmla="*/ 738 w 1013"/>
                <a:gd name="T115" fmla="*/ 417 h 654"/>
                <a:gd name="T116" fmla="*/ 813 w 1013"/>
                <a:gd name="T117" fmla="*/ 461 h 654"/>
                <a:gd name="T118" fmla="*/ 773 w 1013"/>
                <a:gd name="T119" fmla="*/ 616 h 654"/>
                <a:gd name="T120" fmla="*/ 871 w 1013"/>
                <a:gd name="T121" fmla="*/ 641 h 654"/>
                <a:gd name="T122" fmla="*/ 944 w 1013"/>
                <a:gd name="T123" fmla="*/ 625 h 654"/>
                <a:gd name="T124" fmla="*/ 926 w 1013"/>
                <a:gd name="T125" fmla="*/ 54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3" h="654">
                  <a:moveTo>
                    <a:pt x="793" y="133"/>
                  </a:moveTo>
                  <a:lnTo>
                    <a:pt x="793" y="133"/>
                  </a:lnTo>
                  <a:lnTo>
                    <a:pt x="793" y="142"/>
                  </a:lnTo>
                  <a:lnTo>
                    <a:pt x="793" y="142"/>
                  </a:lnTo>
                  <a:lnTo>
                    <a:pt x="800" y="144"/>
                  </a:lnTo>
                  <a:lnTo>
                    <a:pt x="806" y="146"/>
                  </a:lnTo>
                  <a:lnTo>
                    <a:pt x="809" y="146"/>
                  </a:lnTo>
                  <a:lnTo>
                    <a:pt x="809" y="146"/>
                  </a:lnTo>
                  <a:lnTo>
                    <a:pt x="809" y="140"/>
                  </a:lnTo>
                  <a:lnTo>
                    <a:pt x="811" y="138"/>
                  </a:lnTo>
                  <a:lnTo>
                    <a:pt x="813" y="138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793" y="133"/>
                  </a:lnTo>
                  <a:lnTo>
                    <a:pt x="793" y="133"/>
                  </a:lnTo>
                  <a:close/>
                  <a:moveTo>
                    <a:pt x="951" y="56"/>
                  </a:moveTo>
                  <a:lnTo>
                    <a:pt x="951" y="56"/>
                  </a:lnTo>
                  <a:lnTo>
                    <a:pt x="955" y="56"/>
                  </a:lnTo>
                  <a:lnTo>
                    <a:pt x="955" y="56"/>
                  </a:lnTo>
                  <a:lnTo>
                    <a:pt x="953" y="58"/>
                  </a:lnTo>
                  <a:lnTo>
                    <a:pt x="953" y="58"/>
                  </a:lnTo>
                  <a:lnTo>
                    <a:pt x="955" y="60"/>
                  </a:lnTo>
                  <a:lnTo>
                    <a:pt x="955" y="60"/>
                  </a:lnTo>
                  <a:lnTo>
                    <a:pt x="950" y="64"/>
                  </a:lnTo>
                  <a:lnTo>
                    <a:pt x="944" y="67"/>
                  </a:lnTo>
                  <a:lnTo>
                    <a:pt x="944" y="67"/>
                  </a:lnTo>
                  <a:lnTo>
                    <a:pt x="940" y="67"/>
                  </a:lnTo>
                  <a:lnTo>
                    <a:pt x="935" y="65"/>
                  </a:lnTo>
                  <a:lnTo>
                    <a:pt x="930" y="64"/>
                  </a:lnTo>
                  <a:lnTo>
                    <a:pt x="930" y="64"/>
                  </a:lnTo>
                  <a:lnTo>
                    <a:pt x="950" y="62"/>
                  </a:lnTo>
                  <a:lnTo>
                    <a:pt x="950" y="62"/>
                  </a:lnTo>
                  <a:lnTo>
                    <a:pt x="950" y="58"/>
                  </a:lnTo>
                  <a:lnTo>
                    <a:pt x="951" y="56"/>
                  </a:lnTo>
                  <a:lnTo>
                    <a:pt x="951" y="56"/>
                  </a:lnTo>
                  <a:close/>
                  <a:moveTo>
                    <a:pt x="893" y="25"/>
                  </a:moveTo>
                  <a:lnTo>
                    <a:pt x="893" y="25"/>
                  </a:lnTo>
                  <a:lnTo>
                    <a:pt x="897" y="25"/>
                  </a:lnTo>
                  <a:lnTo>
                    <a:pt x="897" y="27"/>
                  </a:lnTo>
                  <a:lnTo>
                    <a:pt x="893" y="31"/>
                  </a:lnTo>
                  <a:lnTo>
                    <a:pt x="893" y="31"/>
                  </a:lnTo>
                  <a:lnTo>
                    <a:pt x="886" y="31"/>
                  </a:lnTo>
                  <a:lnTo>
                    <a:pt x="886" y="31"/>
                  </a:lnTo>
                  <a:lnTo>
                    <a:pt x="886" y="29"/>
                  </a:lnTo>
                  <a:lnTo>
                    <a:pt x="888" y="27"/>
                  </a:lnTo>
                  <a:lnTo>
                    <a:pt x="893" y="25"/>
                  </a:lnTo>
                  <a:lnTo>
                    <a:pt x="893" y="25"/>
                  </a:lnTo>
                  <a:close/>
                  <a:moveTo>
                    <a:pt x="827" y="382"/>
                  </a:moveTo>
                  <a:lnTo>
                    <a:pt x="829" y="388"/>
                  </a:lnTo>
                  <a:lnTo>
                    <a:pt x="829" y="388"/>
                  </a:lnTo>
                  <a:lnTo>
                    <a:pt x="829" y="384"/>
                  </a:lnTo>
                  <a:lnTo>
                    <a:pt x="829" y="382"/>
                  </a:lnTo>
                  <a:lnTo>
                    <a:pt x="827" y="382"/>
                  </a:lnTo>
                  <a:lnTo>
                    <a:pt x="827" y="382"/>
                  </a:lnTo>
                  <a:close/>
                  <a:moveTo>
                    <a:pt x="724" y="366"/>
                  </a:moveTo>
                  <a:lnTo>
                    <a:pt x="724" y="366"/>
                  </a:lnTo>
                  <a:lnTo>
                    <a:pt x="725" y="370"/>
                  </a:lnTo>
                  <a:lnTo>
                    <a:pt x="725" y="373"/>
                  </a:lnTo>
                  <a:lnTo>
                    <a:pt x="724" y="375"/>
                  </a:lnTo>
                  <a:lnTo>
                    <a:pt x="722" y="375"/>
                  </a:lnTo>
                  <a:lnTo>
                    <a:pt x="722" y="375"/>
                  </a:lnTo>
                  <a:lnTo>
                    <a:pt x="722" y="368"/>
                  </a:lnTo>
                  <a:lnTo>
                    <a:pt x="722" y="366"/>
                  </a:lnTo>
                  <a:lnTo>
                    <a:pt x="724" y="366"/>
                  </a:lnTo>
                  <a:lnTo>
                    <a:pt x="724" y="366"/>
                  </a:lnTo>
                  <a:close/>
                  <a:moveTo>
                    <a:pt x="851" y="648"/>
                  </a:moveTo>
                  <a:lnTo>
                    <a:pt x="855" y="654"/>
                  </a:lnTo>
                  <a:lnTo>
                    <a:pt x="855" y="654"/>
                  </a:lnTo>
                  <a:lnTo>
                    <a:pt x="858" y="654"/>
                  </a:lnTo>
                  <a:lnTo>
                    <a:pt x="858" y="652"/>
                  </a:lnTo>
                  <a:lnTo>
                    <a:pt x="851" y="648"/>
                  </a:lnTo>
                  <a:lnTo>
                    <a:pt x="851" y="648"/>
                  </a:lnTo>
                  <a:close/>
                  <a:moveTo>
                    <a:pt x="966" y="627"/>
                  </a:moveTo>
                  <a:lnTo>
                    <a:pt x="966" y="627"/>
                  </a:lnTo>
                  <a:lnTo>
                    <a:pt x="957" y="630"/>
                  </a:lnTo>
                  <a:lnTo>
                    <a:pt x="957" y="630"/>
                  </a:lnTo>
                  <a:lnTo>
                    <a:pt x="955" y="630"/>
                  </a:lnTo>
                  <a:lnTo>
                    <a:pt x="955" y="632"/>
                  </a:lnTo>
                  <a:lnTo>
                    <a:pt x="957" y="634"/>
                  </a:lnTo>
                  <a:lnTo>
                    <a:pt x="964" y="639"/>
                  </a:lnTo>
                  <a:lnTo>
                    <a:pt x="964" y="639"/>
                  </a:lnTo>
                  <a:lnTo>
                    <a:pt x="968" y="632"/>
                  </a:lnTo>
                  <a:lnTo>
                    <a:pt x="970" y="628"/>
                  </a:lnTo>
                  <a:lnTo>
                    <a:pt x="968" y="627"/>
                  </a:lnTo>
                  <a:lnTo>
                    <a:pt x="966" y="627"/>
                  </a:lnTo>
                  <a:lnTo>
                    <a:pt x="966" y="627"/>
                  </a:lnTo>
                  <a:close/>
                  <a:moveTo>
                    <a:pt x="848" y="570"/>
                  </a:moveTo>
                  <a:lnTo>
                    <a:pt x="848" y="570"/>
                  </a:lnTo>
                  <a:lnTo>
                    <a:pt x="853" y="572"/>
                  </a:lnTo>
                  <a:lnTo>
                    <a:pt x="858" y="576"/>
                  </a:lnTo>
                  <a:lnTo>
                    <a:pt x="862" y="579"/>
                  </a:lnTo>
                  <a:lnTo>
                    <a:pt x="864" y="585"/>
                  </a:lnTo>
                  <a:lnTo>
                    <a:pt x="866" y="588"/>
                  </a:lnTo>
                  <a:lnTo>
                    <a:pt x="866" y="594"/>
                  </a:lnTo>
                  <a:lnTo>
                    <a:pt x="864" y="596"/>
                  </a:lnTo>
                  <a:lnTo>
                    <a:pt x="862" y="596"/>
                  </a:lnTo>
                  <a:lnTo>
                    <a:pt x="862" y="596"/>
                  </a:lnTo>
                  <a:lnTo>
                    <a:pt x="844" y="592"/>
                  </a:lnTo>
                  <a:lnTo>
                    <a:pt x="844" y="592"/>
                  </a:lnTo>
                  <a:lnTo>
                    <a:pt x="848" y="588"/>
                  </a:lnTo>
                  <a:lnTo>
                    <a:pt x="848" y="585"/>
                  </a:lnTo>
                  <a:lnTo>
                    <a:pt x="848" y="577"/>
                  </a:lnTo>
                  <a:lnTo>
                    <a:pt x="844" y="574"/>
                  </a:lnTo>
                  <a:lnTo>
                    <a:pt x="844" y="572"/>
                  </a:lnTo>
                  <a:lnTo>
                    <a:pt x="848" y="570"/>
                  </a:lnTo>
                  <a:lnTo>
                    <a:pt x="848" y="570"/>
                  </a:lnTo>
                  <a:close/>
                  <a:moveTo>
                    <a:pt x="857" y="512"/>
                  </a:moveTo>
                  <a:lnTo>
                    <a:pt x="857" y="512"/>
                  </a:lnTo>
                  <a:lnTo>
                    <a:pt x="864" y="521"/>
                  </a:lnTo>
                  <a:lnTo>
                    <a:pt x="864" y="521"/>
                  </a:lnTo>
                  <a:lnTo>
                    <a:pt x="866" y="523"/>
                  </a:lnTo>
                  <a:lnTo>
                    <a:pt x="869" y="523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84" y="526"/>
                  </a:lnTo>
                  <a:lnTo>
                    <a:pt x="891" y="532"/>
                  </a:lnTo>
                  <a:lnTo>
                    <a:pt x="891" y="532"/>
                  </a:lnTo>
                  <a:lnTo>
                    <a:pt x="891" y="539"/>
                  </a:lnTo>
                  <a:lnTo>
                    <a:pt x="891" y="539"/>
                  </a:lnTo>
                  <a:lnTo>
                    <a:pt x="888" y="539"/>
                  </a:lnTo>
                  <a:lnTo>
                    <a:pt x="884" y="537"/>
                  </a:lnTo>
                  <a:lnTo>
                    <a:pt x="880" y="537"/>
                  </a:lnTo>
                  <a:lnTo>
                    <a:pt x="878" y="541"/>
                  </a:lnTo>
                  <a:lnTo>
                    <a:pt x="878" y="541"/>
                  </a:lnTo>
                  <a:lnTo>
                    <a:pt x="873" y="541"/>
                  </a:lnTo>
                  <a:lnTo>
                    <a:pt x="869" y="541"/>
                  </a:lnTo>
                  <a:lnTo>
                    <a:pt x="869" y="541"/>
                  </a:lnTo>
                  <a:lnTo>
                    <a:pt x="866" y="545"/>
                  </a:lnTo>
                  <a:lnTo>
                    <a:pt x="862" y="548"/>
                  </a:lnTo>
                  <a:lnTo>
                    <a:pt x="862" y="548"/>
                  </a:lnTo>
                  <a:lnTo>
                    <a:pt x="855" y="535"/>
                  </a:lnTo>
                  <a:lnTo>
                    <a:pt x="853" y="528"/>
                  </a:lnTo>
                  <a:lnTo>
                    <a:pt x="851" y="521"/>
                  </a:lnTo>
                  <a:lnTo>
                    <a:pt x="857" y="512"/>
                  </a:lnTo>
                  <a:close/>
                  <a:moveTo>
                    <a:pt x="800" y="488"/>
                  </a:moveTo>
                  <a:lnTo>
                    <a:pt x="800" y="495"/>
                  </a:lnTo>
                  <a:lnTo>
                    <a:pt x="800" y="495"/>
                  </a:lnTo>
                  <a:lnTo>
                    <a:pt x="807" y="494"/>
                  </a:lnTo>
                  <a:lnTo>
                    <a:pt x="809" y="492"/>
                  </a:lnTo>
                  <a:lnTo>
                    <a:pt x="807" y="490"/>
                  </a:lnTo>
                  <a:lnTo>
                    <a:pt x="800" y="488"/>
                  </a:lnTo>
                  <a:lnTo>
                    <a:pt x="800" y="488"/>
                  </a:lnTo>
                  <a:close/>
                  <a:moveTo>
                    <a:pt x="778" y="481"/>
                  </a:moveTo>
                  <a:lnTo>
                    <a:pt x="778" y="481"/>
                  </a:lnTo>
                  <a:lnTo>
                    <a:pt x="769" y="488"/>
                  </a:lnTo>
                  <a:lnTo>
                    <a:pt x="769" y="488"/>
                  </a:lnTo>
                  <a:lnTo>
                    <a:pt x="771" y="504"/>
                  </a:lnTo>
                  <a:lnTo>
                    <a:pt x="771" y="504"/>
                  </a:lnTo>
                  <a:lnTo>
                    <a:pt x="786" y="503"/>
                  </a:lnTo>
                  <a:lnTo>
                    <a:pt x="786" y="503"/>
                  </a:lnTo>
                  <a:lnTo>
                    <a:pt x="786" y="495"/>
                  </a:lnTo>
                  <a:lnTo>
                    <a:pt x="787" y="488"/>
                  </a:lnTo>
                  <a:lnTo>
                    <a:pt x="787" y="488"/>
                  </a:lnTo>
                  <a:lnTo>
                    <a:pt x="782" y="484"/>
                  </a:lnTo>
                  <a:lnTo>
                    <a:pt x="778" y="481"/>
                  </a:lnTo>
                  <a:lnTo>
                    <a:pt x="778" y="481"/>
                  </a:lnTo>
                  <a:close/>
                  <a:moveTo>
                    <a:pt x="807" y="474"/>
                  </a:moveTo>
                  <a:lnTo>
                    <a:pt x="806" y="481"/>
                  </a:lnTo>
                  <a:lnTo>
                    <a:pt x="807" y="481"/>
                  </a:lnTo>
                  <a:lnTo>
                    <a:pt x="807" y="481"/>
                  </a:lnTo>
                  <a:lnTo>
                    <a:pt x="806" y="481"/>
                  </a:lnTo>
                  <a:lnTo>
                    <a:pt x="806" y="483"/>
                  </a:lnTo>
                  <a:lnTo>
                    <a:pt x="809" y="483"/>
                  </a:lnTo>
                  <a:lnTo>
                    <a:pt x="809" y="483"/>
                  </a:lnTo>
                  <a:lnTo>
                    <a:pt x="811" y="477"/>
                  </a:lnTo>
                  <a:lnTo>
                    <a:pt x="809" y="474"/>
                  </a:lnTo>
                  <a:lnTo>
                    <a:pt x="807" y="474"/>
                  </a:lnTo>
                  <a:lnTo>
                    <a:pt x="807" y="474"/>
                  </a:lnTo>
                  <a:close/>
                  <a:moveTo>
                    <a:pt x="729" y="448"/>
                  </a:moveTo>
                  <a:lnTo>
                    <a:pt x="731" y="453"/>
                  </a:lnTo>
                  <a:lnTo>
                    <a:pt x="731" y="453"/>
                  </a:lnTo>
                  <a:lnTo>
                    <a:pt x="733" y="453"/>
                  </a:lnTo>
                  <a:lnTo>
                    <a:pt x="733" y="452"/>
                  </a:lnTo>
                  <a:lnTo>
                    <a:pt x="729" y="448"/>
                  </a:lnTo>
                  <a:lnTo>
                    <a:pt x="729" y="448"/>
                  </a:lnTo>
                  <a:close/>
                  <a:moveTo>
                    <a:pt x="771" y="446"/>
                  </a:moveTo>
                  <a:lnTo>
                    <a:pt x="771" y="446"/>
                  </a:lnTo>
                  <a:lnTo>
                    <a:pt x="769" y="446"/>
                  </a:lnTo>
                  <a:lnTo>
                    <a:pt x="771" y="448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48"/>
                  </a:lnTo>
                  <a:lnTo>
                    <a:pt x="776" y="446"/>
                  </a:lnTo>
                  <a:lnTo>
                    <a:pt x="771" y="446"/>
                  </a:lnTo>
                  <a:lnTo>
                    <a:pt x="771" y="446"/>
                  </a:lnTo>
                  <a:close/>
                  <a:moveTo>
                    <a:pt x="377" y="444"/>
                  </a:moveTo>
                  <a:lnTo>
                    <a:pt x="377" y="444"/>
                  </a:lnTo>
                  <a:lnTo>
                    <a:pt x="379" y="446"/>
                  </a:lnTo>
                  <a:lnTo>
                    <a:pt x="379" y="448"/>
                  </a:lnTo>
                  <a:lnTo>
                    <a:pt x="379" y="448"/>
                  </a:lnTo>
                  <a:lnTo>
                    <a:pt x="381" y="448"/>
                  </a:lnTo>
                  <a:lnTo>
                    <a:pt x="381" y="446"/>
                  </a:lnTo>
                  <a:lnTo>
                    <a:pt x="377" y="444"/>
                  </a:lnTo>
                  <a:lnTo>
                    <a:pt x="377" y="444"/>
                  </a:lnTo>
                  <a:close/>
                  <a:moveTo>
                    <a:pt x="736" y="441"/>
                  </a:moveTo>
                  <a:lnTo>
                    <a:pt x="736" y="446"/>
                  </a:lnTo>
                  <a:lnTo>
                    <a:pt x="742" y="446"/>
                  </a:lnTo>
                  <a:lnTo>
                    <a:pt x="742" y="446"/>
                  </a:lnTo>
                  <a:lnTo>
                    <a:pt x="740" y="444"/>
                  </a:lnTo>
                  <a:lnTo>
                    <a:pt x="740" y="443"/>
                  </a:lnTo>
                  <a:lnTo>
                    <a:pt x="740" y="441"/>
                  </a:lnTo>
                  <a:lnTo>
                    <a:pt x="736" y="441"/>
                  </a:lnTo>
                  <a:lnTo>
                    <a:pt x="736" y="441"/>
                  </a:lnTo>
                  <a:close/>
                  <a:moveTo>
                    <a:pt x="724" y="433"/>
                  </a:moveTo>
                  <a:lnTo>
                    <a:pt x="720" y="439"/>
                  </a:lnTo>
                  <a:lnTo>
                    <a:pt x="720" y="439"/>
                  </a:lnTo>
                  <a:lnTo>
                    <a:pt x="713" y="439"/>
                  </a:lnTo>
                  <a:lnTo>
                    <a:pt x="707" y="439"/>
                  </a:lnTo>
                  <a:lnTo>
                    <a:pt x="707" y="439"/>
                  </a:lnTo>
                  <a:lnTo>
                    <a:pt x="709" y="444"/>
                  </a:lnTo>
                  <a:lnTo>
                    <a:pt x="709" y="444"/>
                  </a:lnTo>
                  <a:lnTo>
                    <a:pt x="715" y="444"/>
                  </a:lnTo>
                  <a:lnTo>
                    <a:pt x="724" y="446"/>
                  </a:lnTo>
                  <a:lnTo>
                    <a:pt x="724" y="446"/>
                  </a:lnTo>
                  <a:lnTo>
                    <a:pt x="731" y="437"/>
                  </a:lnTo>
                  <a:lnTo>
                    <a:pt x="731" y="435"/>
                  </a:lnTo>
                  <a:lnTo>
                    <a:pt x="731" y="435"/>
                  </a:lnTo>
                  <a:lnTo>
                    <a:pt x="729" y="433"/>
                  </a:lnTo>
                  <a:lnTo>
                    <a:pt x="724" y="433"/>
                  </a:lnTo>
                  <a:lnTo>
                    <a:pt x="724" y="433"/>
                  </a:lnTo>
                  <a:close/>
                  <a:moveTo>
                    <a:pt x="878" y="432"/>
                  </a:moveTo>
                  <a:lnTo>
                    <a:pt x="878" y="432"/>
                  </a:lnTo>
                  <a:lnTo>
                    <a:pt x="884" y="433"/>
                  </a:lnTo>
                  <a:lnTo>
                    <a:pt x="886" y="435"/>
                  </a:lnTo>
                  <a:lnTo>
                    <a:pt x="888" y="437"/>
                  </a:lnTo>
                  <a:lnTo>
                    <a:pt x="886" y="437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77" y="433"/>
                  </a:lnTo>
                  <a:lnTo>
                    <a:pt x="875" y="432"/>
                  </a:lnTo>
                  <a:lnTo>
                    <a:pt x="878" y="432"/>
                  </a:lnTo>
                  <a:lnTo>
                    <a:pt x="878" y="432"/>
                  </a:lnTo>
                  <a:close/>
                  <a:moveTo>
                    <a:pt x="873" y="421"/>
                  </a:moveTo>
                  <a:lnTo>
                    <a:pt x="873" y="426"/>
                  </a:lnTo>
                  <a:lnTo>
                    <a:pt x="873" y="426"/>
                  </a:lnTo>
                  <a:lnTo>
                    <a:pt x="869" y="426"/>
                  </a:lnTo>
                  <a:lnTo>
                    <a:pt x="869" y="424"/>
                  </a:lnTo>
                  <a:lnTo>
                    <a:pt x="871" y="423"/>
                  </a:lnTo>
                  <a:lnTo>
                    <a:pt x="873" y="421"/>
                  </a:lnTo>
                  <a:lnTo>
                    <a:pt x="873" y="421"/>
                  </a:lnTo>
                  <a:close/>
                  <a:moveTo>
                    <a:pt x="676" y="412"/>
                  </a:moveTo>
                  <a:lnTo>
                    <a:pt x="676" y="412"/>
                  </a:lnTo>
                  <a:lnTo>
                    <a:pt x="678" y="413"/>
                  </a:lnTo>
                  <a:lnTo>
                    <a:pt x="680" y="415"/>
                  </a:lnTo>
                  <a:lnTo>
                    <a:pt x="680" y="417"/>
                  </a:lnTo>
                  <a:lnTo>
                    <a:pt x="676" y="417"/>
                  </a:lnTo>
                  <a:lnTo>
                    <a:pt x="676" y="417"/>
                  </a:lnTo>
                  <a:lnTo>
                    <a:pt x="673" y="413"/>
                  </a:lnTo>
                  <a:lnTo>
                    <a:pt x="673" y="412"/>
                  </a:lnTo>
                  <a:lnTo>
                    <a:pt x="676" y="412"/>
                  </a:lnTo>
                  <a:lnTo>
                    <a:pt x="676" y="412"/>
                  </a:lnTo>
                  <a:close/>
                  <a:moveTo>
                    <a:pt x="862" y="402"/>
                  </a:moveTo>
                  <a:lnTo>
                    <a:pt x="862" y="402"/>
                  </a:lnTo>
                  <a:lnTo>
                    <a:pt x="864" y="417"/>
                  </a:lnTo>
                  <a:lnTo>
                    <a:pt x="858" y="417"/>
                  </a:lnTo>
                  <a:lnTo>
                    <a:pt x="858" y="417"/>
                  </a:lnTo>
                  <a:lnTo>
                    <a:pt x="858" y="408"/>
                  </a:lnTo>
                  <a:lnTo>
                    <a:pt x="858" y="404"/>
                  </a:lnTo>
                  <a:lnTo>
                    <a:pt x="862" y="402"/>
                  </a:lnTo>
                  <a:lnTo>
                    <a:pt x="862" y="402"/>
                  </a:lnTo>
                  <a:close/>
                  <a:moveTo>
                    <a:pt x="691" y="319"/>
                  </a:moveTo>
                  <a:lnTo>
                    <a:pt x="691" y="319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3" y="326"/>
                  </a:lnTo>
                  <a:lnTo>
                    <a:pt x="693" y="328"/>
                  </a:lnTo>
                  <a:lnTo>
                    <a:pt x="693" y="328"/>
                  </a:lnTo>
                  <a:lnTo>
                    <a:pt x="691" y="333"/>
                  </a:lnTo>
                  <a:lnTo>
                    <a:pt x="687" y="339"/>
                  </a:lnTo>
                  <a:lnTo>
                    <a:pt x="687" y="339"/>
                  </a:lnTo>
                  <a:lnTo>
                    <a:pt x="705" y="344"/>
                  </a:lnTo>
                  <a:lnTo>
                    <a:pt x="716" y="346"/>
                  </a:lnTo>
                  <a:lnTo>
                    <a:pt x="727" y="346"/>
                  </a:lnTo>
                  <a:lnTo>
                    <a:pt x="727" y="346"/>
                  </a:lnTo>
                  <a:lnTo>
                    <a:pt x="727" y="344"/>
                  </a:lnTo>
                  <a:lnTo>
                    <a:pt x="729" y="342"/>
                  </a:lnTo>
                  <a:lnTo>
                    <a:pt x="731" y="344"/>
                  </a:lnTo>
                  <a:lnTo>
                    <a:pt x="731" y="344"/>
                  </a:lnTo>
                  <a:lnTo>
                    <a:pt x="731" y="351"/>
                  </a:lnTo>
                  <a:lnTo>
                    <a:pt x="731" y="351"/>
                  </a:lnTo>
                  <a:lnTo>
                    <a:pt x="751" y="361"/>
                  </a:lnTo>
                  <a:lnTo>
                    <a:pt x="751" y="361"/>
                  </a:lnTo>
                  <a:lnTo>
                    <a:pt x="740" y="359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62"/>
                  </a:lnTo>
                  <a:lnTo>
                    <a:pt x="729" y="364"/>
                  </a:lnTo>
                  <a:lnTo>
                    <a:pt x="727" y="366"/>
                  </a:lnTo>
                  <a:lnTo>
                    <a:pt x="727" y="366"/>
                  </a:lnTo>
                  <a:lnTo>
                    <a:pt x="725" y="364"/>
                  </a:lnTo>
                  <a:lnTo>
                    <a:pt x="724" y="362"/>
                  </a:lnTo>
                  <a:lnTo>
                    <a:pt x="724" y="355"/>
                  </a:lnTo>
                  <a:lnTo>
                    <a:pt x="724" y="355"/>
                  </a:lnTo>
                  <a:lnTo>
                    <a:pt x="715" y="359"/>
                  </a:lnTo>
                  <a:lnTo>
                    <a:pt x="715" y="359"/>
                  </a:lnTo>
                  <a:lnTo>
                    <a:pt x="716" y="359"/>
                  </a:lnTo>
                  <a:lnTo>
                    <a:pt x="715" y="361"/>
                  </a:lnTo>
                  <a:lnTo>
                    <a:pt x="709" y="361"/>
                  </a:lnTo>
                  <a:lnTo>
                    <a:pt x="709" y="361"/>
                  </a:lnTo>
                  <a:lnTo>
                    <a:pt x="711" y="359"/>
                  </a:lnTo>
                  <a:lnTo>
                    <a:pt x="711" y="357"/>
                  </a:lnTo>
                  <a:lnTo>
                    <a:pt x="711" y="355"/>
                  </a:lnTo>
                  <a:lnTo>
                    <a:pt x="709" y="353"/>
                  </a:lnTo>
                  <a:lnTo>
                    <a:pt x="709" y="353"/>
                  </a:lnTo>
                  <a:lnTo>
                    <a:pt x="705" y="353"/>
                  </a:lnTo>
                  <a:lnTo>
                    <a:pt x="702" y="353"/>
                  </a:lnTo>
                  <a:lnTo>
                    <a:pt x="702" y="353"/>
                  </a:lnTo>
                  <a:lnTo>
                    <a:pt x="700" y="357"/>
                  </a:lnTo>
                  <a:lnTo>
                    <a:pt x="698" y="361"/>
                  </a:lnTo>
                  <a:lnTo>
                    <a:pt x="698" y="364"/>
                  </a:lnTo>
                  <a:lnTo>
                    <a:pt x="700" y="366"/>
                  </a:lnTo>
                  <a:lnTo>
                    <a:pt x="702" y="366"/>
                  </a:lnTo>
                  <a:lnTo>
                    <a:pt x="702" y="366"/>
                  </a:lnTo>
                  <a:lnTo>
                    <a:pt x="700" y="368"/>
                  </a:lnTo>
                  <a:lnTo>
                    <a:pt x="700" y="370"/>
                  </a:lnTo>
                  <a:lnTo>
                    <a:pt x="700" y="370"/>
                  </a:lnTo>
                  <a:lnTo>
                    <a:pt x="691" y="370"/>
                  </a:lnTo>
                  <a:lnTo>
                    <a:pt x="685" y="370"/>
                  </a:lnTo>
                  <a:lnTo>
                    <a:pt x="685" y="370"/>
                  </a:lnTo>
                  <a:lnTo>
                    <a:pt x="687" y="368"/>
                  </a:lnTo>
                  <a:lnTo>
                    <a:pt x="691" y="368"/>
                  </a:lnTo>
                  <a:lnTo>
                    <a:pt x="691" y="368"/>
                  </a:lnTo>
                  <a:lnTo>
                    <a:pt x="689" y="362"/>
                  </a:lnTo>
                  <a:lnTo>
                    <a:pt x="691" y="359"/>
                  </a:lnTo>
                  <a:lnTo>
                    <a:pt x="691" y="359"/>
                  </a:lnTo>
                  <a:lnTo>
                    <a:pt x="693" y="359"/>
                  </a:lnTo>
                  <a:lnTo>
                    <a:pt x="693" y="359"/>
                  </a:lnTo>
                  <a:lnTo>
                    <a:pt x="693" y="355"/>
                  </a:lnTo>
                  <a:lnTo>
                    <a:pt x="687" y="355"/>
                  </a:lnTo>
                  <a:lnTo>
                    <a:pt x="687" y="355"/>
                  </a:lnTo>
                  <a:lnTo>
                    <a:pt x="687" y="353"/>
                  </a:lnTo>
                  <a:lnTo>
                    <a:pt x="689" y="351"/>
                  </a:lnTo>
                  <a:lnTo>
                    <a:pt x="691" y="350"/>
                  </a:lnTo>
                  <a:lnTo>
                    <a:pt x="691" y="346"/>
                  </a:lnTo>
                  <a:lnTo>
                    <a:pt x="691" y="346"/>
                  </a:lnTo>
                  <a:lnTo>
                    <a:pt x="689" y="342"/>
                  </a:lnTo>
                  <a:lnTo>
                    <a:pt x="685" y="342"/>
                  </a:lnTo>
                  <a:lnTo>
                    <a:pt x="684" y="341"/>
                  </a:lnTo>
                  <a:lnTo>
                    <a:pt x="684" y="335"/>
                  </a:lnTo>
                  <a:lnTo>
                    <a:pt x="684" y="331"/>
                  </a:lnTo>
                  <a:lnTo>
                    <a:pt x="684" y="331"/>
                  </a:lnTo>
                  <a:lnTo>
                    <a:pt x="685" y="330"/>
                  </a:lnTo>
                  <a:lnTo>
                    <a:pt x="687" y="326"/>
                  </a:lnTo>
                  <a:lnTo>
                    <a:pt x="691" y="319"/>
                  </a:lnTo>
                  <a:lnTo>
                    <a:pt x="691" y="319"/>
                  </a:lnTo>
                  <a:close/>
                  <a:moveTo>
                    <a:pt x="709" y="275"/>
                  </a:moveTo>
                  <a:lnTo>
                    <a:pt x="713" y="280"/>
                  </a:lnTo>
                  <a:lnTo>
                    <a:pt x="713" y="280"/>
                  </a:lnTo>
                  <a:lnTo>
                    <a:pt x="716" y="280"/>
                  </a:lnTo>
                  <a:lnTo>
                    <a:pt x="718" y="279"/>
                  </a:lnTo>
                  <a:lnTo>
                    <a:pt x="716" y="277"/>
                  </a:lnTo>
                  <a:lnTo>
                    <a:pt x="709" y="275"/>
                  </a:lnTo>
                  <a:lnTo>
                    <a:pt x="709" y="275"/>
                  </a:lnTo>
                  <a:close/>
                  <a:moveTo>
                    <a:pt x="720" y="235"/>
                  </a:moveTo>
                  <a:lnTo>
                    <a:pt x="720" y="235"/>
                  </a:lnTo>
                  <a:lnTo>
                    <a:pt x="713" y="239"/>
                  </a:lnTo>
                  <a:lnTo>
                    <a:pt x="713" y="240"/>
                  </a:lnTo>
                  <a:lnTo>
                    <a:pt x="715" y="244"/>
                  </a:lnTo>
                  <a:lnTo>
                    <a:pt x="720" y="248"/>
                  </a:lnTo>
                  <a:lnTo>
                    <a:pt x="720" y="248"/>
                  </a:lnTo>
                  <a:lnTo>
                    <a:pt x="724" y="240"/>
                  </a:lnTo>
                  <a:lnTo>
                    <a:pt x="724" y="237"/>
                  </a:lnTo>
                  <a:lnTo>
                    <a:pt x="722" y="235"/>
                  </a:lnTo>
                  <a:lnTo>
                    <a:pt x="720" y="235"/>
                  </a:lnTo>
                  <a:lnTo>
                    <a:pt x="720" y="235"/>
                  </a:lnTo>
                  <a:close/>
                  <a:moveTo>
                    <a:pt x="685" y="191"/>
                  </a:moveTo>
                  <a:lnTo>
                    <a:pt x="685" y="191"/>
                  </a:lnTo>
                  <a:lnTo>
                    <a:pt x="696" y="195"/>
                  </a:lnTo>
                  <a:lnTo>
                    <a:pt x="698" y="197"/>
                  </a:lnTo>
                  <a:lnTo>
                    <a:pt x="693" y="197"/>
                  </a:lnTo>
                  <a:lnTo>
                    <a:pt x="693" y="197"/>
                  </a:lnTo>
                  <a:lnTo>
                    <a:pt x="685" y="193"/>
                  </a:lnTo>
                  <a:lnTo>
                    <a:pt x="684" y="191"/>
                  </a:lnTo>
                  <a:lnTo>
                    <a:pt x="685" y="191"/>
                  </a:lnTo>
                  <a:lnTo>
                    <a:pt x="685" y="191"/>
                  </a:lnTo>
                  <a:close/>
                  <a:moveTo>
                    <a:pt x="724" y="40"/>
                  </a:moveTo>
                  <a:lnTo>
                    <a:pt x="724" y="40"/>
                  </a:lnTo>
                  <a:lnTo>
                    <a:pt x="729" y="40"/>
                  </a:lnTo>
                  <a:lnTo>
                    <a:pt x="729" y="42"/>
                  </a:lnTo>
                  <a:lnTo>
                    <a:pt x="727" y="45"/>
                  </a:lnTo>
                  <a:lnTo>
                    <a:pt x="727" y="45"/>
                  </a:lnTo>
                  <a:lnTo>
                    <a:pt x="722" y="44"/>
                  </a:lnTo>
                  <a:lnTo>
                    <a:pt x="722" y="42"/>
                  </a:lnTo>
                  <a:lnTo>
                    <a:pt x="724" y="40"/>
                  </a:lnTo>
                  <a:lnTo>
                    <a:pt x="724" y="40"/>
                  </a:lnTo>
                  <a:close/>
                  <a:moveTo>
                    <a:pt x="771" y="31"/>
                  </a:moveTo>
                  <a:lnTo>
                    <a:pt x="771" y="31"/>
                  </a:lnTo>
                  <a:lnTo>
                    <a:pt x="773" y="31"/>
                  </a:lnTo>
                  <a:lnTo>
                    <a:pt x="773" y="34"/>
                  </a:lnTo>
                  <a:lnTo>
                    <a:pt x="771" y="36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3"/>
                  </a:lnTo>
                  <a:lnTo>
                    <a:pt x="769" y="31"/>
                  </a:lnTo>
                  <a:lnTo>
                    <a:pt x="771" y="31"/>
                  </a:lnTo>
                  <a:lnTo>
                    <a:pt x="771" y="31"/>
                  </a:lnTo>
                  <a:close/>
                  <a:moveTo>
                    <a:pt x="312" y="468"/>
                  </a:moveTo>
                  <a:lnTo>
                    <a:pt x="312" y="468"/>
                  </a:lnTo>
                  <a:lnTo>
                    <a:pt x="308" y="468"/>
                  </a:lnTo>
                  <a:lnTo>
                    <a:pt x="308" y="470"/>
                  </a:lnTo>
                  <a:lnTo>
                    <a:pt x="312" y="470"/>
                  </a:lnTo>
                  <a:lnTo>
                    <a:pt x="321" y="474"/>
                  </a:lnTo>
                  <a:lnTo>
                    <a:pt x="321" y="474"/>
                  </a:lnTo>
                  <a:lnTo>
                    <a:pt x="319" y="470"/>
                  </a:lnTo>
                  <a:lnTo>
                    <a:pt x="317" y="468"/>
                  </a:lnTo>
                  <a:lnTo>
                    <a:pt x="312" y="468"/>
                  </a:lnTo>
                  <a:lnTo>
                    <a:pt x="312" y="468"/>
                  </a:lnTo>
                  <a:close/>
                  <a:moveTo>
                    <a:pt x="363" y="461"/>
                  </a:moveTo>
                  <a:lnTo>
                    <a:pt x="363" y="461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3" y="468"/>
                  </a:lnTo>
                  <a:lnTo>
                    <a:pt x="365" y="468"/>
                  </a:lnTo>
                  <a:lnTo>
                    <a:pt x="365" y="468"/>
                  </a:lnTo>
                  <a:lnTo>
                    <a:pt x="368" y="466"/>
                  </a:lnTo>
                  <a:lnTo>
                    <a:pt x="368" y="463"/>
                  </a:lnTo>
                  <a:lnTo>
                    <a:pt x="368" y="461"/>
                  </a:lnTo>
                  <a:lnTo>
                    <a:pt x="363" y="461"/>
                  </a:lnTo>
                  <a:lnTo>
                    <a:pt x="363" y="461"/>
                  </a:lnTo>
                  <a:close/>
                  <a:moveTo>
                    <a:pt x="387" y="453"/>
                  </a:moveTo>
                  <a:lnTo>
                    <a:pt x="387" y="453"/>
                  </a:lnTo>
                  <a:lnTo>
                    <a:pt x="387" y="453"/>
                  </a:lnTo>
                  <a:lnTo>
                    <a:pt x="385" y="455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83" y="457"/>
                  </a:lnTo>
                  <a:lnTo>
                    <a:pt x="385" y="459"/>
                  </a:lnTo>
                  <a:lnTo>
                    <a:pt x="388" y="461"/>
                  </a:lnTo>
                  <a:lnTo>
                    <a:pt x="390" y="461"/>
                  </a:lnTo>
                  <a:lnTo>
                    <a:pt x="390" y="461"/>
                  </a:lnTo>
                  <a:lnTo>
                    <a:pt x="392" y="455"/>
                  </a:lnTo>
                  <a:lnTo>
                    <a:pt x="392" y="453"/>
                  </a:lnTo>
                  <a:lnTo>
                    <a:pt x="387" y="453"/>
                  </a:lnTo>
                  <a:lnTo>
                    <a:pt x="387" y="453"/>
                  </a:lnTo>
                  <a:close/>
                  <a:moveTo>
                    <a:pt x="423" y="432"/>
                  </a:moveTo>
                  <a:lnTo>
                    <a:pt x="423" y="433"/>
                  </a:lnTo>
                  <a:lnTo>
                    <a:pt x="423" y="433"/>
                  </a:lnTo>
                  <a:lnTo>
                    <a:pt x="417" y="437"/>
                  </a:lnTo>
                  <a:lnTo>
                    <a:pt x="416" y="441"/>
                  </a:lnTo>
                  <a:lnTo>
                    <a:pt x="414" y="444"/>
                  </a:lnTo>
                  <a:lnTo>
                    <a:pt x="414" y="444"/>
                  </a:lnTo>
                  <a:lnTo>
                    <a:pt x="414" y="452"/>
                  </a:lnTo>
                  <a:lnTo>
                    <a:pt x="414" y="452"/>
                  </a:lnTo>
                  <a:lnTo>
                    <a:pt x="408" y="452"/>
                  </a:lnTo>
                  <a:lnTo>
                    <a:pt x="405" y="453"/>
                  </a:lnTo>
                  <a:lnTo>
                    <a:pt x="405" y="453"/>
                  </a:lnTo>
                  <a:lnTo>
                    <a:pt x="405" y="457"/>
                  </a:lnTo>
                  <a:lnTo>
                    <a:pt x="405" y="461"/>
                  </a:lnTo>
                  <a:lnTo>
                    <a:pt x="405" y="461"/>
                  </a:lnTo>
                  <a:lnTo>
                    <a:pt x="408" y="461"/>
                  </a:lnTo>
                  <a:lnTo>
                    <a:pt x="410" y="463"/>
                  </a:lnTo>
                  <a:lnTo>
                    <a:pt x="414" y="463"/>
                  </a:lnTo>
                  <a:lnTo>
                    <a:pt x="416" y="463"/>
                  </a:lnTo>
                  <a:lnTo>
                    <a:pt x="416" y="463"/>
                  </a:lnTo>
                  <a:lnTo>
                    <a:pt x="417" y="461"/>
                  </a:lnTo>
                  <a:lnTo>
                    <a:pt x="419" y="459"/>
                  </a:lnTo>
                  <a:lnTo>
                    <a:pt x="421" y="459"/>
                  </a:lnTo>
                  <a:lnTo>
                    <a:pt x="421" y="459"/>
                  </a:lnTo>
                  <a:lnTo>
                    <a:pt x="421" y="463"/>
                  </a:lnTo>
                  <a:lnTo>
                    <a:pt x="421" y="468"/>
                  </a:lnTo>
                  <a:lnTo>
                    <a:pt x="421" y="468"/>
                  </a:lnTo>
                  <a:lnTo>
                    <a:pt x="425" y="470"/>
                  </a:lnTo>
                  <a:lnTo>
                    <a:pt x="428" y="474"/>
                  </a:lnTo>
                  <a:lnTo>
                    <a:pt x="436" y="475"/>
                  </a:lnTo>
                  <a:lnTo>
                    <a:pt x="436" y="475"/>
                  </a:lnTo>
                  <a:lnTo>
                    <a:pt x="438" y="474"/>
                  </a:lnTo>
                  <a:lnTo>
                    <a:pt x="439" y="472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441" y="468"/>
                  </a:lnTo>
                  <a:lnTo>
                    <a:pt x="443" y="468"/>
                  </a:lnTo>
                  <a:lnTo>
                    <a:pt x="445" y="470"/>
                  </a:lnTo>
                  <a:lnTo>
                    <a:pt x="465" y="466"/>
                  </a:lnTo>
                  <a:lnTo>
                    <a:pt x="465" y="466"/>
                  </a:lnTo>
                  <a:lnTo>
                    <a:pt x="465" y="463"/>
                  </a:lnTo>
                  <a:lnTo>
                    <a:pt x="463" y="463"/>
                  </a:lnTo>
                  <a:lnTo>
                    <a:pt x="458" y="463"/>
                  </a:lnTo>
                  <a:lnTo>
                    <a:pt x="458" y="463"/>
                  </a:lnTo>
                  <a:lnTo>
                    <a:pt x="458" y="453"/>
                  </a:lnTo>
                  <a:lnTo>
                    <a:pt x="459" y="450"/>
                  </a:lnTo>
                  <a:lnTo>
                    <a:pt x="458" y="446"/>
                  </a:lnTo>
                  <a:lnTo>
                    <a:pt x="458" y="446"/>
                  </a:lnTo>
                  <a:lnTo>
                    <a:pt x="452" y="443"/>
                  </a:lnTo>
                  <a:lnTo>
                    <a:pt x="443" y="437"/>
                  </a:lnTo>
                  <a:lnTo>
                    <a:pt x="432" y="433"/>
                  </a:lnTo>
                  <a:lnTo>
                    <a:pt x="423" y="432"/>
                  </a:lnTo>
                  <a:lnTo>
                    <a:pt x="423" y="432"/>
                  </a:lnTo>
                  <a:close/>
                  <a:moveTo>
                    <a:pt x="600" y="424"/>
                  </a:moveTo>
                  <a:lnTo>
                    <a:pt x="600" y="424"/>
                  </a:lnTo>
                  <a:lnTo>
                    <a:pt x="602" y="428"/>
                  </a:lnTo>
                  <a:lnTo>
                    <a:pt x="602" y="433"/>
                  </a:lnTo>
                  <a:lnTo>
                    <a:pt x="602" y="433"/>
                  </a:lnTo>
                  <a:lnTo>
                    <a:pt x="605" y="437"/>
                  </a:lnTo>
                  <a:lnTo>
                    <a:pt x="607" y="437"/>
                  </a:lnTo>
                  <a:lnTo>
                    <a:pt x="611" y="437"/>
                  </a:lnTo>
                  <a:lnTo>
                    <a:pt x="614" y="439"/>
                  </a:lnTo>
                  <a:lnTo>
                    <a:pt x="614" y="437"/>
                  </a:lnTo>
                  <a:lnTo>
                    <a:pt x="614" y="437"/>
                  </a:lnTo>
                  <a:lnTo>
                    <a:pt x="607" y="430"/>
                  </a:lnTo>
                  <a:lnTo>
                    <a:pt x="600" y="424"/>
                  </a:lnTo>
                  <a:lnTo>
                    <a:pt x="600" y="424"/>
                  </a:lnTo>
                  <a:close/>
                  <a:moveTo>
                    <a:pt x="383" y="404"/>
                  </a:moveTo>
                  <a:lnTo>
                    <a:pt x="383" y="404"/>
                  </a:lnTo>
                  <a:lnTo>
                    <a:pt x="379" y="406"/>
                  </a:lnTo>
                  <a:lnTo>
                    <a:pt x="379" y="410"/>
                  </a:lnTo>
                  <a:lnTo>
                    <a:pt x="379" y="413"/>
                  </a:lnTo>
                  <a:lnTo>
                    <a:pt x="379" y="415"/>
                  </a:lnTo>
                  <a:lnTo>
                    <a:pt x="383" y="413"/>
                  </a:lnTo>
                  <a:lnTo>
                    <a:pt x="383" y="413"/>
                  </a:lnTo>
                  <a:lnTo>
                    <a:pt x="385" y="408"/>
                  </a:lnTo>
                  <a:lnTo>
                    <a:pt x="385" y="404"/>
                  </a:lnTo>
                  <a:lnTo>
                    <a:pt x="385" y="404"/>
                  </a:lnTo>
                  <a:lnTo>
                    <a:pt x="383" y="404"/>
                  </a:lnTo>
                  <a:lnTo>
                    <a:pt x="383" y="404"/>
                  </a:lnTo>
                  <a:close/>
                  <a:moveTo>
                    <a:pt x="441" y="320"/>
                  </a:moveTo>
                  <a:lnTo>
                    <a:pt x="441" y="326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5" y="324"/>
                  </a:lnTo>
                  <a:lnTo>
                    <a:pt x="445" y="322"/>
                  </a:lnTo>
                  <a:lnTo>
                    <a:pt x="445" y="322"/>
                  </a:lnTo>
                  <a:lnTo>
                    <a:pt x="441" y="320"/>
                  </a:lnTo>
                  <a:lnTo>
                    <a:pt x="441" y="320"/>
                  </a:lnTo>
                  <a:close/>
                  <a:moveTo>
                    <a:pt x="162" y="317"/>
                  </a:moveTo>
                  <a:lnTo>
                    <a:pt x="162" y="317"/>
                  </a:lnTo>
                  <a:lnTo>
                    <a:pt x="153" y="326"/>
                  </a:lnTo>
                  <a:lnTo>
                    <a:pt x="150" y="330"/>
                  </a:lnTo>
                  <a:lnTo>
                    <a:pt x="144" y="333"/>
                  </a:lnTo>
                  <a:lnTo>
                    <a:pt x="144" y="333"/>
                  </a:lnTo>
                  <a:lnTo>
                    <a:pt x="141" y="333"/>
                  </a:lnTo>
                  <a:lnTo>
                    <a:pt x="137" y="333"/>
                  </a:lnTo>
                  <a:lnTo>
                    <a:pt x="128" y="333"/>
                  </a:lnTo>
                  <a:lnTo>
                    <a:pt x="128" y="333"/>
                  </a:lnTo>
                  <a:lnTo>
                    <a:pt x="122" y="337"/>
                  </a:lnTo>
                  <a:lnTo>
                    <a:pt x="119" y="341"/>
                  </a:lnTo>
                  <a:lnTo>
                    <a:pt x="119" y="341"/>
                  </a:lnTo>
                  <a:lnTo>
                    <a:pt x="115" y="341"/>
                  </a:lnTo>
                  <a:lnTo>
                    <a:pt x="111" y="341"/>
                  </a:lnTo>
                  <a:lnTo>
                    <a:pt x="111" y="341"/>
                  </a:lnTo>
                  <a:lnTo>
                    <a:pt x="108" y="346"/>
                  </a:lnTo>
                  <a:lnTo>
                    <a:pt x="108" y="350"/>
                  </a:lnTo>
                  <a:lnTo>
                    <a:pt x="108" y="353"/>
                  </a:lnTo>
                  <a:lnTo>
                    <a:pt x="108" y="359"/>
                  </a:lnTo>
                  <a:lnTo>
                    <a:pt x="106" y="359"/>
                  </a:lnTo>
                  <a:lnTo>
                    <a:pt x="106" y="359"/>
                  </a:lnTo>
                  <a:lnTo>
                    <a:pt x="100" y="361"/>
                  </a:lnTo>
                  <a:lnTo>
                    <a:pt x="97" y="366"/>
                  </a:lnTo>
                  <a:lnTo>
                    <a:pt x="89" y="375"/>
                  </a:lnTo>
                  <a:lnTo>
                    <a:pt x="89" y="375"/>
                  </a:lnTo>
                  <a:lnTo>
                    <a:pt x="86" y="375"/>
                  </a:lnTo>
                  <a:lnTo>
                    <a:pt x="86" y="377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93" y="382"/>
                  </a:lnTo>
                  <a:lnTo>
                    <a:pt x="99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6" y="381"/>
                  </a:lnTo>
                  <a:lnTo>
                    <a:pt x="108" y="377"/>
                  </a:lnTo>
                  <a:lnTo>
                    <a:pt x="108" y="377"/>
                  </a:lnTo>
                  <a:lnTo>
                    <a:pt x="108" y="379"/>
                  </a:lnTo>
                  <a:lnTo>
                    <a:pt x="108" y="379"/>
                  </a:lnTo>
                  <a:lnTo>
                    <a:pt x="110" y="381"/>
                  </a:lnTo>
                  <a:lnTo>
                    <a:pt x="113" y="384"/>
                  </a:lnTo>
                  <a:lnTo>
                    <a:pt x="113" y="384"/>
                  </a:lnTo>
                  <a:lnTo>
                    <a:pt x="106" y="386"/>
                  </a:lnTo>
                  <a:lnTo>
                    <a:pt x="104" y="388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108" y="390"/>
                  </a:lnTo>
                  <a:lnTo>
                    <a:pt x="111" y="390"/>
                  </a:lnTo>
                  <a:lnTo>
                    <a:pt x="115" y="390"/>
                  </a:lnTo>
                  <a:lnTo>
                    <a:pt x="119" y="390"/>
                  </a:lnTo>
                  <a:lnTo>
                    <a:pt x="119" y="390"/>
                  </a:lnTo>
                  <a:lnTo>
                    <a:pt x="119" y="382"/>
                  </a:lnTo>
                  <a:lnTo>
                    <a:pt x="119" y="382"/>
                  </a:lnTo>
                  <a:lnTo>
                    <a:pt x="137" y="382"/>
                  </a:lnTo>
                  <a:lnTo>
                    <a:pt x="157" y="381"/>
                  </a:lnTo>
                  <a:lnTo>
                    <a:pt x="159" y="384"/>
                  </a:lnTo>
                  <a:lnTo>
                    <a:pt x="159" y="384"/>
                  </a:lnTo>
                  <a:lnTo>
                    <a:pt x="142" y="386"/>
                  </a:lnTo>
                  <a:lnTo>
                    <a:pt x="135" y="388"/>
                  </a:lnTo>
                  <a:lnTo>
                    <a:pt x="128" y="390"/>
                  </a:lnTo>
                  <a:lnTo>
                    <a:pt x="126" y="395"/>
                  </a:lnTo>
                  <a:lnTo>
                    <a:pt x="126" y="395"/>
                  </a:lnTo>
                  <a:lnTo>
                    <a:pt x="117" y="397"/>
                  </a:lnTo>
                  <a:lnTo>
                    <a:pt x="108" y="397"/>
                  </a:lnTo>
                  <a:lnTo>
                    <a:pt x="108" y="397"/>
                  </a:lnTo>
                  <a:lnTo>
                    <a:pt x="108" y="404"/>
                  </a:lnTo>
                  <a:lnTo>
                    <a:pt x="108" y="404"/>
                  </a:lnTo>
                  <a:lnTo>
                    <a:pt x="111" y="404"/>
                  </a:lnTo>
                  <a:lnTo>
                    <a:pt x="113" y="406"/>
                  </a:lnTo>
                  <a:lnTo>
                    <a:pt x="113" y="406"/>
                  </a:lnTo>
                  <a:lnTo>
                    <a:pt x="137" y="408"/>
                  </a:lnTo>
                  <a:lnTo>
                    <a:pt x="162" y="406"/>
                  </a:lnTo>
                  <a:lnTo>
                    <a:pt x="162" y="406"/>
                  </a:lnTo>
                  <a:lnTo>
                    <a:pt x="168" y="404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77" y="404"/>
                  </a:lnTo>
                  <a:lnTo>
                    <a:pt x="179" y="406"/>
                  </a:lnTo>
                  <a:lnTo>
                    <a:pt x="182" y="406"/>
                  </a:lnTo>
                  <a:lnTo>
                    <a:pt x="190" y="399"/>
                  </a:lnTo>
                  <a:lnTo>
                    <a:pt x="190" y="399"/>
                  </a:lnTo>
                  <a:lnTo>
                    <a:pt x="192" y="401"/>
                  </a:lnTo>
                  <a:lnTo>
                    <a:pt x="193" y="402"/>
                  </a:lnTo>
                  <a:lnTo>
                    <a:pt x="197" y="406"/>
                  </a:lnTo>
                  <a:lnTo>
                    <a:pt x="197" y="406"/>
                  </a:lnTo>
                  <a:lnTo>
                    <a:pt x="201" y="408"/>
                  </a:lnTo>
                  <a:lnTo>
                    <a:pt x="204" y="406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06" y="413"/>
                  </a:lnTo>
                  <a:lnTo>
                    <a:pt x="204" y="417"/>
                  </a:lnTo>
                  <a:lnTo>
                    <a:pt x="201" y="419"/>
                  </a:lnTo>
                  <a:lnTo>
                    <a:pt x="201" y="419"/>
                  </a:lnTo>
                  <a:lnTo>
                    <a:pt x="192" y="421"/>
                  </a:lnTo>
                  <a:lnTo>
                    <a:pt x="181" y="419"/>
                  </a:lnTo>
                  <a:lnTo>
                    <a:pt x="171" y="417"/>
                  </a:lnTo>
                  <a:lnTo>
                    <a:pt x="162" y="417"/>
                  </a:lnTo>
                  <a:lnTo>
                    <a:pt x="162" y="417"/>
                  </a:lnTo>
                  <a:lnTo>
                    <a:pt x="155" y="421"/>
                  </a:lnTo>
                  <a:lnTo>
                    <a:pt x="150" y="424"/>
                  </a:lnTo>
                  <a:lnTo>
                    <a:pt x="150" y="424"/>
                  </a:lnTo>
                  <a:lnTo>
                    <a:pt x="142" y="424"/>
                  </a:lnTo>
                  <a:lnTo>
                    <a:pt x="139" y="424"/>
                  </a:lnTo>
                  <a:lnTo>
                    <a:pt x="126" y="424"/>
                  </a:lnTo>
                  <a:lnTo>
                    <a:pt x="126" y="424"/>
                  </a:lnTo>
                  <a:lnTo>
                    <a:pt x="126" y="433"/>
                  </a:lnTo>
                  <a:lnTo>
                    <a:pt x="126" y="441"/>
                  </a:lnTo>
                  <a:lnTo>
                    <a:pt x="126" y="441"/>
                  </a:lnTo>
                  <a:lnTo>
                    <a:pt x="130" y="443"/>
                  </a:lnTo>
                  <a:lnTo>
                    <a:pt x="135" y="444"/>
                  </a:lnTo>
                  <a:lnTo>
                    <a:pt x="135" y="448"/>
                  </a:lnTo>
                  <a:lnTo>
                    <a:pt x="135" y="448"/>
                  </a:lnTo>
                  <a:lnTo>
                    <a:pt x="144" y="452"/>
                  </a:lnTo>
                  <a:lnTo>
                    <a:pt x="153" y="452"/>
                  </a:lnTo>
                  <a:lnTo>
                    <a:pt x="164" y="453"/>
                  </a:lnTo>
                  <a:lnTo>
                    <a:pt x="171" y="455"/>
                  </a:lnTo>
                  <a:lnTo>
                    <a:pt x="171" y="455"/>
                  </a:lnTo>
                  <a:lnTo>
                    <a:pt x="171" y="463"/>
                  </a:lnTo>
                  <a:lnTo>
                    <a:pt x="171" y="470"/>
                  </a:lnTo>
                  <a:lnTo>
                    <a:pt x="171" y="470"/>
                  </a:lnTo>
                  <a:lnTo>
                    <a:pt x="175" y="470"/>
                  </a:lnTo>
                  <a:lnTo>
                    <a:pt x="177" y="470"/>
                  </a:lnTo>
                  <a:lnTo>
                    <a:pt x="179" y="468"/>
                  </a:lnTo>
                  <a:lnTo>
                    <a:pt x="182" y="468"/>
                  </a:lnTo>
                  <a:lnTo>
                    <a:pt x="182" y="474"/>
                  </a:lnTo>
                  <a:lnTo>
                    <a:pt x="182" y="474"/>
                  </a:lnTo>
                  <a:lnTo>
                    <a:pt x="213" y="470"/>
                  </a:lnTo>
                  <a:lnTo>
                    <a:pt x="230" y="468"/>
                  </a:lnTo>
                  <a:lnTo>
                    <a:pt x="243" y="466"/>
                  </a:lnTo>
                  <a:lnTo>
                    <a:pt x="244" y="461"/>
                  </a:lnTo>
                  <a:lnTo>
                    <a:pt x="244" y="461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70" y="453"/>
                  </a:lnTo>
                  <a:lnTo>
                    <a:pt x="275" y="453"/>
                  </a:lnTo>
                  <a:lnTo>
                    <a:pt x="275" y="453"/>
                  </a:lnTo>
                  <a:lnTo>
                    <a:pt x="279" y="450"/>
                  </a:lnTo>
                  <a:lnTo>
                    <a:pt x="286" y="443"/>
                  </a:lnTo>
                  <a:lnTo>
                    <a:pt x="292" y="437"/>
                  </a:lnTo>
                  <a:lnTo>
                    <a:pt x="297" y="433"/>
                  </a:lnTo>
                  <a:lnTo>
                    <a:pt x="297" y="433"/>
                  </a:lnTo>
                  <a:lnTo>
                    <a:pt x="305" y="433"/>
                  </a:lnTo>
                  <a:lnTo>
                    <a:pt x="305" y="433"/>
                  </a:lnTo>
                  <a:lnTo>
                    <a:pt x="301" y="441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315" y="452"/>
                  </a:lnTo>
                  <a:lnTo>
                    <a:pt x="315" y="452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9" y="457"/>
                  </a:lnTo>
                  <a:lnTo>
                    <a:pt x="321" y="455"/>
                  </a:lnTo>
                  <a:lnTo>
                    <a:pt x="323" y="453"/>
                  </a:lnTo>
                  <a:lnTo>
                    <a:pt x="326" y="453"/>
                  </a:lnTo>
                  <a:lnTo>
                    <a:pt x="328" y="459"/>
                  </a:lnTo>
                  <a:lnTo>
                    <a:pt x="328" y="459"/>
                  </a:lnTo>
                  <a:lnTo>
                    <a:pt x="334" y="457"/>
                  </a:lnTo>
                  <a:lnTo>
                    <a:pt x="341" y="459"/>
                  </a:lnTo>
                  <a:lnTo>
                    <a:pt x="341" y="461"/>
                  </a:lnTo>
                  <a:lnTo>
                    <a:pt x="341" y="461"/>
                  </a:lnTo>
                  <a:lnTo>
                    <a:pt x="345" y="461"/>
                  </a:lnTo>
                  <a:lnTo>
                    <a:pt x="346" y="459"/>
                  </a:lnTo>
                  <a:lnTo>
                    <a:pt x="348" y="455"/>
                  </a:lnTo>
                  <a:lnTo>
                    <a:pt x="348" y="455"/>
                  </a:lnTo>
                  <a:lnTo>
                    <a:pt x="352" y="455"/>
                  </a:lnTo>
                  <a:lnTo>
                    <a:pt x="356" y="457"/>
                  </a:lnTo>
                  <a:lnTo>
                    <a:pt x="359" y="457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8" y="45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65" y="444"/>
                  </a:lnTo>
                  <a:lnTo>
                    <a:pt x="357" y="441"/>
                  </a:lnTo>
                  <a:lnTo>
                    <a:pt x="357" y="441"/>
                  </a:lnTo>
                  <a:lnTo>
                    <a:pt x="356" y="446"/>
                  </a:lnTo>
                  <a:lnTo>
                    <a:pt x="356" y="446"/>
                  </a:lnTo>
                  <a:lnTo>
                    <a:pt x="350" y="446"/>
                  </a:lnTo>
                  <a:lnTo>
                    <a:pt x="345" y="446"/>
                  </a:lnTo>
                  <a:lnTo>
                    <a:pt x="345" y="446"/>
                  </a:lnTo>
                  <a:lnTo>
                    <a:pt x="345" y="441"/>
                  </a:lnTo>
                  <a:lnTo>
                    <a:pt x="343" y="439"/>
                  </a:lnTo>
                  <a:lnTo>
                    <a:pt x="343" y="439"/>
                  </a:lnTo>
                  <a:lnTo>
                    <a:pt x="339" y="437"/>
                  </a:lnTo>
                  <a:lnTo>
                    <a:pt x="339" y="435"/>
                  </a:lnTo>
                  <a:lnTo>
                    <a:pt x="346" y="435"/>
                  </a:lnTo>
                  <a:lnTo>
                    <a:pt x="365" y="439"/>
                  </a:lnTo>
                  <a:lnTo>
                    <a:pt x="365" y="439"/>
                  </a:lnTo>
                  <a:lnTo>
                    <a:pt x="366" y="439"/>
                  </a:lnTo>
                  <a:lnTo>
                    <a:pt x="359" y="437"/>
                  </a:lnTo>
                  <a:lnTo>
                    <a:pt x="359" y="432"/>
                  </a:lnTo>
                  <a:lnTo>
                    <a:pt x="359" y="432"/>
                  </a:lnTo>
                  <a:lnTo>
                    <a:pt x="363" y="432"/>
                  </a:lnTo>
                  <a:lnTo>
                    <a:pt x="365" y="430"/>
                  </a:lnTo>
                  <a:lnTo>
                    <a:pt x="366" y="428"/>
                  </a:lnTo>
                  <a:lnTo>
                    <a:pt x="370" y="428"/>
                  </a:lnTo>
                  <a:lnTo>
                    <a:pt x="370" y="433"/>
                  </a:lnTo>
                  <a:lnTo>
                    <a:pt x="370" y="433"/>
                  </a:lnTo>
                  <a:lnTo>
                    <a:pt x="377" y="433"/>
                  </a:lnTo>
                  <a:lnTo>
                    <a:pt x="377" y="433"/>
                  </a:lnTo>
                  <a:lnTo>
                    <a:pt x="377" y="441"/>
                  </a:lnTo>
                  <a:lnTo>
                    <a:pt x="377" y="441"/>
                  </a:lnTo>
                  <a:lnTo>
                    <a:pt x="381" y="443"/>
                  </a:lnTo>
                  <a:lnTo>
                    <a:pt x="383" y="441"/>
                  </a:lnTo>
                  <a:lnTo>
                    <a:pt x="387" y="439"/>
                  </a:lnTo>
                  <a:lnTo>
                    <a:pt x="385" y="435"/>
                  </a:lnTo>
                  <a:lnTo>
                    <a:pt x="385" y="433"/>
                  </a:lnTo>
                  <a:lnTo>
                    <a:pt x="383" y="433"/>
                  </a:lnTo>
                  <a:lnTo>
                    <a:pt x="383" y="433"/>
                  </a:lnTo>
                  <a:lnTo>
                    <a:pt x="383" y="432"/>
                  </a:lnTo>
                  <a:lnTo>
                    <a:pt x="385" y="426"/>
                  </a:lnTo>
                  <a:lnTo>
                    <a:pt x="385" y="423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77" y="417"/>
                  </a:lnTo>
                  <a:lnTo>
                    <a:pt x="372" y="417"/>
                  </a:lnTo>
                  <a:lnTo>
                    <a:pt x="363" y="417"/>
                  </a:lnTo>
                  <a:lnTo>
                    <a:pt x="357" y="417"/>
                  </a:lnTo>
                  <a:lnTo>
                    <a:pt x="354" y="417"/>
                  </a:lnTo>
                  <a:lnTo>
                    <a:pt x="350" y="413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06"/>
                  </a:lnTo>
                  <a:lnTo>
                    <a:pt x="348" y="402"/>
                  </a:lnTo>
                  <a:lnTo>
                    <a:pt x="343" y="402"/>
                  </a:lnTo>
                  <a:lnTo>
                    <a:pt x="345" y="410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3" y="412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35" y="408"/>
                  </a:lnTo>
                  <a:lnTo>
                    <a:pt x="330" y="406"/>
                  </a:lnTo>
                  <a:lnTo>
                    <a:pt x="330" y="402"/>
                  </a:lnTo>
                  <a:lnTo>
                    <a:pt x="330" y="402"/>
                  </a:lnTo>
                  <a:lnTo>
                    <a:pt x="326" y="397"/>
                  </a:lnTo>
                  <a:lnTo>
                    <a:pt x="325" y="393"/>
                  </a:lnTo>
                  <a:lnTo>
                    <a:pt x="323" y="388"/>
                  </a:lnTo>
                  <a:lnTo>
                    <a:pt x="321" y="382"/>
                  </a:lnTo>
                  <a:lnTo>
                    <a:pt x="321" y="382"/>
                  </a:lnTo>
                  <a:lnTo>
                    <a:pt x="319" y="381"/>
                  </a:lnTo>
                  <a:lnTo>
                    <a:pt x="317" y="381"/>
                  </a:lnTo>
                  <a:lnTo>
                    <a:pt x="314" y="381"/>
                  </a:lnTo>
                  <a:lnTo>
                    <a:pt x="314" y="381"/>
                  </a:lnTo>
                  <a:lnTo>
                    <a:pt x="312" y="375"/>
                  </a:lnTo>
                  <a:lnTo>
                    <a:pt x="310" y="370"/>
                  </a:lnTo>
                  <a:lnTo>
                    <a:pt x="310" y="364"/>
                  </a:lnTo>
                  <a:lnTo>
                    <a:pt x="308" y="362"/>
                  </a:lnTo>
                  <a:lnTo>
                    <a:pt x="306" y="361"/>
                  </a:lnTo>
                  <a:lnTo>
                    <a:pt x="306" y="359"/>
                  </a:lnTo>
                  <a:lnTo>
                    <a:pt x="306" y="359"/>
                  </a:lnTo>
                  <a:lnTo>
                    <a:pt x="301" y="359"/>
                  </a:lnTo>
                  <a:lnTo>
                    <a:pt x="297" y="359"/>
                  </a:lnTo>
                  <a:lnTo>
                    <a:pt x="297" y="359"/>
                  </a:lnTo>
                  <a:lnTo>
                    <a:pt x="299" y="355"/>
                  </a:lnTo>
                  <a:lnTo>
                    <a:pt x="301" y="353"/>
                  </a:lnTo>
                  <a:lnTo>
                    <a:pt x="301" y="353"/>
                  </a:lnTo>
                  <a:lnTo>
                    <a:pt x="301" y="348"/>
                  </a:lnTo>
                  <a:lnTo>
                    <a:pt x="301" y="344"/>
                  </a:lnTo>
                  <a:lnTo>
                    <a:pt x="301" y="344"/>
                  </a:lnTo>
                  <a:lnTo>
                    <a:pt x="279" y="319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4" y="339"/>
                  </a:lnTo>
                  <a:lnTo>
                    <a:pt x="275" y="342"/>
                  </a:lnTo>
                  <a:lnTo>
                    <a:pt x="275" y="346"/>
                  </a:lnTo>
                  <a:lnTo>
                    <a:pt x="279" y="348"/>
                  </a:lnTo>
                  <a:lnTo>
                    <a:pt x="283" y="350"/>
                  </a:lnTo>
                  <a:lnTo>
                    <a:pt x="297" y="353"/>
                  </a:lnTo>
                  <a:lnTo>
                    <a:pt x="297" y="353"/>
                  </a:lnTo>
                  <a:lnTo>
                    <a:pt x="294" y="359"/>
                  </a:lnTo>
                  <a:lnTo>
                    <a:pt x="294" y="359"/>
                  </a:lnTo>
                  <a:lnTo>
                    <a:pt x="292" y="357"/>
                  </a:lnTo>
                  <a:lnTo>
                    <a:pt x="290" y="357"/>
                  </a:lnTo>
                  <a:lnTo>
                    <a:pt x="288" y="355"/>
                  </a:lnTo>
                  <a:lnTo>
                    <a:pt x="286" y="355"/>
                  </a:lnTo>
                  <a:lnTo>
                    <a:pt x="286" y="355"/>
                  </a:lnTo>
                  <a:lnTo>
                    <a:pt x="286" y="357"/>
                  </a:lnTo>
                  <a:lnTo>
                    <a:pt x="284" y="359"/>
                  </a:lnTo>
                  <a:lnTo>
                    <a:pt x="283" y="361"/>
                  </a:lnTo>
                  <a:lnTo>
                    <a:pt x="279" y="361"/>
                  </a:lnTo>
                  <a:lnTo>
                    <a:pt x="279" y="361"/>
                  </a:lnTo>
                  <a:lnTo>
                    <a:pt x="279" y="357"/>
                  </a:lnTo>
                  <a:lnTo>
                    <a:pt x="277" y="357"/>
                  </a:lnTo>
                  <a:lnTo>
                    <a:pt x="275" y="355"/>
                  </a:lnTo>
                  <a:lnTo>
                    <a:pt x="275" y="355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0" y="368"/>
                  </a:lnTo>
                  <a:lnTo>
                    <a:pt x="268" y="373"/>
                  </a:lnTo>
                  <a:lnTo>
                    <a:pt x="268" y="373"/>
                  </a:lnTo>
                  <a:lnTo>
                    <a:pt x="257" y="375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1"/>
                  </a:lnTo>
                  <a:lnTo>
                    <a:pt x="259" y="361"/>
                  </a:lnTo>
                  <a:lnTo>
                    <a:pt x="263" y="355"/>
                  </a:lnTo>
                  <a:lnTo>
                    <a:pt x="264" y="351"/>
                  </a:lnTo>
                  <a:lnTo>
                    <a:pt x="264" y="348"/>
                  </a:lnTo>
                  <a:lnTo>
                    <a:pt x="257" y="346"/>
                  </a:lnTo>
                  <a:lnTo>
                    <a:pt x="257" y="346"/>
                  </a:lnTo>
                  <a:lnTo>
                    <a:pt x="255" y="342"/>
                  </a:lnTo>
                  <a:lnTo>
                    <a:pt x="255" y="339"/>
                  </a:lnTo>
                  <a:lnTo>
                    <a:pt x="253" y="337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0" y="333"/>
                  </a:lnTo>
                  <a:lnTo>
                    <a:pt x="250" y="335"/>
                  </a:lnTo>
                  <a:lnTo>
                    <a:pt x="248" y="335"/>
                  </a:lnTo>
                  <a:lnTo>
                    <a:pt x="248" y="335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7" y="339"/>
                  </a:lnTo>
                  <a:lnTo>
                    <a:pt x="233" y="348"/>
                  </a:lnTo>
                  <a:lnTo>
                    <a:pt x="233" y="348"/>
                  </a:lnTo>
                  <a:lnTo>
                    <a:pt x="226" y="348"/>
                  </a:lnTo>
                  <a:lnTo>
                    <a:pt x="226" y="348"/>
                  </a:lnTo>
                  <a:lnTo>
                    <a:pt x="219" y="337"/>
                  </a:lnTo>
                  <a:lnTo>
                    <a:pt x="213" y="331"/>
                  </a:lnTo>
                  <a:lnTo>
                    <a:pt x="208" y="328"/>
                  </a:lnTo>
                  <a:lnTo>
                    <a:pt x="208" y="328"/>
                  </a:lnTo>
                  <a:lnTo>
                    <a:pt x="204" y="328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44"/>
                  </a:lnTo>
                  <a:lnTo>
                    <a:pt x="201" y="359"/>
                  </a:lnTo>
                  <a:lnTo>
                    <a:pt x="193" y="361"/>
                  </a:lnTo>
                  <a:lnTo>
                    <a:pt x="193" y="361"/>
                  </a:lnTo>
                  <a:lnTo>
                    <a:pt x="175" y="348"/>
                  </a:lnTo>
                  <a:lnTo>
                    <a:pt x="175" y="348"/>
                  </a:lnTo>
                  <a:lnTo>
                    <a:pt x="175" y="333"/>
                  </a:lnTo>
                  <a:lnTo>
                    <a:pt x="175" y="324"/>
                  </a:lnTo>
                  <a:lnTo>
                    <a:pt x="175" y="319"/>
                  </a:lnTo>
                  <a:lnTo>
                    <a:pt x="175" y="319"/>
                  </a:lnTo>
                  <a:lnTo>
                    <a:pt x="171" y="317"/>
                  </a:lnTo>
                  <a:lnTo>
                    <a:pt x="168" y="317"/>
                  </a:lnTo>
                  <a:lnTo>
                    <a:pt x="166" y="317"/>
                  </a:lnTo>
                  <a:lnTo>
                    <a:pt x="162" y="317"/>
                  </a:lnTo>
                  <a:lnTo>
                    <a:pt x="162" y="317"/>
                  </a:lnTo>
                  <a:close/>
                  <a:moveTo>
                    <a:pt x="414" y="306"/>
                  </a:moveTo>
                  <a:lnTo>
                    <a:pt x="414" y="306"/>
                  </a:lnTo>
                  <a:lnTo>
                    <a:pt x="417" y="306"/>
                  </a:lnTo>
                  <a:lnTo>
                    <a:pt x="417" y="308"/>
                  </a:lnTo>
                  <a:lnTo>
                    <a:pt x="414" y="311"/>
                  </a:lnTo>
                  <a:lnTo>
                    <a:pt x="414" y="311"/>
                  </a:lnTo>
                  <a:lnTo>
                    <a:pt x="410" y="311"/>
                  </a:lnTo>
                  <a:lnTo>
                    <a:pt x="410" y="310"/>
                  </a:lnTo>
                  <a:lnTo>
                    <a:pt x="412" y="308"/>
                  </a:lnTo>
                  <a:lnTo>
                    <a:pt x="414" y="306"/>
                  </a:lnTo>
                  <a:lnTo>
                    <a:pt x="414" y="306"/>
                  </a:lnTo>
                  <a:close/>
                  <a:moveTo>
                    <a:pt x="419" y="295"/>
                  </a:moveTo>
                  <a:lnTo>
                    <a:pt x="419" y="299"/>
                  </a:lnTo>
                  <a:lnTo>
                    <a:pt x="419" y="299"/>
                  </a:lnTo>
                  <a:lnTo>
                    <a:pt x="397" y="306"/>
                  </a:lnTo>
                  <a:lnTo>
                    <a:pt x="397" y="306"/>
                  </a:lnTo>
                  <a:lnTo>
                    <a:pt x="399" y="310"/>
                  </a:lnTo>
                  <a:lnTo>
                    <a:pt x="401" y="311"/>
                  </a:lnTo>
                  <a:lnTo>
                    <a:pt x="401" y="311"/>
                  </a:lnTo>
                  <a:lnTo>
                    <a:pt x="388" y="310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77" y="311"/>
                  </a:lnTo>
                  <a:lnTo>
                    <a:pt x="372" y="313"/>
                  </a:lnTo>
                  <a:lnTo>
                    <a:pt x="372" y="319"/>
                  </a:lnTo>
                  <a:lnTo>
                    <a:pt x="372" y="319"/>
                  </a:lnTo>
                  <a:lnTo>
                    <a:pt x="370" y="319"/>
                  </a:lnTo>
                  <a:lnTo>
                    <a:pt x="370" y="320"/>
                  </a:lnTo>
                  <a:lnTo>
                    <a:pt x="372" y="326"/>
                  </a:lnTo>
                  <a:lnTo>
                    <a:pt x="372" y="326"/>
                  </a:lnTo>
                  <a:lnTo>
                    <a:pt x="376" y="328"/>
                  </a:lnTo>
                  <a:lnTo>
                    <a:pt x="381" y="328"/>
                  </a:lnTo>
                  <a:lnTo>
                    <a:pt x="390" y="328"/>
                  </a:lnTo>
                  <a:lnTo>
                    <a:pt x="390" y="328"/>
                  </a:lnTo>
                  <a:lnTo>
                    <a:pt x="388" y="333"/>
                  </a:lnTo>
                  <a:lnTo>
                    <a:pt x="390" y="339"/>
                  </a:lnTo>
                  <a:lnTo>
                    <a:pt x="390" y="339"/>
                  </a:lnTo>
                  <a:lnTo>
                    <a:pt x="388" y="341"/>
                  </a:lnTo>
                  <a:lnTo>
                    <a:pt x="388" y="342"/>
                  </a:lnTo>
                  <a:lnTo>
                    <a:pt x="387" y="344"/>
                  </a:lnTo>
                  <a:lnTo>
                    <a:pt x="385" y="346"/>
                  </a:lnTo>
                  <a:lnTo>
                    <a:pt x="385" y="346"/>
                  </a:lnTo>
                  <a:lnTo>
                    <a:pt x="372" y="344"/>
                  </a:lnTo>
                  <a:lnTo>
                    <a:pt x="359" y="341"/>
                  </a:lnTo>
                  <a:lnTo>
                    <a:pt x="357" y="333"/>
                  </a:lnTo>
                  <a:lnTo>
                    <a:pt x="357" y="333"/>
                  </a:lnTo>
                  <a:lnTo>
                    <a:pt x="354" y="335"/>
                  </a:lnTo>
                  <a:lnTo>
                    <a:pt x="348" y="335"/>
                  </a:lnTo>
                  <a:lnTo>
                    <a:pt x="348" y="335"/>
                  </a:lnTo>
                  <a:lnTo>
                    <a:pt x="348" y="344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5" y="361"/>
                  </a:lnTo>
                  <a:lnTo>
                    <a:pt x="368" y="361"/>
                  </a:lnTo>
                  <a:lnTo>
                    <a:pt x="370" y="359"/>
                  </a:lnTo>
                  <a:lnTo>
                    <a:pt x="377" y="355"/>
                  </a:lnTo>
                  <a:lnTo>
                    <a:pt x="377" y="355"/>
                  </a:lnTo>
                  <a:lnTo>
                    <a:pt x="385" y="368"/>
                  </a:lnTo>
                  <a:lnTo>
                    <a:pt x="385" y="368"/>
                  </a:lnTo>
                  <a:lnTo>
                    <a:pt x="390" y="368"/>
                  </a:lnTo>
                  <a:lnTo>
                    <a:pt x="394" y="370"/>
                  </a:lnTo>
                  <a:lnTo>
                    <a:pt x="397" y="370"/>
                  </a:lnTo>
                  <a:lnTo>
                    <a:pt x="397" y="370"/>
                  </a:lnTo>
                  <a:lnTo>
                    <a:pt x="399" y="375"/>
                  </a:lnTo>
                  <a:lnTo>
                    <a:pt x="401" y="381"/>
                  </a:lnTo>
                  <a:lnTo>
                    <a:pt x="401" y="386"/>
                  </a:lnTo>
                  <a:lnTo>
                    <a:pt x="405" y="390"/>
                  </a:lnTo>
                  <a:lnTo>
                    <a:pt x="405" y="390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9" y="386"/>
                  </a:lnTo>
                  <a:lnTo>
                    <a:pt x="430" y="381"/>
                  </a:lnTo>
                  <a:lnTo>
                    <a:pt x="434" y="375"/>
                  </a:lnTo>
                  <a:lnTo>
                    <a:pt x="434" y="375"/>
                  </a:lnTo>
                  <a:lnTo>
                    <a:pt x="438" y="373"/>
                  </a:lnTo>
                  <a:lnTo>
                    <a:pt x="441" y="373"/>
                  </a:lnTo>
                  <a:lnTo>
                    <a:pt x="445" y="373"/>
                  </a:lnTo>
                  <a:lnTo>
                    <a:pt x="448" y="373"/>
                  </a:lnTo>
                  <a:lnTo>
                    <a:pt x="448" y="373"/>
                  </a:lnTo>
                  <a:lnTo>
                    <a:pt x="450" y="370"/>
                  </a:lnTo>
                  <a:lnTo>
                    <a:pt x="450" y="368"/>
                  </a:lnTo>
                  <a:lnTo>
                    <a:pt x="452" y="366"/>
                  </a:lnTo>
                  <a:lnTo>
                    <a:pt x="452" y="366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54" y="344"/>
                  </a:lnTo>
                  <a:lnTo>
                    <a:pt x="452" y="342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3" y="344"/>
                  </a:lnTo>
                  <a:lnTo>
                    <a:pt x="438" y="348"/>
                  </a:lnTo>
                  <a:lnTo>
                    <a:pt x="438" y="348"/>
                  </a:lnTo>
                  <a:lnTo>
                    <a:pt x="436" y="339"/>
                  </a:lnTo>
                  <a:lnTo>
                    <a:pt x="434" y="335"/>
                  </a:lnTo>
                  <a:lnTo>
                    <a:pt x="432" y="335"/>
                  </a:lnTo>
                  <a:lnTo>
                    <a:pt x="423" y="333"/>
                  </a:lnTo>
                  <a:lnTo>
                    <a:pt x="423" y="333"/>
                  </a:lnTo>
                  <a:lnTo>
                    <a:pt x="423" y="330"/>
                  </a:lnTo>
                  <a:lnTo>
                    <a:pt x="421" y="324"/>
                  </a:lnTo>
                  <a:lnTo>
                    <a:pt x="421" y="324"/>
                  </a:lnTo>
                  <a:lnTo>
                    <a:pt x="434" y="320"/>
                  </a:lnTo>
                  <a:lnTo>
                    <a:pt x="438" y="319"/>
                  </a:lnTo>
                  <a:lnTo>
                    <a:pt x="436" y="315"/>
                  </a:lnTo>
                  <a:lnTo>
                    <a:pt x="428" y="306"/>
                  </a:lnTo>
                  <a:lnTo>
                    <a:pt x="428" y="306"/>
                  </a:lnTo>
                  <a:lnTo>
                    <a:pt x="423" y="308"/>
                  </a:lnTo>
                  <a:lnTo>
                    <a:pt x="421" y="306"/>
                  </a:lnTo>
                  <a:lnTo>
                    <a:pt x="421" y="302"/>
                  </a:lnTo>
                  <a:lnTo>
                    <a:pt x="425" y="299"/>
                  </a:lnTo>
                  <a:lnTo>
                    <a:pt x="427" y="297"/>
                  </a:lnTo>
                  <a:lnTo>
                    <a:pt x="427" y="293"/>
                  </a:lnTo>
                  <a:lnTo>
                    <a:pt x="425" y="293"/>
                  </a:lnTo>
                  <a:lnTo>
                    <a:pt x="419" y="295"/>
                  </a:lnTo>
                  <a:lnTo>
                    <a:pt x="419" y="295"/>
                  </a:lnTo>
                  <a:close/>
                  <a:moveTo>
                    <a:pt x="55" y="284"/>
                  </a:moveTo>
                  <a:lnTo>
                    <a:pt x="55" y="284"/>
                  </a:lnTo>
                  <a:lnTo>
                    <a:pt x="48" y="288"/>
                  </a:lnTo>
                  <a:lnTo>
                    <a:pt x="42" y="291"/>
                  </a:lnTo>
                  <a:lnTo>
                    <a:pt x="42" y="291"/>
                  </a:lnTo>
                  <a:lnTo>
                    <a:pt x="24" y="297"/>
                  </a:lnTo>
                  <a:lnTo>
                    <a:pt x="7" y="302"/>
                  </a:lnTo>
                  <a:lnTo>
                    <a:pt x="7" y="302"/>
                  </a:lnTo>
                  <a:lnTo>
                    <a:pt x="9" y="320"/>
                  </a:lnTo>
                  <a:lnTo>
                    <a:pt x="9" y="330"/>
                  </a:lnTo>
                  <a:lnTo>
                    <a:pt x="13" y="335"/>
                  </a:lnTo>
                  <a:lnTo>
                    <a:pt x="13" y="335"/>
                  </a:lnTo>
                  <a:lnTo>
                    <a:pt x="9" y="339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7" y="344"/>
                  </a:lnTo>
                  <a:lnTo>
                    <a:pt x="9" y="346"/>
                  </a:lnTo>
                  <a:lnTo>
                    <a:pt x="11" y="348"/>
                  </a:lnTo>
                  <a:lnTo>
                    <a:pt x="11" y="348"/>
                  </a:lnTo>
                  <a:lnTo>
                    <a:pt x="0" y="370"/>
                  </a:lnTo>
                  <a:lnTo>
                    <a:pt x="0" y="370"/>
                  </a:lnTo>
                  <a:lnTo>
                    <a:pt x="9" y="375"/>
                  </a:lnTo>
                  <a:lnTo>
                    <a:pt x="15" y="381"/>
                  </a:lnTo>
                  <a:lnTo>
                    <a:pt x="15" y="381"/>
                  </a:lnTo>
                  <a:lnTo>
                    <a:pt x="18" y="388"/>
                  </a:lnTo>
                  <a:lnTo>
                    <a:pt x="20" y="392"/>
                  </a:lnTo>
                  <a:lnTo>
                    <a:pt x="22" y="395"/>
                  </a:lnTo>
                  <a:lnTo>
                    <a:pt x="22" y="395"/>
                  </a:lnTo>
                  <a:lnTo>
                    <a:pt x="26" y="395"/>
                  </a:lnTo>
                  <a:lnTo>
                    <a:pt x="29" y="395"/>
                  </a:lnTo>
                  <a:lnTo>
                    <a:pt x="31" y="393"/>
                  </a:lnTo>
                  <a:lnTo>
                    <a:pt x="35" y="395"/>
                  </a:lnTo>
                  <a:lnTo>
                    <a:pt x="35" y="395"/>
                  </a:lnTo>
                  <a:lnTo>
                    <a:pt x="48" y="377"/>
                  </a:lnTo>
                  <a:lnTo>
                    <a:pt x="48" y="377"/>
                  </a:lnTo>
                  <a:lnTo>
                    <a:pt x="49" y="377"/>
                  </a:lnTo>
                  <a:lnTo>
                    <a:pt x="51" y="379"/>
                  </a:lnTo>
                  <a:lnTo>
                    <a:pt x="49" y="381"/>
                  </a:lnTo>
                  <a:lnTo>
                    <a:pt x="49" y="381"/>
                  </a:lnTo>
                  <a:lnTo>
                    <a:pt x="53" y="381"/>
                  </a:lnTo>
                  <a:lnTo>
                    <a:pt x="55" y="381"/>
                  </a:lnTo>
                  <a:lnTo>
                    <a:pt x="51" y="382"/>
                  </a:lnTo>
                  <a:lnTo>
                    <a:pt x="51" y="382"/>
                  </a:lnTo>
                  <a:lnTo>
                    <a:pt x="66" y="381"/>
                  </a:lnTo>
                  <a:lnTo>
                    <a:pt x="66" y="381"/>
                  </a:lnTo>
                  <a:lnTo>
                    <a:pt x="69" y="381"/>
                  </a:lnTo>
                  <a:lnTo>
                    <a:pt x="73" y="381"/>
                  </a:lnTo>
                  <a:lnTo>
                    <a:pt x="73" y="381"/>
                  </a:lnTo>
                  <a:lnTo>
                    <a:pt x="77" y="375"/>
                  </a:lnTo>
                  <a:lnTo>
                    <a:pt x="79" y="370"/>
                  </a:lnTo>
                  <a:lnTo>
                    <a:pt x="79" y="364"/>
                  </a:lnTo>
                  <a:lnTo>
                    <a:pt x="82" y="359"/>
                  </a:lnTo>
                  <a:lnTo>
                    <a:pt x="82" y="359"/>
                  </a:lnTo>
                  <a:lnTo>
                    <a:pt x="84" y="353"/>
                  </a:lnTo>
                  <a:lnTo>
                    <a:pt x="91" y="348"/>
                  </a:lnTo>
                  <a:lnTo>
                    <a:pt x="108" y="335"/>
                  </a:lnTo>
                  <a:lnTo>
                    <a:pt x="126" y="326"/>
                  </a:lnTo>
                  <a:lnTo>
                    <a:pt x="133" y="322"/>
                  </a:lnTo>
                  <a:lnTo>
                    <a:pt x="141" y="320"/>
                  </a:lnTo>
                  <a:lnTo>
                    <a:pt x="141" y="320"/>
                  </a:lnTo>
                  <a:lnTo>
                    <a:pt x="142" y="322"/>
                  </a:lnTo>
                  <a:lnTo>
                    <a:pt x="142" y="322"/>
                  </a:lnTo>
                  <a:lnTo>
                    <a:pt x="144" y="324"/>
                  </a:lnTo>
                  <a:lnTo>
                    <a:pt x="148" y="324"/>
                  </a:lnTo>
                  <a:lnTo>
                    <a:pt x="148" y="324"/>
                  </a:lnTo>
                  <a:lnTo>
                    <a:pt x="150" y="322"/>
                  </a:lnTo>
                  <a:lnTo>
                    <a:pt x="151" y="319"/>
                  </a:lnTo>
                  <a:lnTo>
                    <a:pt x="151" y="313"/>
                  </a:lnTo>
                  <a:lnTo>
                    <a:pt x="151" y="313"/>
                  </a:lnTo>
                  <a:lnTo>
                    <a:pt x="148" y="313"/>
                  </a:lnTo>
                  <a:lnTo>
                    <a:pt x="142" y="311"/>
                  </a:lnTo>
                  <a:lnTo>
                    <a:pt x="142" y="311"/>
                  </a:lnTo>
                  <a:lnTo>
                    <a:pt x="139" y="306"/>
                  </a:lnTo>
                  <a:lnTo>
                    <a:pt x="135" y="302"/>
                  </a:lnTo>
                  <a:lnTo>
                    <a:pt x="135" y="302"/>
                  </a:lnTo>
                  <a:lnTo>
                    <a:pt x="128" y="299"/>
                  </a:lnTo>
                  <a:lnTo>
                    <a:pt x="122" y="299"/>
                  </a:lnTo>
                  <a:lnTo>
                    <a:pt x="110" y="299"/>
                  </a:lnTo>
                  <a:lnTo>
                    <a:pt x="100" y="300"/>
                  </a:lnTo>
                  <a:lnTo>
                    <a:pt x="91" y="302"/>
                  </a:lnTo>
                  <a:lnTo>
                    <a:pt x="86" y="297"/>
                  </a:lnTo>
                  <a:lnTo>
                    <a:pt x="86" y="297"/>
                  </a:lnTo>
                  <a:lnTo>
                    <a:pt x="71" y="293"/>
                  </a:lnTo>
                  <a:lnTo>
                    <a:pt x="59" y="290"/>
                  </a:lnTo>
                  <a:lnTo>
                    <a:pt x="59" y="290"/>
                  </a:lnTo>
                  <a:lnTo>
                    <a:pt x="57" y="284"/>
                  </a:lnTo>
                  <a:lnTo>
                    <a:pt x="55" y="284"/>
                  </a:lnTo>
                  <a:close/>
                  <a:moveTo>
                    <a:pt x="430" y="282"/>
                  </a:moveTo>
                  <a:lnTo>
                    <a:pt x="430" y="282"/>
                  </a:lnTo>
                  <a:lnTo>
                    <a:pt x="428" y="282"/>
                  </a:lnTo>
                  <a:lnTo>
                    <a:pt x="428" y="284"/>
                  </a:lnTo>
                  <a:lnTo>
                    <a:pt x="430" y="286"/>
                  </a:lnTo>
                  <a:lnTo>
                    <a:pt x="434" y="288"/>
                  </a:lnTo>
                  <a:lnTo>
                    <a:pt x="434" y="288"/>
                  </a:lnTo>
                  <a:lnTo>
                    <a:pt x="434" y="284"/>
                  </a:lnTo>
                  <a:lnTo>
                    <a:pt x="434" y="282"/>
                  </a:lnTo>
                  <a:lnTo>
                    <a:pt x="430" y="282"/>
                  </a:lnTo>
                  <a:lnTo>
                    <a:pt x="430" y="282"/>
                  </a:lnTo>
                  <a:close/>
                  <a:moveTo>
                    <a:pt x="328" y="260"/>
                  </a:moveTo>
                  <a:lnTo>
                    <a:pt x="328" y="260"/>
                  </a:lnTo>
                  <a:lnTo>
                    <a:pt x="328" y="273"/>
                  </a:lnTo>
                  <a:lnTo>
                    <a:pt x="328" y="273"/>
                  </a:lnTo>
                  <a:lnTo>
                    <a:pt x="330" y="273"/>
                  </a:lnTo>
                  <a:lnTo>
                    <a:pt x="332" y="273"/>
                  </a:lnTo>
                  <a:lnTo>
                    <a:pt x="332" y="269"/>
                  </a:lnTo>
                  <a:lnTo>
                    <a:pt x="330" y="264"/>
                  </a:lnTo>
                  <a:lnTo>
                    <a:pt x="328" y="260"/>
                  </a:lnTo>
                  <a:lnTo>
                    <a:pt x="328" y="260"/>
                  </a:lnTo>
                  <a:close/>
                  <a:moveTo>
                    <a:pt x="465" y="249"/>
                  </a:moveTo>
                  <a:lnTo>
                    <a:pt x="465" y="249"/>
                  </a:lnTo>
                  <a:lnTo>
                    <a:pt x="463" y="253"/>
                  </a:lnTo>
                  <a:lnTo>
                    <a:pt x="463" y="257"/>
                  </a:lnTo>
                  <a:lnTo>
                    <a:pt x="461" y="262"/>
                  </a:lnTo>
                  <a:lnTo>
                    <a:pt x="456" y="262"/>
                  </a:lnTo>
                  <a:lnTo>
                    <a:pt x="456" y="262"/>
                  </a:lnTo>
                  <a:lnTo>
                    <a:pt x="454" y="269"/>
                  </a:lnTo>
                  <a:lnTo>
                    <a:pt x="450" y="277"/>
                  </a:lnTo>
                  <a:lnTo>
                    <a:pt x="450" y="277"/>
                  </a:lnTo>
                  <a:lnTo>
                    <a:pt x="456" y="277"/>
                  </a:lnTo>
                  <a:lnTo>
                    <a:pt x="461" y="277"/>
                  </a:lnTo>
                  <a:lnTo>
                    <a:pt x="463" y="282"/>
                  </a:lnTo>
                  <a:lnTo>
                    <a:pt x="463" y="282"/>
                  </a:lnTo>
                  <a:lnTo>
                    <a:pt x="469" y="284"/>
                  </a:lnTo>
                  <a:lnTo>
                    <a:pt x="472" y="284"/>
                  </a:lnTo>
                  <a:lnTo>
                    <a:pt x="476" y="284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81" y="288"/>
                  </a:lnTo>
                  <a:lnTo>
                    <a:pt x="485" y="290"/>
                  </a:lnTo>
                  <a:lnTo>
                    <a:pt x="485" y="290"/>
                  </a:lnTo>
                  <a:lnTo>
                    <a:pt x="489" y="284"/>
                  </a:lnTo>
                  <a:lnTo>
                    <a:pt x="492" y="277"/>
                  </a:lnTo>
                  <a:lnTo>
                    <a:pt x="492" y="277"/>
                  </a:lnTo>
                  <a:lnTo>
                    <a:pt x="492" y="269"/>
                  </a:lnTo>
                  <a:lnTo>
                    <a:pt x="489" y="262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74" y="251"/>
                  </a:lnTo>
                  <a:lnTo>
                    <a:pt x="470" y="251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69" y="251"/>
                  </a:lnTo>
                  <a:lnTo>
                    <a:pt x="465" y="249"/>
                  </a:lnTo>
                  <a:lnTo>
                    <a:pt x="465" y="249"/>
                  </a:lnTo>
                  <a:close/>
                  <a:moveTo>
                    <a:pt x="456" y="248"/>
                  </a:moveTo>
                  <a:lnTo>
                    <a:pt x="456" y="248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45" y="255"/>
                  </a:lnTo>
                  <a:lnTo>
                    <a:pt x="443" y="255"/>
                  </a:lnTo>
                  <a:lnTo>
                    <a:pt x="445" y="259"/>
                  </a:lnTo>
                  <a:lnTo>
                    <a:pt x="445" y="259"/>
                  </a:lnTo>
                  <a:lnTo>
                    <a:pt x="447" y="260"/>
                  </a:lnTo>
                  <a:lnTo>
                    <a:pt x="447" y="260"/>
                  </a:lnTo>
                  <a:lnTo>
                    <a:pt x="448" y="260"/>
                  </a:lnTo>
                  <a:lnTo>
                    <a:pt x="448" y="260"/>
                  </a:lnTo>
                  <a:lnTo>
                    <a:pt x="456" y="251"/>
                  </a:lnTo>
                  <a:lnTo>
                    <a:pt x="459" y="248"/>
                  </a:lnTo>
                  <a:lnTo>
                    <a:pt x="458" y="248"/>
                  </a:lnTo>
                  <a:lnTo>
                    <a:pt x="456" y="248"/>
                  </a:lnTo>
                  <a:lnTo>
                    <a:pt x="456" y="248"/>
                  </a:lnTo>
                  <a:close/>
                  <a:moveTo>
                    <a:pt x="108" y="235"/>
                  </a:moveTo>
                  <a:lnTo>
                    <a:pt x="108" y="235"/>
                  </a:lnTo>
                  <a:lnTo>
                    <a:pt x="106" y="237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6" y="246"/>
                  </a:lnTo>
                  <a:lnTo>
                    <a:pt x="106" y="246"/>
                  </a:lnTo>
                  <a:lnTo>
                    <a:pt x="100" y="249"/>
                  </a:lnTo>
                  <a:lnTo>
                    <a:pt x="97" y="251"/>
                  </a:lnTo>
                  <a:lnTo>
                    <a:pt x="93" y="253"/>
                  </a:lnTo>
                  <a:lnTo>
                    <a:pt x="93" y="253"/>
                  </a:lnTo>
                  <a:lnTo>
                    <a:pt x="93" y="257"/>
                  </a:lnTo>
                  <a:lnTo>
                    <a:pt x="93" y="259"/>
                  </a:lnTo>
                  <a:lnTo>
                    <a:pt x="93" y="260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100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1" y="248"/>
                  </a:lnTo>
                  <a:lnTo>
                    <a:pt x="113" y="239"/>
                  </a:lnTo>
                  <a:lnTo>
                    <a:pt x="111" y="235"/>
                  </a:lnTo>
                  <a:lnTo>
                    <a:pt x="108" y="235"/>
                  </a:lnTo>
                  <a:lnTo>
                    <a:pt x="108" y="235"/>
                  </a:lnTo>
                  <a:close/>
                  <a:moveTo>
                    <a:pt x="141" y="224"/>
                  </a:moveTo>
                  <a:lnTo>
                    <a:pt x="141" y="231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44" y="228"/>
                  </a:lnTo>
                  <a:lnTo>
                    <a:pt x="144" y="226"/>
                  </a:lnTo>
                  <a:lnTo>
                    <a:pt x="144" y="224"/>
                  </a:lnTo>
                  <a:lnTo>
                    <a:pt x="141" y="224"/>
                  </a:lnTo>
                  <a:lnTo>
                    <a:pt x="141" y="224"/>
                  </a:lnTo>
                  <a:close/>
                  <a:moveTo>
                    <a:pt x="658" y="213"/>
                  </a:moveTo>
                  <a:lnTo>
                    <a:pt x="658" y="213"/>
                  </a:lnTo>
                  <a:lnTo>
                    <a:pt x="662" y="217"/>
                  </a:lnTo>
                  <a:lnTo>
                    <a:pt x="663" y="220"/>
                  </a:lnTo>
                  <a:lnTo>
                    <a:pt x="663" y="224"/>
                  </a:lnTo>
                  <a:lnTo>
                    <a:pt x="662" y="224"/>
                  </a:lnTo>
                  <a:lnTo>
                    <a:pt x="662" y="224"/>
                  </a:lnTo>
                  <a:lnTo>
                    <a:pt x="658" y="217"/>
                  </a:lnTo>
                  <a:lnTo>
                    <a:pt x="656" y="215"/>
                  </a:lnTo>
                  <a:lnTo>
                    <a:pt x="658" y="213"/>
                  </a:lnTo>
                  <a:lnTo>
                    <a:pt x="658" y="213"/>
                  </a:lnTo>
                  <a:lnTo>
                    <a:pt x="658" y="213"/>
                  </a:lnTo>
                  <a:close/>
                  <a:moveTo>
                    <a:pt x="541" y="211"/>
                  </a:moveTo>
                  <a:lnTo>
                    <a:pt x="541" y="211"/>
                  </a:lnTo>
                  <a:lnTo>
                    <a:pt x="541" y="213"/>
                  </a:lnTo>
                  <a:lnTo>
                    <a:pt x="540" y="213"/>
                  </a:lnTo>
                  <a:lnTo>
                    <a:pt x="536" y="213"/>
                  </a:lnTo>
                  <a:lnTo>
                    <a:pt x="536" y="213"/>
                  </a:lnTo>
                  <a:lnTo>
                    <a:pt x="540" y="218"/>
                  </a:lnTo>
                  <a:lnTo>
                    <a:pt x="543" y="224"/>
                  </a:lnTo>
                  <a:lnTo>
                    <a:pt x="543" y="224"/>
                  </a:lnTo>
                  <a:lnTo>
                    <a:pt x="547" y="222"/>
                  </a:lnTo>
                  <a:lnTo>
                    <a:pt x="549" y="220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1" y="211"/>
                  </a:lnTo>
                  <a:lnTo>
                    <a:pt x="541" y="211"/>
                  </a:lnTo>
                  <a:close/>
                  <a:moveTo>
                    <a:pt x="328" y="211"/>
                  </a:moveTo>
                  <a:lnTo>
                    <a:pt x="328" y="211"/>
                  </a:lnTo>
                  <a:lnTo>
                    <a:pt x="326" y="213"/>
                  </a:lnTo>
                  <a:lnTo>
                    <a:pt x="325" y="217"/>
                  </a:lnTo>
                  <a:lnTo>
                    <a:pt x="325" y="222"/>
                  </a:lnTo>
                  <a:lnTo>
                    <a:pt x="326" y="226"/>
                  </a:lnTo>
                  <a:lnTo>
                    <a:pt x="328" y="226"/>
                  </a:lnTo>
                  <a:lnTo>
                    <a:pt x="328" y="224"/>
                  </a:lnTo>
                  <a:lnTo>
                    <a:pt x="328" y="224"/>
                  </a:lnTo>
                  <a:lnTo>
                    <a:pt x="326" y="228"/>
                  </a:lnTo>
                  <a:lnTo>
                    <a:pt x="326" y="228"/>
                  </a:lnTo>
                  <a:lnTo>
                    <a:pt x="323" y="228"/>
                  </a:lnTo>
                  <a:lnTo>
                    <a:pt x="326" y="235"/>
                  </a:lnTo>
                  <a:lnTo>
                    <a:pt x="326" y="235"/>
                  </a:lnTo>
                  <a:lnTo>
                    <a:pt x="334" y="235"/>
                  </a:lnTo>
                  <a:lnTo>
                    <a:pt x="337" y="233"/>
                  </a:lnTo>
                  <a:lnTo>
                    <a:pt x="337" y="233"/>
                  </a:lnTo>
                  <a:lnTo>
                    <a:pt x="343" y="235"/>
                  </a:lnTo>
                  <a:lnTo>
                    <a:pt x="346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34" y="240"/>
                  </a:lnTo>
                  <a:lnTo>
                    <a:pt x="334" y="240"/>
                  </a:lnTo>
                  <a:lnTo>
                    <a:pt x="330" y="244"/>
                  </a:lnTo>
                  <a:lnTo>
                    <a:pt x="328" y="244"/>
                  </a:lnTo>
                  <a:lnTo>
                    <a:pt x="334" y="244"/>
                  </a:lnTo>
                  <a:lnTo>
                    <a:pt x="341" y="244"/>
                  </a:lnTo>
                  <a:lnTo>
                    <a:pt x="341" y="244"/>
                  </a:lnTo>
                  <a:lnTo>
                    <a:pt x="337" y="246"/>
                  </a:lnTo>
                  <a:lnTo>
                    <a:pt x="337" y="249"/>
                  </a:lnTo>
                  <a:lnTo>
                    <a:pt x="337" y="249"/>
                  </a:lnTo>
                  <a:lnTo>
                    <a:pt x="335" y="251"/>
                  </a:lnTo>
                  <a:lnTo>
                    <a:pt x="332" y="255"/>
                  </a:lnTo>
                  <a:lnTo>
                    <a:pt x="332" y="257"/>
                  </a:lnTo>
                  <a:lnTo>
                    <a:pt x="335" y="259"/>
                  </a:lnTo>
                  <a:lnTo>
                    <a:pt x="335" y="259"/>
                  </a:lnTo>
                  <a:lnTo>
                    <a:pt x="343" y="257"/>
                  </a:lnTo>
                  <a:lnTo>
                    <a:pt x="348" y="253"/>
                  </a:lnTo>
                  <a:lnTo>
                    <a:pt x="359" y="246"/>
                  </a:lnTo>
                  <a:lnTo>
                    <a:pt x="359" y="246"/>
                  </a:lnTo>
                  <a:lnTo>
                    <a:pt x="357" y="244"/>
                  </a:lnTo>
                  <a:lnTo>
                    <a:pt x="357" y="242"/>
                  </a:lnTo>
                  <a:lnTo>
                    <a:pt x="359" y="23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2" y="231"/>
                  </a:lnTo>
                  <a:lnTo>
                    <a:pt x="352" y="231"/>
                  </a:lnTo>
                  <a:lnTo>
                    <a:pt x="350" y="226"/>
                  </a:lnTo>
                  <a:lnTo>
                    <a:pt x="350" y="220"/>
                  </a:lnTo>
                  <a:lnTo>
                    <a:pt x="350" y="220"/>
                  </a:lnTo>
                  <a:lnTo>
                    <a:pt x="345" y="222"/>
                  </a:lnTo>
                  <a:lnTo>
                    <a:pt x="341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39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41" y="213"/>
                  </a:lnTo>
                  <a:lnTo>
                    <a:pt x="341" y="213"/>
                  </a:lnTo>
                  <a:lnTo>
                    <a:pt x="334" y="213"/>
                  </a:lnTo>
                  <a:lnTo>
                    <a:pt x="328" y="211"/>
                  </a:lnTo>
                  <a:lnTo>
                    <a:pt x="328" y="211"/>
                  </a:lnTo>
                  <a:close/>
                  <a:moveTo>
                    <a:pt x="394" y="209"/>
                  </a:moveTo>
                  <a:lnTo>
                    <a:pt x="394" y="209"/>
                  </a:lnTo>
                  <a:lnTo>
                    <a:pt x="388" y="211"/>
                  </a:lnTo>
                  <a:lnTo>
                    <a:pt x="387" y="213"/>
                  </a:lnTo>
                  <a:lnTo>
                    <a:pt x="388" y="217"/>
                  </a:lnTo>
                  <a:lnTo>
                    <a:pt x="397" y="218"/>
                  </a:lnTo>
                  <a:lnTo>
                    <a:pt x="397" y="224"/>
                  </a:lnTo>
                  <a:lnTo>
                    <a:pt x="397" y="224"/>
                  </a:lnTo>
                  <a:lnTo>
                    <a:pt x="390" y="224"/>
                  </a:lnTo>
                  <a:lnTo>
                    <a:pt x="385" y="224"/>
                  </a:lnTo>
                  <a:lnTo>
                    <a:pt x="385" y="224"/>
                  </a:lnTo>
                  <a:lnTo>
                    <a:pt x="388" y="229"/>
                  </a:lnTo>
                  <a:lnTo>
                    <a:pt x="390" y="231"/>
                  </a:lnTo>
                  <a:lnTo>
                    <a:pt x="392" y="233"/>
                  </a:lnTo>
                  <a:lnTo>
                    <a:pt x="394" y="233"/>
                  </a:lnTo>
                  <a:lnTo>
                    <a:pt x="394" y="233"/>
                  </a:lnTo>
                  <a:lnTo>
                    <a:pt x="394" y="235"/>
                  </a:lnTo>
                  <a:lnTo>
                    <a:pt x="392" y="237"/>
                  </a:lnTo>
                  <a:lnTo>
                    <a:pt x="390" y="239"/>
                  </a:lnTo>
                  <a:lnTo>
                    <a:pt x="392" y="239"/>
                  </a:lnTo>
                  <a:lnTo>
                    <a:pt x="397" y="242"/>
                  </a:lnTo>
                  <a:lnTo>
                    <a:pt x="397" y="242"/>
                  </a:lnTo>
                  <a:lnTo>
                    <a:pt x="397" y="244"/>
                  </a:lnTo>
                  <a:lnTo>
                    <a:pt x="396" y="246"/>
                  </a:lnTo>
                  <a:lnTo>
                    <a:pt x="394" y="246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0" y="248"/>
                  </a:lnTo>
                  <a:lnTo>
                    <a:pt x="387" y="248"/>
                  </a:lnTo>
                  <a:lnTo>
                    <a:pt x="387" y="248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79" y="233"/>
                  </a:lnTo>
                  <a:lnTo>
                    <a:pt x="379" y="233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68" y="222"/>
                  </a:lnTo>
                  <a:lnTo>
                    <a:pt x="365" y="220"/>
                  </a:lnTo>
                  <a:lnTo>
                    <a:pt x="363" y="228"/>
                  </a:lnTo>
                  <a:lnTo>
                    <a:pt x="368" y="228"/>
                  </a:lnTo>
                  <a:lnTo>
                    <a:pt x="368" y="228"/>
                  </a:lnTo>
                  <a:lnTo>
                    <a:pt x="366" y="233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56" y="251"/>
                  </a:lnTo>
                  <a:lnTo>
                    <a:pt x="356" y="251"/>
                  </a:lnTo>
                  <a:lnTo>
                    <a:pt x="356" y="257"/>
                  </a:lnTo>
                  <a:lnTo>
                    <a:pt x="352" y="259"/>
                  </a:lnTo>
                  <a:lnTo>
                    <a:pt x="352" y="259"/>
                  </a:lnTo>
                  <a:lnTo>
                    <a:pt x="356" y="262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72" y="260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6" y="257"/>
                  </a:lnTo>
                  <a:lnTo>
                    <a:pt x="397" y="257"/>
                  </a:lnTo>
                  <a:lnTo>
                    <a:pt x="397" y="259"/>
                  </a:lnTo>
                  <a:lnTo>
                    <a:pt x="397" y="259"/>
                  </a:lnTo>
                  <a:lnTo>
                    <a:pt x="390" y="260"/>
                  </a:lnTo>
                  <a:lnTo>
                    <a:pt x="385" y="266"/>
                  </a:lnTo>
                  <a:lnTo>
                    <a:pt x="387" y="277"/>
                  </a:lnTo>
                  <a:lnTo>
                    <a:pt x="387" y="277"/>
                  </a:lnTo>
                  <a:lnTo>
                    <a:pt x="394" y="277"/>
                  </a:lnTo>
                  <a:lnTo>
                    <a:pt x="401" y="277"/>
                  </a:lnTo>
                  <a:lnTo>
                    <a:pt x="401" y="277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28" y="275"/>
                  </a:lnTo>
                  <a:lnTo>
                    <a:pt x="436" y="275"/>
                  </a:lnTo>
                  <a:lnTo>
                    <a:pt x="436" y="275"/>
                  </a:lnTo>
                  <a:lnTo>
                    <a:pt x="436" y="269"/>
                  </a:lnTo>
                  <a:lnTo>
                    <a:pt x="438" y="268"/>
                  </a:lnTo>
                  <a:lnTo>
                    <a:pt x="438" y="268"/>
                  </a:lnTo>
                  <a:lnTo>
                    <a:pt x="436" y="262"/>
                  </a:lnTo>
                  <a:lnTo>
                    <a:pt x="434" y="260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6" y="257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8" y="249"/>
                  </a:lnTo>
                  <a:lnTo>
                    <a:pt x="428" y="249"/>
                  </a:lnTo>
                  <a:lnTo>
                    <a:pt x="428" y="244"/>
                  </a:lnTo>
                  <a:lnTo>
                    <a:pt x="428" y="237"/>
                  </a:lnTo>
                  <a:lnTo>
                    <a:pt x="428" y="229"/>
                  </a:lnTo>
                  <a:lnTo>
                    <a:pt x="427" y="224"/>
                  </a:lnTo>
                  <a:lnTo>
                    <a:pt x="416" y="220"/>
                  </a:lnTo>
                  <a:lnTo>
                    <a:pt x="416" y="220"/>
                  </a:lnTo>
                  <a:lnTo>
                    <a:pt x="417" y="218"/>
                  </a:lnTo>
                  <a:lnTo>
                    <a:pt x="416" y="217"/>
                  </a:lnTo>
                  <a:lnTo>
                    <a:pt x="414" y="213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0" y="213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20"/>
                  </a:lnTo>
                  <a:lnTo>
                    <a:pt x="408" y="222"/>
                  </a:lnTo>
                  <a:lnTo>
                    <a:pt x="408" y="220"/>
                  </a:lnTo>
                  <a:lnTo>
                    <a:pt x="408" y="220"/>
                  </a:lnTo>
                  <a:lnTo>
                    <a:pt x="412" y="222"/>
                  </a:lnTo>
                  <a:lnTo>
                    <a:pt x="414" y="222"/>
                  </a:lnTo>
                  <a:lnTo>
                    <a:pt x="412" y="224"/>
                  </a:lnTo>
                  <a:lnTo>
                    <a:pt x="412" y="224"/>
                  </a:lnTo>
                  <a:lnTo>
                    <a:pt x="407" y="224"/>
                  </a:lnTo>
                  <a:lnTo>
                    <a:pt x="403" y="224"/>
                  </a:lnTo>
                  <a:lnTo>
                    <a:pt x="401" y="222"/>
                  </a:lnTo>
                  <a:lnTo>
                    <a:pt x="401" y="220"/>
                  </a:lnTo>
                  <a:lnTo>
                    <a:pt x="401" y="220"/>
                  </a:lnTo>
                  <a:lnTo>
                    <a:pt x="394" y="209"/>
                  </a:lnTo>
                  <a:lnTo>
                    <a:pt x="394" y="209"/>
                  </a:lnTo>
                  <a:close/>
                  <a:moveTo>
                    <a:pt x="155" y="209"/>
                  </a:moveTo>
                  <a:lnTo>
                    <a:pt x="155" y="209"/>
                  </a:lnTo>
                  <a:lnTo>
                    <a:pt x="153" y="209"/>
                  </a:lnTo>
                  <a:lnTo>
                    <a:pt x="153" y="211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3"/>
                  </a:lnTo>
                  <a:lnTo>
                    <a:pt x="159" y="211"/>
                  </a:lnTo>
                  <a:lnTo>
                    <a:pt x="159" y="209"/>
                  </a:lnTo>
                  <a:lnTo>
                    <a:pt x="155" y="209"/>
                  </a:lnTo>
                  <a:lnTo>
                    <a:pt x="155" y="209"/>
                  </a:lnTo>
                  <a:close/>
                  <a:moveTo>
                    <a:pt x="458" y="206"/>
                  </a:moveTo>
                  <a:lnTo>
                    <a:pt x="458" y="206"/>
                  </a:lnTo>
                  <a:lnTo>
                    <a:pt x="454" y="211"/>
                  </a:lnTo>
                  <a:lnTo>
                    <a:pt x="450" y="213"/>
                  </a:lnTo>
                  <a:lnTo>
                    <a:pt x="450" y="213"/>
                  </a:lnTo>
                  <a:lnTo>
                    <a:pt x="458" y="222"/>
                  </a:lnTo>
                  <a:lnTo>
                    <a:pt x="461" y="228"/>
                  </a:lnTo>
                  <a:lnTo>
                    <a:pt x="465" y="231"/>
                  </a:lnTo>
                  <a:lnTo>
                    <a:pt x="465" y="231"/>
                  </a:lnTo>
                  <a:lnTo>
                    <a:pt x="472" y="231"/>
                  </a:lnTo>
                  <a:lnTo>
                    <a:pt x="479" y="231"/>
                  </a:lnTo>
                  <a:lnTo>
                    <a:pt x="485" y="235"/>
                  </a:lnTo>
                  <a:lnTo>
                    <a:pt x="485" y="235"/>
                  </a:lnTo>
                  <a:lnTo>
                    <a:pt x="490" y="235"/>
                  </a:lnTo>
                  <a:lnTo>
                    <a:pt x="494" y="233"/>
                  </a:lnTo>
                  <a:lnTo>
                    <a:pt x="496" y="231"/>
                  </a:lnTo>
                  <a:lnTo>
                    <a:pt x="499" y="231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12" y="239"/>
                  </a:lnTo>
                  <a:lnTo>
                    <a:pt x="520" y="244"/>
                  </a:lnTo>
                  <a:lnTo>
                    <a:pt x="523" y="248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3" y="259"/>
                  </a:lnTo>
                  <a:lnTo>
                    <a:pt x="521" y="264"/>
                  </a:lnTo>
                  <a:lnTo>
                    <a:pt x="520" y="273"/>
                  </a:lnTo>
                  <a:lnTo>
                    <a:pt x="520" y="273"/>
                  </a:lnTo>
                  <a:lnTo>
                    <a:pt x="521" y="284"/>
                  </a:lnTo>
                  <a:lnTo>
                    <a:pt x="523" y="295"/>
                  </a:lnTo>
                  <a:lnTo>
                    <a:pt x="523" y="295"/>
                  </a:lnTo>
                  <a:lnTo>
                    <a:pt x="530" y="291"/>
                  </a:lnTo>
                  <a:lnTo>
                    <a:pt x="530" y="288"/>
                  </a:lnTo>
                  <a:lnTo>
                    <a:pt x="530" y="288"/>
                  </a:lnTo>
                  <a:lnTo>
                    <a:pt x="536" y="288"/>
                  </a:lnTo>
                  <a:lnTo>
                    <a:pt x="538" y="290"/>
                  </a:lnTo>
                  <a:lnTo>
                    <a:pt x="538" y="293"/>
                  </a:lnTo>
                  <a:lnTo>
                    <a:pt x="538" y="295"/>
                  </a:lnTo>
                  <a:lnTo>
                    <a:pt x="538" y="295"/>
                  </a:lnTo>
                  <a:lnTo>
                    <a:pt x="541" y="293"/>
                  </a:lnTo>
                  <a:lnTo>
                    <a:pt x="543" y="291"/>
                  </a:lnTo>
                  <a:lnTo>
                    <a:pt x="545" y="290"/>
                  </a:lnTo>
                  <a:lnTo>
                    <a:pt x="545" y="290"/>
                  </a:lnTo>
                  <a:lnTo>
                    <a:pt x="558" y="286"/>
                  </a:lnTo>
                  <a:lnTo>
                    <a:pt x="565" y="277"/>
                  </a:lnTo>
                  <a:lnTo>
                    <a:pt x="565" y="277"/>
                  </a:lnTo>
                  <a:lnTo>
                    <a:pt x="571" y="291"/>
                  </a:lnTo>
                  <a:lnTo>
                    <a:pt x="571" y="291"/>
                  </a:lnTo>
                  <a:lnTo>
                    <a:pt x="583" y="291"/>
                  </a:lnTo>
                  <a:lnTo>
                    <a:pt x="594" y="291"/>
                  </a:lnTo>
                  <a:lnTo>
                    <a:pt x="594" y="291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6"/>
                  </a:lnTo>
                  <a:lnTo>
                    <a:pt x="603" y="288"/>
                  </a:lnTo>
                  <a:lnTo>
                    <a:pt x="605" y="291"/>
                  </a:lnTo>
                  <a:lnTo>
                    <a:pt x="605" y="291"/>
                  </a:lnTo>
                  <a:lnTo>
                    <a:pt x="620" y="288"/>
                  </a:lnTo>
                  <a:lnTo>
                    <a:pt x="620" y="288"/>
                  </a:lnTo>
                  <a:lnTo>
                    <a:pt x="620" y="291"/>
                  </a:lnTo>
                  <a:lnTo>
                    <a:pt x="620" y="291"/>
                  </a:lnTo>
                  <a:lnTo>
                    <a:pt x="622" y="291"/>
                  </a:lnTo>
                  <a:lnTo>
                    <a:pt x="622" y="291"/>
                  </a:lnTo>
                  <a:lnTo>
                    <a:pt x="631" y="290"/>
                  </a:lnTo>
                  <a:lnTo>
                    <a:pt x="638" y="288"/>
                  </a:lnTo>
                  <a:lnTo>
                    <a:pt x="638" y="288"/>
                  </a:lnTo>
                  <a:lnTo>
                    <a:pt x="643" y="290"/>
                  </a:lnTo>
                  <a:lnTo>
                    <a:pt x="647" y="290"/>
                  </a:lnTo>
                  <a:lnTo>
                    <a:pt x="651" y="290"/>
                  </a:lnTo>
                  <a:lnTo>
                    <a:pt x="656" y="284"/>
                  </a:lnTo>
                  <a:lnTo>
                    <a:pt x="656" y="284"/>
                  </a:lnTo>
                  <a:lnTo>
                    <a:pt x="653" y="282"/>
                  </a:lnTo>
                  <a:lnTo>
                    <a:pt x="654" y="282"/>
                  </a:lnTo>
                  <a:lnTo>
                    <a:pt x="658" y="280"/>
                  </a:lnTo>
                  <a:lnTo>
                    <a:pt x="658" y="280"/>
                  </a:lnTo>
                  <a:lnTo>
                    <a:pt x="660" y="286"/>
                  </a:lnTo>
                  <a:lnTo>
                    <a:pt x="662" y="288"/>
                  </a:lnTo>
                  <a:lnTo>
                    <a:pt x="663" y="290"/>
                  </a:lnTo>
                  <a:lnTo>
                    <a:pt x="663" y="290"/>
                  </a:lnTo>
                  <a:lnTo>
                    <a:pt x="667" y="286"/>
                  </a:lnTo>
                  <a:lnTo>
                    <a:pt x="671" y="284"/>
                  </a:lnTo>
                  <a:lnTo>
                    <a:pt x="671" y="288"/>
                  </a:lnTo>
                  <a:lnTo>
                    <a:pt x="671" y="288"/>
                  </a:lnTo>
                  <a:lnTo>
                    <a:pt x="687" y="288"/>
                  </a:lnTo>
                  <a:lnTo>
                    <a:pt x="705" y="288"/>
                  </a:lnTo>
                  <a:lnTo>
                    <a:pt x="705" y="288"/>
                  </a:lnTo>
                  <a:lnTo>
                    <a:pt x="705" y="279"/>
                  </a:lnTo>
                  <a:lnTo>
                    <a:pt x="705" y="275"/>
                  </a:lnTo>
                  <a:lnTo>
                    <a:pt x="707" y="273"/>
                  </a:lnTo>
                  <a:lnTo>
                    <a:pt x="707" y="273"/>
                  </a:lnTo>
                  <a:lnTo>
                    <a:pt x="713" y="269"/>
                  </a:lnTo>
                  <a:lnTo>
                    <a:pt x="716" y="269"/>
                  </a:lnTo>
                  <a:lnTo>
                    <a:pt x="716" y="268"/>
                  </a:lnTo>
                  <a:lnTo>
                    <a:pt x="716" y="268"/>
                  </a:lnTo>
                  <a:lnTo>
                    <a:pt x="716" y="264"/>
                  </a:lnTo>
                  <a:lnTo>
                    <a:pt x="716" y="260"/>
                  </a:lnTo>
                  <a:lnTo>
                    <a:pt x="716" y="260"/>
                  </a:lnTo>
                  <a:lnTo>
                    <a:pt x="700" y="249"/>
                  </a:lnTo>
                  <a:lnTo>
                    <a:pt x="700" y="249"/>
                  </a:lnTo>
                  <a:lnTo>
                    <a:pt x="696" y="251"/>
                  </a:lnTo>
                  <a:lnTo>
                    <a:pt x="693" y="251"/>
                  </a:lnTo>
                  <a:lnTo>
                    <a:pt x="689" y="253"/>
                  </a:lnTo>
                  <a:lnTo>
                    <a:pt x="685" y="253"/>
                  </a:lnTo>
                  <a:lnTo>
                    <a:pt x="685" y="253"/>
                  </a:lnTo>
                  <a:lnTo>
                    <a:pt x="682" y="249"/>
                  </a:lnTo>
                  <a:lnTo>
                    <a:pt x="680" y="246"/>
                  </a:lnTo>
                  <a:lnTo>
                    <a:pt x="680" y="246"/>
                  </a:lnTo>
                  <a:lnTo>
                    <a:pt x="671" y="244"/>
                  </a:lnTo>
                  <a:lnTo>
                    <a:pt x="663" y="242"/>
                  </a:lnTo>
                  <a:lnTo>
                    <a:pt x="662" y="248"/>
                  </a:lnTo>
                  <a:lnTo>
                    <a:pt x="662" y="248"/>
                  </a:lnTo>
                  <a:lnTo>
                    <a:pt x="658" y="248"/>
                  </a:lnTo>
                  <a:lnTo>
                    <a:pt x="656" y="246"/>
                  </a:lnTo>
                  <a:lnTo>
                    <a:pt x="654" y="246"/>
                  </a:lnTo>
                  <a:lnTo>
                    <a:pt x="651" y="246"/>
                  </a:lnTo>
                  <a:lnTo>
                    <a:pt x="651" y="246"/>
                  </a:lnTo>
                  <a:lnTo>
                    <a:pt x="651" y="244"/>
                  </a:lnTo>
                  <a:lnTo>
                    <a:pt x="649" y="244"/>
                  </a:lnTo>
                  <a:lnTo>
                    <a:pt x="643" y="242"/>
                  </a:lnTo>
                  <a:lnTo>
                    <a:pt x="634" y="248"/>
                  </a:lnTo>
                  <a:lnTo>
                    <a:pt x="634" y="248"/>
                  </a:lnTo>
                  <a:lnTo>
                    <a:pt x="611" y="253"/>
                  </a:lnTo>
                  <a:lnTo>
                    <a:pt x="602" y="253"/>
                  </a:lnTo>
                  <a:lnTo>
                    <a:pt x="591" y="249"/>
                  </a:lnTo>
                  <a:lnTo>
                    <a:pt x="591" y="259"/>
                  </a:lnTo>
                  <a:lnTo>
                    <a:pt x="591" y="259"/>
                  </a:lnTo>
                  <a:lnTo>
                    <a:pt x="587" y="255"/>
                  </a:lnTo>
                  <a:lnTo>
                    <a:pt x="585" y="253"/>
                  </a:lnTo>
                  <a:lnTo>
                    <a:pt x="585" y="253"/>
                  </a:lnTo>
                  <a:lnTo>
                    <a:pt x="581" y="253"/>
                  </a:lnTo>
                  <a:lnTo>
                    <a:pt x="581" y="253"/>
                  </a:lnTo>
                  <a:lnTo>
                    <a:pt x="580" y="255"/>
                  </a:lnTo>
                  <a:lnTo>
                    <a:pt x="578" y="255"/>
                  </a:lnTo>
                  <a:lnTo>
                    <a:pt x="578" y="255"/>
                  </a:lnTo>
                  <a:lnTo>
                    <a:pt x="571" y="251"/>
                  </a:lnTo>
                  <a:lnTo>
                    <a:pt x="561" y="248"/>
                  </a:lnTo>
                  <a:lnTo>
                    <a:pt x="561" y="248"/>
                  </a:lnTo>
                  <a:lnTo>
                    <a:pt x="561" y="249"/>
                  </a:lnTo>
                  <a:lnTo>
                    <a:pt x="560" y="251"/>
                  </a:lnTo>
                  <a:lnTo>
                    <a:pt x="558" y="253"/>
                  </a:lnTo>
                  <a:lnTo>
                    <a:pt x="558" y="253"/>
                  </a:lnTo>
                  <a:lnTo>
                    <a:pt x="558" y="248"/>
                  </a:lnTo>
                  <a:lnTo>
                    <a:pt x="558" y="242"/>
                  </a:lnTo>
                  <a:lnTo>
                    <a:pt x="558" y="242"/>
                  </a:lnTo>
                  <a:lnTo>
                    <a:pt x="551" y="244"/>
                  </a:lnTo>
                  <a:lnTo>
                    <a:pt x="543" y="246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36" y="239"/>
                  </a:lnTo>
                  <a:lnTo>
                    <a:pt x="536" y="239"/>
                  </a:lnTo>
                  <a:lnTo>
                    <a:pt x="543" y="239"/>
                  </a:lnTo>
                  <a:lnTo>
                    <a:pt x="549" y="240"/>
                  </a:lnTo>
                  <a:lnTo>
                    <a:pt x="549" y="240"/>
                  </a:lnTo>
                  <a:lnTo>
                    <a:pt x="552" y="239"/>
                  </a:lnTo>
                  <a:lnTo>
                    <a:pt x="556" y="235"/>
                  </a:lnTo>
                  <a:lnTo>
                    <a:pt x="556" y="231"/>
                  </a:lnTo>
                  <a:lnTo>
                    <a:pt x="556" y="231"/>
                  </a:lnTo>
                  <a:lnTo>
                    <a:pt x="552" y="231"/>
                  </a:lnTo>
                  <a:lnTo>
                    <a:pt x="549" y="231"/>
                  </a:lnTo>
                  <a:lnTo>
                    <a:pt x="549" y="231"/>
                  </a:lnTo>
                  <a:lnTo>
                    <a:pt x="541" y="229"/>
                  </a:lnTo>
                  <a:lnTo>
                    <a:pt x="534" y="226"/>
                  </a:lnTo>
                  <a:lnTo>
                    <a:pt x="534" y="226"/>
                  </a:lnTo>
                  <a:lnTo>
                    <a:pt x="530" y="220"/>
                  </a:lnTo>
                  <a:lnTo>
                    <a:pt x="530" y="218"/>
                  </a:lnTo>
                  <a:lnTo>
                    <a:pt x="529" y="217"/>
                  </a:lnTo>
                  <a:lnTo>
                    <a:pt x="529" y="217"/>
                  </a:lnTo>
                  <a:lnTo>
                    <a:pt x="523" y="217"/>
                  </a:lnTo>
                  <a:lnTo>
                    <a:pt x="516" y="218"/>
                  </a:lnTo>
                  <a:lnTo>
                    <a:pt x="510" y="222"/>
                  </a:lnTo>
                  <a:lnTo>
                    <a:pt x="501" y="220"/>
                  </a:lnTo>
                  <a:lnTo>
                    <a:pt x="501" y="220"/>
                  </a:lnTo>
                  <a:lnTo>
                    <a:pt x="499" y="218"/>
                  </a:lnTo>
                  <a:lnTo>
                    <a:pt x="499" y="217"/>
                  </a:lnTo>
                  <a:lnTo>
                    <a:pt x="496" y="213"/>
                  </a:lnTo>
                  <a:lnTo>
                    <a:pt x="494" y="211"/>
                  </a:lnTo>
                  <a:lnTo>
                    <a:pt x="494" y="211"/>
                  </a:lnTo>
                  <a:lnTo>
                    <a:pt x="485" y="209"/>
                  </a:lnTo>
                  <a:lnTo>
                    <a:pt x="476" y="208"/>
                  </a:lnTo>
                  <a:lnTo>
                    <a:pt x="458" y="206"/>
                  </a:lnTo>
                  <a:lnTo>
                    <a:pt x="458" y="206"/>
                  </a:lnTo>
                  <a:close/>
                  <a:moveTo>
                    <a:pt x="237" y="206"/>
                  </a:moveTo>
                  <a:lnTo>
                    <a:pt x="237" y="206"/>
                  </a:lnTo>
                  <a:lnTo>
                    <a:pt x="237" y="209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20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9" y="235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43" y="242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4" y="248"/>
                  </a:lnTo>
                  <a:lnTo>
                    <a:pt x="248" y="255"/>
                  </a:lnTo>
                  <a:lnTo>
                    <a:pt x="248" y="255"/>
                  </a:lnTo>
                  <a:lnTo>
                    <a:pt x="230" y="255"/>
                  </a:lnTo>
                  <a:lnTo>
                    <a:pt x="221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08" y="251"/>
                  </a:lnTo>
                  <a:lnTo>
                    <a:pt x="204" y="248"/>
                  </a:lnTo>
                  <a:lnTo>
                    <a:pt x="201" y="242"/>
                  </a:lnTo>
                  <a:lnTo>
                    <a:pt x="197" y="240"/>
                  </a:lnTo>
                  <a:lnTo>
                    <a:pt x="197" y="240"/>
                  </a:lnTo>
                  <a:lnTo>
                    <a:pt x="190" y="240"/>
                  </a:lnTo>
                  <a:lnTo>
                    <a:pt x="184" y="240"/>
                  </a:lnTo>
                  <a:lnTo>
                    <a:pt x="184" y="240"/>
                  </a:lnTo>
                  <a:lnTo>
                    <a:pt x="179" y="237"/>
                  </a:lnTo>
                  <a:lnTo>
                    <a:pt x="171" y="233"/>
                  </a:lnTo>
                  <a:lnTo>
                    <a:pt x="171" y="233"/>
                  </a:lnTo>
                  <a:lnTo>
                    <a:pt x="161" y="231"/>
                  </a:lnTo>
                  <a:lnTo>
                    <a:pt x="150" y="231"/>
                  </a:lnTo>
                  <a:lnTo>
                    <a:pt x="148" y="235"/>
                  </a:lnTo>
                  <a:lnTo>
                    <a:pt x="148" y="235"/>
                  </a:lnTo>
                  <a:lnTo>
                    <a:pt x="142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9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28" y="249"/>
                  </a:lnTo>
                  <a:lnTo>
                    <a:pt x="128" y="259"/>
                  </a:lnTo>
                  <a:lnTo>
                    <a:pt x="128" y="259"/>
                  </a:lnTo>
                  <a:lnTo>
                    <a:pt x="141" y="257"/>
                  </a:lnTo>
                  <a:lnTo>
                    <a:pt x="142" y="257"/>
                  </a:lnTo>
                  <a:lnTo>
                    <a:pt x="141" y="257"/>
                  </a:lnTo>
                  <a:lnTo>
                    <a:pt x="126" y="262"/>
                  </a:lnTo>
                  <a:lnTo>
                    <a:pt x="126" y="269"/>
                  </a:lnTo>
                  <a:lnTo>
                    <a:pt x="126" y="269"/>
                  </a:lnTo>
                  <a:lnTo>
                    <a:pt x="135" y="268"/>
                  </a:lnTo>
                  <a:lnTo>
                    <a:pt x="141" y="268"/>
                  </a:lnTo>
                  <a:lnTo>
                    <a:pt x="144" y="268"/>
                  </a:lnTo>
                  <a:lnTo>
                    <a:pt x="144" y="268"/>
                  </a:lnTo>
                  <a:lnTo>
                    <a:pt x="146" y="269"/>
                  </a:lnTo>
                  <a:lnTo>
                    <a:pt x="146" y="271"/>
                  </a:lnTo>
                  <a:lnTo>
                    <a:pt x="146" y="271"/>
                  </a:lnTo>
                  <a:lnTo>
                    <a:pt x="150" y="273"/>
                  </a:lnTo>
                  <a:lnTo>
                    <a:pt x="150" y="266"/>
                  </a:lnTo>
                  <a:lnTo>
                    <a:pt x="150" y="266"/>
                  </a:lnTo>
                  <a:lnTo>
                    <a:pt x="153" y="266"/>
                  </a:lnTo>
                  <a:lnTo>
                    <a:pt x="155" y="266"/>
                  </a:lnTo>
                  <a:lnTo>
                    <a:pt x="155" y="268"/>
                  </a:lnTo>
                  <a:lnTo>
                    <a:pt x="151" y="268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57" y="273"/>
                  </a:lnTo>
                  <a:lnTo>
                    <a:pt x="159" y="271"/>
                  </a:lnTo>
                  <a:lnTo>
                    <a:pt x="157" y="269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2" y="266"/>
                  </a:lnTo>
                  <a:lnTo>
                    <a:pt x="161" y="260"/>
                  </a:lnTo>
                  <a:lnTo>
                    <a:pt x="161" y="255"/>
                  </a:lnTo>
                  <a:lnTo>
                    <a:pt x="161" y="253"/>
                  </a:lnTo>
                  <a:lnTo>
                    <a:pt x="162" y="249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8" y="249"/>
                  </a:lnTo>
                  <a:lnTo>
                    <a:pt x="168" y="251"/>
                  </a:lnTo>
                  <a:lnTo>
                    <a:pt x="170" y="255"/>
                  </a:lnTo>
                  <a:lnTo>
                    <a:pt x="168" y="264"/>
                  </a:lnTo>
                  <a:lnTo>
                    <a:pt x="166" y="268"/>
                  </a:lnTo>
                  <a:lnTo>
                    <a:pt x="166" y="268"/>
                  </a:lnTo>
                  <a:lnTo>
                    <a:pt x="192" y="266"/>
                  </a:lnTo>
                  <a:lnTo>
                    <a:pt x="192" y="260"/>
                  </a:lnTo>
                  <a:lnTo>
                    <a:pt x="192" y="260"/>
                  </a:lnTo>
                  <a:lnTo>
                    <a:pt x="195" y="260"/>
                  </a:lnTo>
                  <a:lnTo>
                    <a:pt x="202" y="264"/>
                  </a:lnTo>
                  <a:lnTo>
                    <a:pt x="208" y="266"/>
                  </a:lnTo>
                  <a:lnTo>
                    <a:pt x="215" y="266"/>
                  </a:lnTo>
                  <a:lnTo>
                    <a:pt x="215" y="266"/>
                  </a:lnTo>
                  <a:lnTo>
                    <a:pt x="219" y="262"/>
                  </a:lnTo>
                  <a:lnTo>
                    <a:pt x="223" y="259"/>
                  </a:lnTo>
                  <a:lnTo>
                    <a:pt x="223" y="259"/>
                  </a:lnTo>
                  <a:lnTo>
                    <a:pt x="221" y="262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12" y="271"/>
                  </a:lnTo>
                  <a:lnTo>
                    <a:pt x="204" y="273"/>
                  </a:lnTo>
                  <a:lnTo>
                    <a:pt x="197" y="273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70" y="284"/>
                  </a:lnTo>
                  <a:lnTo>
                    <a:pt x="170" y="284"/>
                  </a:lnTo>
                  <a:lnTo>
                    <a:pt x="171" y="290"/>
                  </a:lnTo>
                  <a:lnTo>
                    <a:pt x="171" y="295"/>
                  </a:lnTo>
                  <a:lnTo>
                    <a:pt x="171" y="295"/>
                  </a:lnTo>
                  <a:lnTo>
                    <a:pt x="182" y="295"/>
                  </a:lnTo>
                  <a:lnTo>
                    <a:pt x="190" y="295"/>
                  </a:lnTo>
                  <a:lnTo>
                    <a:pt x="197" y="295"/>
                  </a:lnTo>
                  <a:lnTo>
                    <a:pt x="197" y="295"/>
                  </a:lnTo>
                  <a:lnTo>
                    <a:pt x="202" y="291"/>
                  </a:lnTo>
                  <a:lnTo>
                    <a:pt x="206" y="284"/>
                  </a:lnTo>
                  <a:lnTo>
                    <a:pt x="212" y="279"/>
                  </a:lnTo>
                  <a:lnTo>
                    <a:pt x="215" y="275"/>
                  </a:lnTo>
                  <a:lnTo>
                    <a:pt x="215" y="275"/>
                  </a:lnTo>
                  <a:lnTo>
                    <a:pt x="221" y="277"/>
                  </a:lnTo>
                  <a:lnTo>
                    <a:pt x="228" y="277"/>
                  </a:lnTo>
                  <a:lnTo>
                    <a:pt x="228" y="277"/>
                  </a:lnTo>
                  <a:lnTo>
                    <a:pt x="237" y="273"/>
                  </a:lnTo>
                  <a:lnTo>
                    <a:pt x="244" y="269"/>
                  </a:lnTo>
                  <a:lnTo>
                    <a:pt x="244" y="269"/>
                  </a:lnTo>
                  <a:lnTo>
                    <a:pt x="250" y="271"/>
                  </a:lnTo>
                  <a:lnTo>
                    <a:pt x="255" y="273"/>
                  </a:lnTo>
                  <a:lnTo>
                    <a:pt x="261" y="275"/>
                  </a:lnTo>
                  <a:lnTo>
                    <a:pt x="268" y="275"/>
                  </a:lnTo>
                  <a:lnTo>
                    <a:pt x="268" y="275"/>
                  </a:lnTo>
                  <a:lnTo>
                    <a:pt x="268" y="268"/>
                  </a:lnTo>
                  <a:lnTo>
                    <a:pt x="268" y="268"/>
                  </a:lnTo>
                  <a:lnTo>
                    <a:pt x="272" y="268"/>
                  </a:lnTo>
                  <a:lnTo>
                    <a:pt x="274" y="268"/>
                  </a:lnTo>
                  <a:lnTo>
                    <a:pt x="272" y="269"/>
                  </a:lnTo>
                  <a:lnTo>
                    <a:pt x="272" y="269"/>
                  </a:lnTo>
                  <a:lnTo>
                    <a:pt x="286" y="268"/>
                  </a:lnTo>
                  <a:lnTo>
                    <a:pt x="292" y="268"/>
                  </a:lnTo>
                  <a:lnTo>
                    <a:pt x="297" y="266"/>
                  </a:lnTo>
                  <a:lnTo>
                    <a:pt x="299" y="262"/>
                  </a:lnTo>
                  <a:lnTo>
                    <a:pt x="301" y="257"/>
                  </a:lnTo>
                  <a:lnTo>
                    <a:pt x="301" y="251"/>
                  </a:lnTo>
                  <a:lnTo>
                    <a:pt x="299" y="242"/>
                  </a:lnTo>
                  <a:lnTo>
                    <a:pt x="299" y="242"/>
                  </a:lnTo>
                  <a:lnTo>
                    <a:pt x="295" y="237"/>
                  </a:lnTo>
                  <a:lnTo>
                    <a:pt x="292" y="233"/>
                  </a:lnTo>
                  <a:lnTo>
                    <a:pt x="288" y="233"/>
                  </a:lnTo>
                  <a:lnTo>
                    <a:pt x="284" y="231"/>
                  </a:lnTo>
                  <a:lnTo>
                    <a:pt x="284" y="231"/>
                  </a:lnTo>
                  <a:lnTo>
                    <a:pt x="284" y="233"/>
                  </a:lnTo>
                  <a:lnTo>
                    <a:pt x="284" y="239"/>
                  </a:lnTo>
                  <a:lnTo>
                    <a:pt x="284" y="248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79" y="249"/>
                  </a:lnTo>
                  <a:lnTo>
                    <a:pt x="279" y="248"/>
                  </a:lnTo>
                  <a:lnTo>
                    <a:pt x="281" y="244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77" y="240"/>
                  </a:lnTo>
                  <a:lnTo>
                    <a:pt x="275" y="240"/>
                  </a:lnTo>
                  <a:lnTo>
                    <a:pt x="272" y="242"/>
                  </a:lnTo>
                  <a:lnTo>
                    <a:pt x="272" y="242"/>
                  </a:lnTo>
                  <a:lnTo>
                    <a:pt x="272" y="237"/>
                  </a:lnTo>
                  <a:lnTo>
                    <a:pt x="272" y="231"/>
                  </a:lnTo>
                  <a:lnTo>
                    <a:pt x="272" y="231"/>
                  </a:lnTo>
                  <a:lnTo>
                    <a:pt x="263" y="231"/>
                  </a:lnTo>
                  <a:lnTo>
                    <a:pt x="257" y="229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4" y="211"/>
                  </a:lnTo>
                  <a:lnTo>
                    <a:pt x="244" y="211"/>
                  </a:lnTo>
                  <a:lnTo>
                    <a:pt x="237" y="206"/>
                  </a:lnTo>
                  <a:lnTo>
                    <a:pt x="237" y="206"/>
                  </a:lnTo>
                  <a:close/>
                  <a:moveTo>
                    <a:pt x="487" y="184"/>
                  </a:moveTo>
                  <a:lnTo>
                    <a:pt x="487" y="184"/>
                  </a:lnTo>
                  <a:lnTo>
                    <a:pt x="479" y="188"/>
                  </a:lnTo>
                  <a:lnTo>
                    <a:pt x="470" y="191"/>
                  </a:lnTo>
                  <a:lnTo>
                    <a:pt x="470" y="191"/>
                  </a:lnTo>
                  <a:lnTo>
                    <a:pt x="465" y="191"/>
                  </a:lnTo>
                  <a:lnTo>
                    <a:pt x="465" y="191"/>
                  </a:lnTo>
                  <a:lnTo>
                    <a:pt x="461" y="191"/>
                  </a:lnTo>
                  <a:lnTo>
                    <a:pt x="458" y="189"/>
                  </a:lnTo>
                  <a:lnTo>
                    <a:pt x="456" y="197"/>
                  </a:lnTo>
                  <a:lnTo>
                    <a:pt x="456" y="197"/>
                  </a:lnTo>
                  <a:lnTo>
                    <a:pt x="459" y="197"/>
                  </a:lnTo>
                  <a:lnTo>
                    <a:pt x="459" y="195"/>
                  </a:lnTo>
                  <a:lnTo>
                    <a:pt x="461" y="195"/>
                  </a:lnTo>
                  <a:lnTo>
                    <a:pt x="465" y="195"/>
                  </a:lnTo>
                  <a:lnTo>
                    <a:pt x="465" y="195"/>
                  </a:lnTo>
                  <a:lnTo>
                    <a:pt x="476" y="198"/>
                  </a:lnTo>
                  <a:lnTo>
                    <a:pt x="483" y="200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96" y="200"/>
                  </a:lnTo>
                  <a:lnTo>
                    <a:pt x="503" y="198"/>
                  </a:lnTo>
                  <a:lnTo>
                    <a:pt x="507" y="195"/>
                  </a:lnTo>
                  <a:lnTo>
                    <a:pt x="509" y="191"/>
                  </a:lnTo>
                  <a:lnTo>
                    <a:pt x="507" y="188"/>
                  </a:lnTo>
                  <a:lnTo>
                    <a:pt x="503" y="186"/>
                  </a:lnTo>
                  <a:lnTo>
                    <a:pt x="496" y="184"/>
                  </a:lnTo>
                  <a:lnTo>
                    <a:pt x="487" y="184"/>
                  </a:lnTo>
                  <a:lnTo>
                    <a:pt x="487" y="184"/>
                  </a:lnTo>
                  <a:close/>
                  <a:moveTo>
                    <a:pt x="543" y="180"/>
                  </a:moveTo>
                  <a:lnTo>
                    <a:pt x="543" y="180"/>
                  </a:lnTo>
                  <a:lnTo>
                    <a:pt x="540" y="184"/>
                  </a:lnTo>
                  <a:lnTo>
                    <a:pt x="536" y="189"/>
                  </a:lnTo>
                  <a:lnTo>
                    <a:pt x="536" y="189"/>
                  </a:lnTo>
                  <a:lnTo>
                    <a:pt x="538" y="193"/>
                  </a:lnTo>
                  <a:lnTo>
                    <a:pt x="538" y="197"/>
                  </a:lnTo>
                  <a:lnTo>
                    <a:pt x="538" y="197"/>
                  </a:lnTo>
                  <a:lnTo>
                    <a:pt x="545" y="197"/>
                  </a:lnTo>
                  <a:lnTo>
                    <a:pt x="549" y="197"/>
                  </a:lnTo>
                  <a:lnTo>
                    <a:pt x="549" y="197"/>
                  </a:lnTo>
                  <a:lnTo>
                    <a:pt x="554" y="184"/>
                  </a:lnTo>
                  <a:lnTo>
                    <a:pt x="554" y="184"/>
                  </a:lnTo>
                  <a:lnTo>
                    <a:pt x="549" y="182"/>
                  </a:lnTo>
                  <a:lnTo>
                    <a:pt x="543" y="180"/>
                  </a:lnTo>
                  <a:lnTo>
                    <a:pt x="543" y="180"/>
                  </a:lnTo>
                  <a:close/>
                  <a:moveTo>
                    <a:pt x="368" y="180"/>
                  </a:moveTo>
                  <a:lnTo>
                    <a:pt x="368" y="180"/>
                  </a:lnTo>
                  <a:lnTo>
                    <a:pt x="363" y="188"/>
                  </a:lnTo>
                  <a:lnTo>
                    <a:pt x="365" y="188"/>
                  </a:lnTo>
                  <a:lnTo>
                    <a:pt x="365" y="188"/>
                  </a:lnTo>
                  <a:lnTo>
                    <a:pt x="372" y="191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6" y="191"/>
                  </a:lnTo>
                  <a:lnTo>
                    <a:pt x="377" y="189"/>
                  </a:lnTo>
                  <a:lnTo>
                    <a:pt x="377" y="184"/>
                  </a:lnTo>
                  <a:lnTo>
                    <a:pt x="377" y="184"/>
                  </a:lnTo>
                  <a:lnTo>
                    <a:pt x="368" y="180"/>
                  </a:lnTo>
                  <a:lnTo>
                    <a:pt x="368" y="180"/>
                  </a:lnTo>
                  <a:close/>
                  <a:moveTo>
                    <a:pt x="312" y="180"/>
                  </a:moveTo>
                  <a:lnTo>
                    <a:pt x="312" y="180"/>
                  </a:lnTo>
                  <a:lnTo>
                    <a:pt x="315" y="198"/>
                  </a:lnTo>
                  <a:lnTo>
                    <a:pt x="321" y="198"/>
                  </a:lnTo>
                  <a:lnTo>
                    <a:pt x="321" y="198"/>
                  </a:lnTo>
                  <a:lnTo>
                    <a:pt x="321" y="189"/>
                  </a:lnTo>
                  <a:lnTo>
                    <a:pt x="321" y="189"/>
                  </a:lnTo>
                  <a:lnTo>
                    <a:pt x="315" y="180"/>
                  </a:lnTo>
                  <a:lnTo>
                    <a:pt x="312" y="180"/>
                  </a:lnTo>
                  <a:close/>
                  <a:moveTo>
                    <a:pt x="122" y="177"/>
                  </a:moveTo>
                  <a:lnTo>
                    <a:pt x="122" y="177"/>
                  </a:lnTo>
                  <a:lnTo>
                    <a:pt x="119" y="182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5" y="186"/>
                  </a:lnTo>
                  <a:lnTo>
                    <a:pt x="113" y="189"/>
                  </a:lnTo>
                  <a:lnTo>
                    <a:pt x="111" y="191"/>
                  </a:lnTo>
                  <a:lnTo>
                    <a:pt x="106" y="191"/>
                  </a:lnTo>
                  <a:lnTo>
                    <a:pt x="99" y="188"/>
                  </a:lnTo>
                  <a:lnTo>
                    <a:pt x="99" y="188"/>
                  </a:lnTo>
                  <a:lnTo>
                    <a:pt x="84" y="188"/>
                  </a:lnTo>
                  <a:lnTo>
                    <a:pt x="71" y="191"/>
                  </a:lnTo>
                  <a:lnTo>
                    <a:pt x="71" y="191"/>
                  </a:lnTo>
                  <a:lnTo>
                    <a:pt x="62" y="200"/>
                  </a:lnTo>
                  <a:lnTo>
                    <a:pt x="57" y="206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49" y="209"/>
                  </a:lnTo>
                  <a:lnTo>
                    <a:pt x="48" y="208"/>
                  </a:lnTo>
                  <a:lnTo>
                    <a:pt x="46" y="206"/>
                  </a:lnTo>
                  <a:lnTo>
                    <a:pt x="44" y="206"/>
                  </a:lnTo>
                  <a:lnTo>
                    <a:pt x="44" y="206"/>
                  </a:lnTo>
                  <a:lnTo>
                    <a:pt x="42" y="211"/>
                  </a:lnTo>
                  <a:lnTo>
                    <a:pt x="37" y="217"/>
                  </a:lnTo>
                  <a:lnTo>
                    <a:pt x="35" y="217"/>
                  </a:lnTo>
                  <a:lnTo>
                    <a:pt x="35" y="217"/>
                  </a:lnTo>
                  <a:lnTo>
                    <a:pt x="35" y="224"/>
                  </a:lnTo>
                  <a:lnTo>
                    <a:pt x="35" y="224"/>
                  </a:lnTo>
                  <a:lnTo>
                    <a:pt x="33" y="224"/>
                  </a:lnTo>
                  <a:lnTo>
                    <a:pt x="29" y="224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28" y="249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2" y="246"/>
                  </a:lnTo>
                  <a:lnTo>
                    <a:pt x="44" y="248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51" y="246"/>
                  </a:lnTo>
                  <a:lnTo>
                    <a:pt x="53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5" y="244"/>
                  </a:lnTo>
                  <a:lnTo>
                    <a:pt x="57" y="246"/>
                  </a:lnTo>
                  <a:lnTo>
                    <a:pt x="57" y="24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62" y="246"/>
                  </a:lnTo>
                  <a:lnTo>
                    <a:pt x="62" y="246"/>
                  </a:lnTo>
                  <a:lnTo>
                    <a:pt x="69" y="248"/>
                  </a:lnTo>
                  <a:lnTo>
                    <a:pt x="69" y="248"/>
                  </a:lnTo>
                  <a:lnTo>
                    <a:pt x="73" y="244"/>
                  </a:lnTo>
                  <a:lnTo>
                    <a:pt x="77" y="240"/>
                  </a:lnTo>
                  <a:lnTo>
                    <a:pt x="77" y="240"/>
                  </a:lnTo>
                  <a:lnTo>
                    <a:pt x="79" y="233"/>
                  </a:lnTo>
                  <a:lnTo>
                    <a:pt x="77" y="231"/>
                  </a:lnTo>
                  <a:lnTo>
                    <a:pt x="77" y="231"/>
                  </a:lnTo>
                  <a:lnTo>
                    <a:pt x="79" y="233"/>
                  </a:lnTo>
                  <a:lnTo>
                    <a:pt x="84" y="235"/>
                  </a:lnTo>
                  <a:lnTo>
                    <a:pt x="84" y="231"/>
                  </a:lnTo>
                  <a:lnTo>
                    <a:pt x="89" y="231"/>
                  </a:lnTo>
                  <a:lnTo>
                    <a:pt x="89" y="231"/>
                  </a:lnTo>
                  <a:lnTo>
                    <a:pt x="89" y="228"/>
                  </a:lnTo>
                  <a:lnTo>
                    <a:pt x="89" y="224"/>
                  </a:lnTo>
                  <a:lnTo>
                    <a:pt x="89" y="217"/>
                  </a:lnTo>
                  <a:lnTo>
                    <a:pt x="89" y="217"/>
                  </a:lnTo>
                  <a:lnTo>
                    <a:pt x="89" y="215"/>
                  </a:lnTo>
                  <a:lnTo>
                    <a:pt x="93" y="217"/>
                  </a:lnTo>
                  <a:lnTo>
                    <a:pt x="97" y="218"/>
                  </a:lnTo>
                  <a:lnTo>
                    <a:pt x="97" y="218"/>
                  </a:lnTo>
                  <a:lnTo>
                    <a:pt x="99" y="209"/>
                  </a:lnTo>
                  <a:lnTo>
                    <a:pt x="99" y="209"/>
                  </a:lnTo>
                  <a:lnTo>
                    <a:pt x="106" y="209"/>
                  </a:lnTo>
                  <a:lnTo>
                    <a:pt x="106" y="209"/>
                  </a:lnTo>
                  <a:lnTo>
                    <a:pt x="99" y="226"/>
                  </a:lnTo>
                  <a:lnTo>
                    <a:pt x="99" y="226"/>
                  </a:lnTo>
                  <a:lnTo>
                    <a:pt x="104" y="226"/>
                  </a:lnTo>
                  <a:lnTo>
                    <a:pt x="108" y="228"/>
                  </a:lnTo>
                  <a:lnTo>
                    <a:pt x="108" y="228"/>
                  </a:lnTo>
                  <a:lnTo>
                    <a:pt x="115" y="224"/>
                  </a:lnTo>
                  <a:lnTo>
                    <a:pt x="122" y="217"/>
                  </a:lnTo>
                  <a:lnTo>
                    <a:pt x="126" y="209"/>
                  </a:lnTo>
                  <a:lnTo>
                    <a:pt x="126" y="206"/>
                  </a:lnTo>
                  <a:lnTo>
                    <a:pt x="122" y="204"/>
                  </a:lnTo>
                  <a:lnTo>
                    <a:pt x="122" y="204"/>
                  </a:lnTo>
                  <a:lnTo>
                    <a:pt x="130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5" y="202"/>
                  </a:lnTo>
                  <a:lnTo>
                    <a:pt x="135" y="198"/>
                  </a:lnTo>
                  <a:lnTo>
                    <a:pt x="141" y="198"/>
                  </a:lnTo>
                  <a:lnTo>
                    <a:pt x="141" y="198"/>
                  </a:lnTo>
                  <a:lnTo>
                    <a:pt x="139" y="197"/>
                  </a:lnTo>
                  <a:lnTo>
                    <a:pt x="141" y="195"/>
                  </a:lnTo>
                  <a:lnTo>
                    <a:pt x="142" y="191"/>
                  </a:lnTo>
                  <a:lnTo>
                    <a:pt x="142" y="191"/>
                  </a:lnTo>
                  <a:lnTo>
                    <a:pt x="142" y="188"/>
                  </a:lnTo>
                  <a:lnTo>
                    <a:pt x="141" y="184"/>
                  </a:lnTo>
                  <a:lnTo>
                    <a:pt x="135" y="180"/>
                  </a:lnTo>
                  <a:lnTo>
                    <a:pt x="122" y="177"/>
                  </a:lnTo>
                  <a:lnTo>
                    <a:pt x="122" y="177"/>
                  </a:lnTo>
                  <a:close/>
                  <a:moveTo>
                    <a:pt x="669" y="175"/>
                  </a:moveTo>
                  <a:lnTo>
                    <a:pt x="669" y="175"/>
                  </a:lnTo>
                  <a:lnTo>
                    <a:pt x="669" y="177"/>
                  </a:lnTo>
                  <a:lnTo>
                    <a:pt x="669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5" y="175"/>
                  </a:lnTo>
                  <a:lnTo>
                    <a:pt x="665" y="175"/>
                  </a:lnTo>
                  <a:lnTo>
                    <a:pt x="669" y="175"/>
                  </a:lnTo>
                  <a:lnTo>
                    <a:pt x="669" y="175"/>
                  </a:lnTo>
                  <a:close/>
                  <a:moveTo>
                    <a:pt x="223" y="173"/>
                  </a:moveTo>
                  <a:lnTo>
                    <a:pt x="221" y="177"/>
                  </a:lnTo>
                  <a:lnTo>
                    <a:pt x="221" y="177"/>
                  </a:lnTo>
                  <a:lnTo>
                    <a:pt x="217" y="175"/>
                  </a:lnTo>
                  <a:lnTo>
                    <a:pt x="213" y="175"/>
                  </a:lnTo>
                  <a:lnTo>
                    <a:pt x="212" y="175"/>
                  </a:lnTo>
                  <a:lnTo>
                    <a:pt x="212" y="175"/>
                  </a:lnTo>
                  <a:lnTo>
                    <a:pt x="206" y="177"/>
                  </a:lnTo>
                  <a:lnTo>
                    <a:pt x="201" y="180"/>
                  </a:lnTo>
                  <a:lnTo>
                    <a:pt x="195" y="184"/>
                  </a:lnTo>
                  <a:lnTo>
                    <a:pt x="190" y="188"/>
                  </a:lnTo>
                  <a:lnTo>
                    <a:pt x="190" y="188"/>
                  </a:lnTo>
                  <a:lnTo>
                    <a:pt x="184" y="186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1" y="195"/>
                  </a:lnTo>
                  <a:lnTo>
                    <a:pt x="182" y="206"/>
                  </a:lnTo>
                  <a:lnTo>
                    <a:pt x="193" y="211"/>
                  </a:lnTo>
                  <a:lnTo>
                    <a:pt x="193" y="211"/>
                  </a:lnTo>
                  <a:lnTo>
                    <a:pt x="210" y="209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6" y="204"/>
                  </a:lnTo>
                  <a:lnTo>
                    <a:pt x="228" y="200"/>
                  </a:lnTo>
                  <a:lnTo>
                    <a:pt x="230" y="195"/>
                  </a:lnTo>
                  <a:lnTo>
                    <a:pt x="230" y="195"/>
                  </a:lnTo>
                  <a:lnTo>
                    <a:pt x="226" y="191"/>
                  </a:lnTo>
                  <a:lnTo>
                    <a:pt x="223" y="188"/>
                  </a:lnTo>
                  <a:lnTo>
                    <a:pt x="223" y="188"/>
                  </a:lnTo>
                  <a:lnTo>
                    <a:pt x="228" y="186"/>
                  </a:lnTo>
                  <a:lnTo>
                    <a:pt x="233" y="188"/>
                  </a:lnTo>
                  <a:lnTo>
                    <a:pt x="233" y="188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39" y="180"/>
                  </a:lnTo>
                  <a:lnTo>
                    <a:pt x="237" y="178"/>
                  </a:lnTo>
                  <a:lnTo>
                    <a:pt x="232" y="175"/>
                  </a:lnTo>
                  <a:lnTo>
                    <a:pt x="223" y="173"/>
                  </a:lnTo>
                  <a:lnTo>
                    <a:pt x="223" y="173"/>
                  </a:lnTo>
                  <a:close/>
                  <a:moveTo>
                    <a:pt x="157" y="167"/>
                  </a:moveTo>
                  <a:lnTo>
                    <a:pt x="157" y="167"/>
                  </a:lnTo>
                  <a:lnTo>
                    <a:pt x="148" y="173"/>
                  </a:lnTo>
                  <a:lnTo>
                    <a:pt x="148" y="173"/>
                  </a:lnTo>
                  <a:lnTo>
                    <a:pt x="148" y="177"/>
                  </a:lnTo>
                  <a:lnTo>
                    <a:pt x="148" y="182"/>
                  </a:lnTo>
                  <a:lnTo>
                    <a:pt x="148" y="182"/>
                  </a:lnTo>
                  <a:lnTo>
                    <a:pt x="150" y="184"/>
                  </a:lnTo>
                  <a:lnTo>
                    <a:pt x="151" y="188"/>
                  </a:lnTo>
                  <a:lnTo>
                    <a:pt x="151" y="188"/>
                  </a:lnTo>
                  <a:lnTo>
                    <a:pt x="157" y="18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66" y="177"/>
                  </a:lnTo>
                  <a:lnTo>
                    <a:pt x="166" y="177"/>
                  </a:lnTo>
                  <a:lnTo>
                    <a:pt x="162" y="171"/>
                  </a:lnTo>
                  <a:lnTo>
                    <a:pt x="157" y="167"/>
                  </a:lnTo>
                  <a:lnTo>
                    <a:pt x="157" y="167"/>
                  </a:lnTo>
                  <a:close/>
                  <a:moveTo>
                    <a:pt x="179" y="157"/>
                  </a:moveTo>
                  <a:lnTo>
                    <a:pt x="179" y="157"/>
                  </a:lnTo>
                  <a:lnTo>
                    <a:pt x="175" y="167"/>
                  </a:lnTo>
                  <a:lnTo>
                    <a:pt x="175" y="167"/>
                  </a:lnTo>
                  <a:lnTo>
                    <a:pt x="193" y="166"/>
                  </a:lnTo>
                  <a:lnTo>
                    <a:pt x="193" y="166"/>
                  </a:lnTo>
                  <a:lnTo>
                    <a:pt x="197" y="167"/>
                  </a:lnTo>
                  <a:lnTo>
                    <a:pt x="201" y="169"/>
                  </a:lnTo>
                  <a:lnTo>
                    <a:pt x="201" y="173"/>
                  </a:lnTo>
                  <a:lnTo>
                    <a:pt x="212" y="166"/>
                  </a:lnTo>
                  <a:lnTo>
                    <a:pt x="212" y="166"/>
                  </a:lnTo>
                  <a:lnTo>
                    <a:pt x="210" y="164"/>
                  </a:lnTo>
                  <a:lnTo>
                    <a:pt x="210" y="162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179" y="157"/>
                  </a:lnTo>
                  <a:lnTo>
                    <a:pt x="179" y="157"/>
                  </a:lnTo>
                  <a:close/>
                  <a:moveTo>
                    <a:pt x="233" y="149"/>
                  </a:moveTo>
                  <a:lnTo>
                    <a:pt x="233" y="149"/>
                  </a:lnTo>
                  <a:lnTo>
                    <a:pt x="230" y="151"/>
                  </a:lnTo>
                  <a:lnTo>
                    <a:pt x="226" y="153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17" y="158"/>
                  </a:lnTo>
                  <a:lnTo>
                    <a:pt x="213" y="157"/>
                  </a:lnTo>
                  <a:lnTo>
                    <a:pt x="213" y="157"/>
                  </a:lnTo>
                  <a:lnTo>
                    <a:pt x="215" y="158"/>
                  </a:lnTo>
                  <a:lnTo>
                    <a:pt x="215" y="160"/>
                  </a:lnTo>
                  <a:lnTo>
                    <a:pt x="215" y="162"/>
                  </a:lnTo>
                  <a:lnTo>
                    <a:pt x="215" y="164"/>
                  </a:lnTo>
                  <a:lnTo>
                    <a:pt x="217" y="164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30" y="169"/>
                  </a:lnTo>
                  <a:lnTo>
                    <a:pt x="233" y="169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43" y="167"/>
                  </a:lnTo>
                  <a:lnTo>
                    <a:pt x="246" y="166"/>
                  </a:lnTo>
                  <a:lnTo>
                    <a:pt x="246" y="162"/>
                  </a:lnTo>
                  <a:lnTo>
                    <a:pt x="246" y="158"/>
                  </a:lnTo>
                  <a:lnTo>
                    <a:pt x="246" y="155"/>
                  </a:lnTo>
                  <a:lnTo>
                    <a:pt x="243" y="153"/>
                  </a:lnTo>
                  <a:lnTo>
                    <a:pt x="239" y="151"/>
                  </a:lnTo>
                  <a:lnTo>
                    <a:pt x="233" y="149"/>
                  </a:lnTo>
                  <a:lnTo>
                    <a:pt x="233" y="149"/>
                  </a:lnTo>
                  <a:close/>
                  <a:moveTo>
                    <a:pt x="616" y="147"/>
                  </a:moveTo>
                  <a:lnTo>
                    <a:pt x="616" y="147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3"/>
                  </a:lnTo>
                  <a:lnTo>
                    <a:pt x="614" y="153"/>
                  </a:lnTo>
                  <a:lnTo>
                    <a:pt x="614" y="149"/>
                  </a:lnTo>
                  <a:lnTo>
                    <a:pt x="614" y="147"/>
                  </a:lnTo>
                  <a:lnTo>
                    <a:pt x="616" y="147"/>
                  </a:lnTo>
                  <a:lnTo>
                    <a:pt x="616" y="147"/>
                  </a:lnTo>
                  <a:close/>
                  <a:moveTo>
                    <a:pt x="421" y="147"/>
                  </a:moveTo>
                  <a:lnTo>
                    <a:pt x="421" y="167"/>
                  </a:lnTo>
                  <a:lnTo>
                    <a:pt x="421" y="167"/>
                  </a:lnTo>
                  <a:lnTo>
                    <a:pt x="430" y="169"/>
                  </a:lnTo>
                  <a:lnTo>
                    <a:pt x="438" y="173"/>
                  </a:lnTo>
                  <a:lnTo>
                    <a:pt x="438" y="173"/>
                  </a:lnTo>
                  <a:lnTo>
                    <a:pt x="439" y="173"/>
                  </a:lnTo>
                  <a:lnTo>
                    <a:pt x="438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9" y="184"/>
                  </a:lnTo>
                  <a:lnTo>
                    <a:pt x="443" y="189"/>
                  </a:lnTo>
                  <a:lnTo>
                    <a:pt x="445" y="189"/>
                  </a:lnTo>
                  <a:lnTo>
                    <a:pt x="448" y="189"/>
                  </a:lnTo>
                  <a:lnTo>
                    <a:pt x="461" y="188"/>
                  </a:lnTo>
                  <a:lnTo>
                    <a:pt x="461" y="188"/>
                  </a:lnTo>
                  <a:lnTo>
                    <a:pt x="476" y="184"/>
                  </a:lnTo>
                  <a:lnTo>
                    <a:pt x="470" y="167"/>
                  </a:lnTo>
                  <a:lnTo>
                    <a:pt x="470" y="167"/>
                  </a:lnTo>
                  <a:lnTo>
                    <a:pt x="467" y="166"/>
                  </a:lnTo>
                  <a:lnTo>
                    <a:pt x="463" y="166"/>
                  </a:lnTo>
                  <a:lnTo>
                    <a:pt x="459" y="166"/>
                  </a:lnTo>
                  <a:lnTo>
                    <a:pt x="456" y="166"/>
                  </a:lnTo>
                  <a:lnTo>
                    <a:pt x="456" y="166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34" y="153"/>
                  </a:lnTo>
                  <a:lnTo>
                    <a:pt x="421" y="147"/>
                  </a:lnTo>
                  <a:lnTo>
                    <a:pt x="421" y="147"/>
                  </a:lnTo>
                  <a:close/>
                  <a:moveTo>
                    <a:pt x="301" y="135"/>
                  </a:moveTo>
                  <a:lnTo>
                    <a:pt x="301" y="135"/>
                  </a:lnTo>
                  <a:lnTo>
                    <a:pt x="299" y="136"/>
                  </a:lnTo>
                  <a:lnTo>
                    <a:pt x="297" y="140"/>
                  </a:lnTo>
                  <a:lnTo>
                    <a:pt x="297" y="149"/>
                  </a:lnTo>
                  <a:lnTo>
                    <a:pt x="297" y="149"/>
                  </a:lnTo>
                  <a:lnTo>
                    <a:pt x="305" y="147"/>
                  </a:lnTo>
                  <a:lnTo>
                    <a:pt x="305" y="147"/>
                  </a:lnTo>
                  <a:lnTo>
                    <a:pt x="305" y="155"/>
                  </a:lnTo>
                  <a:lnTo>
                    <a:pt x="305" y="155"/>
                  </a:lnTo>
                  <a:lnTo>
                    <a:pt x="306" y="155"/>
                  </a:lnTo>
                  <a:lnTo>
                    <a:pt x="306" y="153"/>
                  </a:lnTo>
                  <a:lnTo>
                    <a:pt x="308" y="153"/>
                  </a:lnTo>
                  <a:lnTo>
                    <a:pt x="312" y="153"/>
                  </a:lnTo>
                  <a:lnTo>
                    <a:pt x="312" y="153"/>
                  </a:lnTo>
                  <a:lnTo>
                    <a:pt x="308" y="160"/>
                  </a:lnTo>
                  <a:lnTo>
                    <a:pt x="308" y="160"/>
                  </a:lnTo>
                  <a:lnTo>
                    <a:pt x="312" y="160"/>
                  </a:lnTo>
                  <a:lnTo>
                    <a:pt x="314" y="160"/>
                  </a:lnTo>
                  <a:lnTo>
                    <a:pt x="319" y="157"/>
                  </a:lnTo>
                  <a:lnTo>
                    <a:pt x="319" y="157"/>
                  </a:lnTo>
                  <a:lnTo>
                    <a:pt x="317" y="158"/>
                  </a:lnTo>
                  <a:lnTo>
                    <a:pt x="319" y="160"/>
                  </a:lnTo>
                  <a:lnTo>
                    <a:pt x="319" y="162"/>
                  </a:lnTo>
                  <a:lnTo>
                    <a:pt x="315" y="162"/>
                  </a:lnTo>
                  <a:lnTo>
                    <a:pt x="315" y="162"/>
                  </a:lnTo>
                  <a:lnTo>
                    <a:pt x="317" y="166"/>
                  </a:lnTo>
                  <a:lnTo>
                    <a:pt x="321" y="167"/>
                  </a:lnTo>
                  <a:lnTo>
                    <a:pt x="321" y="167"/>
                  </a:lnTo>
                  <a:lnTo>
                    <a:pt x="314" y="169"/>
                  </a:lnTo>
                  <a:lnTo>
                    <a:pt x="312" y="171"/>
                  </a:lnTo>
                  <a:lnTo>
                    <a:pt x="314" y="171"/>
                  </a:lnTo>
                  <a:lnTo>
                    <a:pt x="314" y="173"/>
                  </a:lnTo>
                  <a:lnTo>
                    <a:pt x="314" y="173"/>
                  </a:lnTo>
                  <a:lnTo>
                    <a:pt x="330" y="167"/>
                  </a:lnTo>
                  <a:lnTo>
                    <a:pt x="343" y="164"/>
                  </a:lnTo>
                  <a:lnTo>
                    <a:pt x="350" y="164"/>
                  </a:lnTo>
                  <a:lnTo>
                    <a:pt x="357" y="166"/>
                  </a:lnTo>
                  <a:lnTo>
                    <a:pt x="365" y="167"/>
                  </a:lnTo>
                  <a:lnTo>
                    <a:pt x="372" y="173"/>
                  </a:lnTo>
                  <a:lnTo>
                    <a:pt x="372" y="173"/>
                  </a:lnTo>
                  <a:lnTo>
                    <a:pt x="376" y="177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83" y="180"/>
                  </a:lnTo>
                  <a:lnTo>
                    <a:pt x="387" y="182"/>
                  </a:lnTo>
                  <a:lnTo>
                    <a:pt x="387" y="182"/>
                  </a:lnTo>
                  <a:lnTo>
                    <a:pt x="390" y="188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9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89"/>
                  </a:lnTo>
                  <a:lnTo>
                    <a:pt x="408" y="186"/>
                  </a:lnTo>
                  <a:lnTo>
                    <a:pt x="408" y="182"/>
                  </a:lnTo>
                  <a:lnTo>
                    <a:pt x="408" y="177"/>
                  </a:lnTo>
                  <a:lnTo>
                    <a:pt x="405" y="175"/>
                  </a:lnTo>
                  <a:lnTo>
                    <a:pt x="405" y="175"/>
                  </a:lnTo>
                  <a:lnTo>
                    <a:pt x="396" y="164"/>
                  </a:lnTo>
                  <a:lnTo>
                    <a:pt x="396" y="162"/>
                  </a:lnTo>
                  <a:lnTo>
                    <a:pt x="394" y="162"/>
                  </a:lnTo>
                  <a:lnTo>
                    <a:pt x="390" y="164"/>
                  </a:lnTo>
                  <a:lnTo>
                    <a:pt x="387" y="164"/>
                  </a:lnTo>
                  <a:lnTo>
                    <a:pt x="379" y="162"/>
                  </a:lnTo>
                  <a:lnTo>
                    <a:pt x="379" y="162"/>
                  </a:lnTo>
                  <a:lnTo>
                    <a:pt x="376" y="157"/>
                  </a:lnTo>
                  <a:lnTo>
                    <a:pt x="370" y="149"/>
                  </a:lnTo>
                  <a:lnTo>
                    <a:pt x="370" y="149"/>
                  </a:lnTo>
                  <a:lnTo>
                    <a:pt x="368" y="149"/>
                  </a:lnTo>
                  <a:lnTo>
                    <a:pt x="368" y="151"/>
                  </a:lnTo>
                  <a:lnTo>
                    <a:pt x="366" y="153"/>
                  </a:lnTo>
                  <a:lnTo>
                    <a:pt x="365" y="153"/>
                  </a:lnTo>
                  <a:lnTo>
                    <a:pt x="365" y="153"/>
                  </a:lnTo>
                  <a:lnTo>
                    <a:pt x="363" y="151"/>
                  </a:lnTo>
                  <a:lnTo>
                    <a:pt x="361" y="147"/>
                  </a:lnTo>
                  <a:lnTo>
                    <a:pt x="357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0" y="149"/>
                  </a:lnTo>
                  <a:lnTo>
                    <a:pt x="348" y="149"/>
                  </a:lnTo>
                  <a:lnTo>
                    <a:pt x="345" y="149"/>
                  </a:lnTo>
                  <a:lnTo>
                    <a:pt x="345" y="146"/>
                  </a:lnTo>
                  <a:lnTo>
                    <a:pt x="345" y="146"/>
                  </a:lnTo>
                  <a:lnTo>
                    <a:pt x="337" y="144"/>
                  </a:lnTo>
                  <a:lnTo>
                    <a:pt x="330" y="140"/>
                  </a:lnTo>
                  <a:lnTo>
                    <a:pt x="330" y="140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23" y="149"/>
                  </a:lnTo>
                  <a:lnTo>
                    <a:pt x="323" y="149"/>
                  </a:lnTo>
                  <a:lnTo>
                    <a:pt x="323" y="146"/>
                  </a:lnTo>
                  <a:lnTo>
                    <a:pt x="321" y="140"/>
                  </a:lnTo>
                  <a:lnTo>
                    <a:pt x="321" y="140"/>
                  </a:lnTo>
                  <a:lnTo>
                    <a:pt x="310" y="136"/>
                  </a:lnTo>
                  <a:lnTo>
                    <a:pt x="301" y="135"/>
                  </a:lnTo>
                  <a:lnTo>
                    <a:pt x="301" y="135"/>
                  </a:lnTo>
                  <a:close/>
                  <a:moveTo>
                    <a:pt x="634" y="124"/>
                  </a:moveTo>
                  <a:lnTo>
                    <a:pt x="634" y="124"/>
                  </a:lnTo>
                  <a:lnTo>
                    <a:pt x="638" y="131"/>
                  </a:lnTo>
                  <a:lnTo>
                    <a:pt x="642" y="135"/>
                  </a:lnTo>
                  <a:lnTo>
                    <a:pt x="651" y="138"/>
                  </a:lnTo>
                  <a:lnTo>
                    <a:pt x="651" y="138"/>
                  </a:lnTo>
                  <a:lnTo>
                    <a:pt x="654" y="142"/>
                  </a:lnTo>
                  <a:lnTo>
                    <a:pt x="654" y="142"/>
                  </a:lnTo>
                  <a:lnTo>
                    <a:pt x="640" y="146"/>
                  </a:lnTo>
                  <a:lnTo>
                    <a:pt x="642" y="146"/>
                  </a:lnTo>
                  <a:lnTo>
                    <a:pt x="645" y="147"/>
                  </a:lnTo>
                  <a:lnTo>
                    <a:pt x="673" y="147"/>
                  </a:lnTo>
                  <a:lnTo>
                    <a:pt x="673" y="147"/>
                  </a:lnTo>
                  <a:lnTo>
                    <a:pt x="673" y="155"/>
                  </a:lnTo>
                  <a:lnTo>
                    <a:pt x="673" y="155"/>
                  </a:lnTo>
                  <a:lnTo>
                    <a:pt x="620" y="149"/>
                  </a:lnTo>
                  <a:lnTo>
                    <a:pt x="620" y="146"/>
                  </a:lnTo>
                  <a:lnTo>
                    <a:pt x="620" y="146"/>
                  </a:lnTo>
                  <a:lnTo>
                    <a:pt x="636" y="140"/>
                  </a:lnTo>
                  <a:lnTo>
                    <a:pt x="636" y="140"/>
                  </a:lnTo>
                  <a:lnTo>
                    <a:pt x="636" y="133"/>
                  </a:lnTo>
                  <a:lnTo>
                    <a:pt x="636" y="133"/>
                  </a:lnTo>
                  <a:lnTo>
                    <a:pt x="631" y="127"/>
                  </a:lnTo>
                  <a:lnTo>
                    <a:pt x="631" y="127"/>
                  </a:lnTo>
                  <a:lnTo>
                    <a:pt x="633" y="124"/>
                  </a:lnTo>
                  <a:lnTo>
                    <a:pt x="633" y="122"/>
                  </a:lnTo>
                  <a:lnTo>
                    <a:pt x="634" y="124"/>
                  </a:lnTo>
                  <a:lnTo>
                    <a:pt x="634" y="124"/>
                  </a:lnTo>
                  <a:close/>
                  <a:moveTo>
                    <a:pt x="713" y="95"/>
                  </a:moveTo>
                  <a:lnTo>
                    <a:pt x="713" y="95"/>
                  </a:lnTo>
                  <a:lnTo>
                    <a:pt x="696" y="98"/>
                  </a:lnTo>
                  <a:lnTo>
                    <a:pt x="678" y="102"/>
                  </a:lnTo>
                  <a:lnTo>
                    <a:pt x="678" y="102"/>
                  </a:lnTo>
                  <a:lnTo>
                    <a:pt x="680" y="104"/>
                  </a:lnTo>
                  <a:lnTo>
                    <a:pt x="680" y="104"/>
                  </a:lnTo>
                  <a:lnTo>
                    <a:pt x="682" y="102"/>
                  </a:lnTo>
                  <a:lnTo>
                    <a:pt x="684" y="104"/>
                  </a:lnTo>
                  <a:lnTo>
                    <a:pt x="684" y="104"/>
                  </a:lnTo>
                  <a:lnTo>
                    <a:pt x="685" y="111"/>
                  </a:lnTo>
                  <a:lnTo>
                    <a:pt x="685" y="115"/>
                  </a:lnTo>
                  <a:lnTo>
                    <a:pt x="685" y="116"/>
                  </a:lnTo>
                  <a:lnTo>
                    <a:pt x="687" y="118"/>
                  </a:lnTo>
                  <a:lnTo>
                    <a:pt x="694" y="120"/>
                  </a:lnTo>
                  <a:lnTo>
                    <a:pt x="694" y="120"/>
                  </a:lnTo>
                  <a:lnTo>
                    <a:pt x="700" y="120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7" y="116"/>
                  </a:lnTo>
                  <a:lnTo>
                    <a:pt x="709" y="118"/>
                  </a:lnTo>
                  <a:lnTo>
                    <a:pt x="707" y="120"/>
                  </a:lnTo>
                  <a:lnTo>
                    <a:pt x="705" y="124"/>
                  </a:lnTo>
                  <a:lnTo>
                    <a:pt x="702" y="126"/>
                  </a:lnTo>
                  <a:lnTo>
                    <a:pt x="702" y="126"/>
                  </a:lnTo>
                  <a:lnTo>
                    <a:pt x="693" y="126"/>
                  </a:lnTo>
                  <a:lnTo>
                    <a:pt x="687" y="124"/>
                  </a:lnTo>
                  <a:lnTo>
                    <a:pt x="684" y="120"/>
                  </a:lnTo>
                  <a:lnTo>
                    <a:pt x="680" y="115"/>
                  </a:lnTo>
                  <a:lnTo>
                    <a:pt x="674" y="106"/>
                  </a:lnTo>
                  <a:lnTo>
                    <a:pt x="673" y="102"/>
                  </a:lnTo>
                  <a:lnTo>
                    <a:pt x="669" y="98"/>
                  </a:lnTo>
                  <a:lnTo>
                    <a:pt x="669" y="98"/>
                  </a:lnTo>
                  <a:lnTo>
                    <a:pt x="658" y="96"/>
                  </a:lnTo>
                  <a:lnTo>
                    <a:pt x="645" y="96"/>
                  </a:lnTo>
                  <a:lnTo>
                    <a:pt x="622" y="96"/>
                  </a:lnTo>
                  <a:lnTo>
                    <a:pt x="622" y="96"/>
                  </a:lnTo>
                  <a:lnTo>
                    <a:pt x="620" y="100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6" y="104"/>
                  </a:lnTo>
                  <a:lnTo>
                    <a:pt x="618" y="106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05" y="120"/>
                  </a:lnTo>
                  <a:lnTo>
                    <a:pt x="605" y="120"/>
                  </a:lnTo>
                  <a:lnTo>
                    <a:pt x="603" y="118"/>
                  </a:lnTo>
                  <a:lnTo>
                    <a:pt x="605" y="115"/>
                  </a:lnTo>
                  <a:lnTo>
                    <a:pt x="607" y="111"/>
                  </a:lnTo>
                  <a:lnTo>
                    <a:pt x="607" y="109"/>
                  </a:lnTo>
                  <a:lnTo>
                    <a:pt x="607" y="109"/>
                  </a:lnTo>
                  <a:lnTo>
                    <a:pt x="603" y="106"/>
                  </a:lnTo>
                  <a:lnTo>
                    <a:pt x="600" y="104"/>
                  </a:lnTo>
                  <a:lnTo>
                    <a:pt x="600" y="104"/>
                  </a:lnTo>
                  <a:lnTo>
                    <a:pt x="600" y="100"/>
                  </a:lnTo>
                  <a:lnTo>
                    <a:pt x="600" y="96"/>
                  </a:lnTo>
                  <a:lnTo>
                    <a:pt x="600" y="96"/>
                  </a:lnTo>
                  <a:lnTo>
                    <a:pt x="598" y="96"/>
                  </a:lnTo>
                  <a:lnTo>
                    <a:pt x="598" y="96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83" y="96"/>
                  </a:lnTo>
                  <a:lnTo>
                    <a:pt x="583" y="102"/>
                  </a:lnTo>
                  <a:lnTo>
                    <a:pt x="583" y="102"/>
                  </a:lnTo>
                  <a:lnTo>
                    <a:pt x="563" y="102"/>
                  </a:lnTo>
                  <a:lnTo>
                    <a:pt x="545" y="102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38" y="96"/>
                  </a:lnTo>
                  <a:lnTo>
                    <a:pt x="534" y="96"/>
                  </a:lnTo>
                  <a:lnTo>
                    <a:pt x="534" y="96"/>
                  </a:lnTo>
                  <a:lnTo>
                    <a:pt x="530" y="82"/>
                  </a:lnTo>
                  <a:lnTo>
                    <a:pt x="527" y="76"/>
                  </a:lnTo>
                  <a:lnTo>
                    <a:pt x="523" y="73"/>
                  </a:lnTo>
                  <a:lnTo>
                    <a:pt x="523" y="73"/>
                  </a:lnTo>
                  <a:lnTo>
                    <a:pt x="512" y="67"/>
                  </a:lnTo>
                  <a:lnTo>
                    <a:pt x="494" y="65"/>
                  </a:lnTo>
                  <a:lnTo>
                    <a:pt x="461" y="62"/>
                  </a:lnTo>
                  <a:lnTo>
                    <a:pt x="461" y="67"/>
                  </a:lnTo>
                  <a:lnTo>
                    <a:pt x="461" y="67"/>
                  </a:lnTo>
                  <a:lnTo>
                    <a:pt x="487" y="69"/>
                  </a:lnTo>
                  <a:lnTo>
                    <a:pt x="485" y="82"/>
                  </a:lnTo>
                  <a:lnTo>
                    <a:pt x="485" y="82"/>
                  </a:lnTo>
                  <a:lnTo>
                    <a:pt x="472" y="78"/>
                  </a:lnTo>
                  <a:lnTo>
                    <a:pt x="461" y="75"/>
                  </a:lnTo>
                  <a:lnTo>
                    <a:pt x="461" y="75"/>
                  </a:lnTo>
                  <a:lnTo>
                    <a:pt x="461" y="84"/>
                  </a:lnTo>
                  <a:lnTo>
                    <a:pt x="461" y="84"/>
                  </a:lnTo>
                  <a:lnTo>
                    <a:pt x="470" y="84"/>
                  </a:lnTo>
                  <a:lnTo>
                    <a:pt x="479" y="84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9" y="89"/>
                  </a:lnTo>
                  <a:lnTo>
                    <a:pt x="490" y="87"/>
                  </a:lnTo>
                  <a:lnTo>
                    <a:pt x="490" y="87"/>
                  </a:lnTo>
                  <a:lnTo>
                    <a:pt x="494" y="87"/>
                  </a:lnTo>
                  <a:lnTo>
                    <a:pt x="494" y="87"/>
                  </a:lnTo>
                  <a:lnTo>
                    <a:pt x="494" y="85"/>
                  </a:lnTo>
                  <a:lnTo>
                    <a:pt x="498" y="87"/>
                  </a:lnTo>
                  <a:lnTo>
                    <a:pt x="501" y="95"/>
                  </a:lnTo>
                  <a:lnTo>
                    <a:pt x="501" y="95"/>
                  </a:lnTo>
                  <a:lnTo>
                    <a:pt x="476" y="96"/>
                  </a:lnTo>
                  <a:lnTo>
                    <a:pt x="476" y="96"/>
                  </a:lnTo>
                  <a:lnTo>
                    <a:pt x="478" y="102"/>
                  </a:lnTo>
                  <a:lnTo>
                    <a:pt x="478" y="104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2" y="107"/>
                  </a:lnTo>
                  <a:lnTo>
                    <a:pt x="469" y="106"/>
                  </a:lnTo>
                  <a:lnTo>
                    <a:pt x="469" y="106"/>
                  </a:lnTo>
                  <a:lnTo>
                    <a:pt x="478" y="109"/>
                  </a:lnTo>
                  <a:lnTo>
                    <a:pt x="490" y="111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2" y="107"/>
                  </a:lnTo>
                  <a:lnTo>
                    <a:pt x="492" y="109"/>
                  </a:lnTo>
                  <a:lnTo>
                    <a:pt x="492" y="113"/>
                  </a:lnTo>
                  <a:lnTo>
                    <a:pt x="492" y="113"/>
                  </a:lnTo>
                  <a:lnTo>
                    <a:pt x="499" y="113"/>
                  </a:lnTo>
                  <a:lnTo>
                    <a:pt x="505" y="111"/>
                  </a:lnTo>
                  <a:lnTo>
                    <a:pt x="505" y="111"/>
                  </a:lnTo>
                  <a:lnTo>
                    <a:pt x="507" y="116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83" y="115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9" y="127"/>
                  </a:lnTo>
                  <a:lnTo>
                    <a:pt x="481" y="131"/>
                  </a:lnTo>
                  <a:lnTo>
                    <a:pt x="490" y="135"/>
                  </a:lnTo>
                  <a:lnTo>
                    <a:pt x="490" y="135"/>
                  </a:lnTo>
                  <a:lnTo>
                    <a:pt x="496" y="136"/>
                  </a:lnTo>
                  <a:lnTo>
                    <a:pt x="503" y="136"/>
                  </a:lnTo>
                  <a:lnTo>
                    <a:pt x="507" y="136"/>
                  </a:lnTo>
                  <a:lnTo>
                    <a:pt x="499" y="138"/>
                  </a:lnTo>
                  <a:lnTo>
                    <a:pt x="499" y="138"/>
                  </a:lnTo>
                  <a:lnTo>
                    <a:pt x="490" y="140"/>
                  </a:lnTo>
                  <a:lnTo>
                    <a:pt x="490" y="140"/>
                  </a:lnTo>
                  <a:lnTo>
                    <a:pt x="487" y="140"/>
                  </a:lnTo>
                  <a:lnTo>
                    <a:pt x="490" y="142"/>
                  </a:lnTo>
                  <a:lnTo>
                    <a:pt x="501" y="147"/>
                  </a:lnTo>
                  <a:lnTo>
                    <a:pt x="501" y="147"/>
                  </a:lnTo>
                  <a:lnTo>
                    <a:pt x="507" y="147"/>
                  </a:lnTo>
                  <a:lnTo>
                    <a:pt x="509" y="144"/>
                  </a:lnTo>
                  <a:lnTo>
                    <a:pt x="512" y="142"/>
                  </a:lnTo>
                  <a:lnTo>
                    <a:pt x="514" y="140"/>
                  </a:lnTo>
                  <a:lnTo>
                    <a:pt x="514" y="140"/>
                  </a:lnTo>
                  <a:lnTo>
                    <a:pt x="523" y="140"/>
                  </a:lnTo>
                  <a:lnTo>
                    <a:pt x="530" y="140"/>
                  </a:lnTo>
                  <a:lnTo>
                    <a:pt x="530" y="146"/>
                  </a:lnTo>
                  <a:lnTo>
                    <a:pt x="530" y="146"/>
                  </a:lnTo>
                  <a:lnTo>
                    <a:pt x="518" y="147"/>
                  </a:lnTo>
                  <a:lnTo>
                    <a:pt x="507" y="149"/>
                  </a:lnTo>
                  <a:lnTo>
                    <a:pt x="507" y="149"/>
                  </a:lnTo>
                  <a:lnTo>
                    <a:pt x="514" y="167"/>
                  </a:lnTo>
                  <a:lnTo>
                    <a:pt x="520" y="167"/>
                  </a:lnTo>
                  <a:lnTo>
                    <a:pt x="520" y="167"/>
                  </a:lnTo>
                  <a:lnTo>
                    <a:pt x="518" y="171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14" y="173"/>
                  </a:lnTo>
                  <a:lnTo>
                    <a:pt x="516" y="177"/>
                  </a:lnTo>
                  <a:lnTo>
                    <a:pt x="516" y="177"/>
                  </a:lnTo>
                  <a:lnTo>
                    <a:pt x="538" y="177"/>
                  </a:lnTo>
                  <a:lnTo>
                    <a:pt x="541" y="169"/>
                  </a:lnTo>
                  <a:lnTo>
                    <a:pt x="541" y="169"/>
                  </a:lnTo>
                  <a:lnTo>
                    <a:pt x="545" y="169"/>
                  </a:lnTo>
                  <a:lnTo>
                    <a:pt x="547" y="173"/>
                  </a:lnTo>
                  <a:lnTo>
                    <a:pt x="551" y="177"/>
                  </a:lnTo>
                  <a:lnTo>
                    <a:pt x="551" y="177"/>
                  </a:lnTo>
                  <a:lnTo>
                    <a:pt x="556" y="177"/>
                  </a:lnTo>
                  <a:lnTo>
                    <a:pt x="561" y="175"/>
                  </a:lnTo>
                  <a:lnTo>
                    <a:pt x="561" y="175"/>
                  </a:lnTo>
                  <a:lnTo>
                    <a:pt x="561" y="173"/>
                  </a:lnTo>
                  <a:lnTo>
                    <a:pt x="563" y="169"/>
                  </a:lnTo>
                  <a:lnTo>
                    <a:pt x="563" y="167"/>
                  </a:lnTo>
                  <a:lnTo>
                    <a:pt x="565" y="166"/>
                  </a:lnTo>
                  <a:lnTo>
                    <a:pt x="565" y="166"/>
                  </a:lnTo>
                  <a:lnTo>
                    <a:pt x="569" y="164"/>
                  </a:lnTo>
                  <a:lnTo>
                    <a:pt x="572" y="164"/>
                  </a:lnTo>
                  <a:lnTo>
                    <a:pt x="576" y="164"/>
                  </a:lnTo>
                  <a:lnTo>
                    <a:pt x="580" y="162"/>
                  </a:lnTo>
                  <a:lnTo>
                    <a:pt x="580" y="162"/>
                  </a:lnTo>
                  <a:lnTo>
                    <a:pt x="580" y="160"/>
                  </a:lnTo>
                  <a:lnTo>
                    <a:pt x="580" y="157"/>
                  </a:lnTo>
                  <a:lnTo>
                    <a:pt x="578" y="153"/>
                  </a:lnTo>
                  <a:lnTo>
                    <a:pt x="580" y="149"/>
                  </a:lnTo>
                  <a:lnTo>
                    <a:pt x="580" y="149"/>
                  </a:lnTo>
                  <a:lnTo>
                    <a:pt x="581" y="149"/>
                  </a:lnTo>
                  <a:lnTo>
                    <a:pt x="583" y="153"/>
                  </a:lnTo>
                  <a:lnTo>
                    <a:pt x="583" y="157"/>
                  </a:lnTo>
                  <a:lnTo>
                    <a:pt x="587" y="157"/>
                  </a:lnTo>
                  <a:lnTo>
                    <a:pt x="587" y="157"/>
                  </a:lnTo>
                  <a:lnTo>
                    <a:pt x="598" y="151"/>
                  </a:lnTo>
                  <a:lnTo>
                    <a:pt x="602" y="149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607" y="149"/>
                  </a:lnTo>
                  <a:lnTo>
                    <a:pt x="607" y="149"/>
                  </a:lnTo>
                  <a:lnTo>
                    <a:pt x="609" y="153"/>
                  </a:lnTo>
                  <a:lnTo>
                    <a:pt x="611" y="155"/>
                  </a:lnTo>
                  <a:lnTo>
                    <a:pt x="607" y="157"/>
                  </a:lnTo>
                  <a:lnTo>
                    <a:pt x="607" y="157"/>
                  </a:lnTo>
                  <a:lnTo>
                    <a:pt x="598" y="158"/>
                  </a:lnTo>
                  <a:lnTo>
                    <a:pt x="594" y="158"/>
                  </a:lnTo>
                  <a:lnTo>
                    <a:pt x="591" y="160"/>
                  </a:lnTo>
                  <a:lnTo>
                    <a:pt x="591" y="160"/>
                  </a:lnTo>
                  <a:lnTo>
                    <a:pt x="591" y="167"/>
                  </a:lnTo>
                  <a:lnTo>
                    <a:pt x="591" y="167"/>
                  </a:lnTo>
                  <a:lnTo>
                    <a:pt x="587" y="167"/>
                  </a:lnTo>
                  <a:lnTo>
                    <a:pt x="587" y="171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603" y="175"/>
                  </a:lnTo>
                  <a:lnTo>
                    <a:pt x="616" y="175"/>
                  </a:lnTo>
                  <a:lnTo>
                    <a:pt x="622" y="173"/>
                  </a:lnTo>
                  <a:lnTo>
                    <a:pt x="627" y="171"/>
                  </a:lnTo>
                  <a:lnTo>
                    <a:pt x="633" y="167"/>
                  </a:lnTo>
                  <a:lnTo>
                    <a:pt x="638" y="162"/>
                  </a:lnTo>
                  <a:lnTo>
                    <a:pt x="638" y="162"/>
                  </a:lnTo>
                  <a:lnTo>
                    <a:pt x="636" y="173"/>
                  </a:lnTo>
                  <a:lnTo>
                    <a:pt x="636" y="180"/>
                  </a:lnTo>
                  <a:lnTo>
                    <a:pt x="638" y="184"/>
                  </a:lnTo>
                  <a:lnTo>
                    <a:pt x="640" y="186"/>
                  </a:lnTo>
                  <a:lnTo>
                    <a:pt x="651" y="186"/>
                  </a:lnTo>
                  <a:lnTo>
                    <a:pt x="663" y="188"/>
                  </a:lnTo>
                  <a:lnTo>
                    <a:pt x="663" y="188"/>
                  </a:lnTo>
                  <a:lnTo>
                    <a:pt x="662" y="191"/>
                  </a:lnTo>
                  <a:lnTo>
                    <a:pt x="662" y="197"/>
                  </a:lnTo>
                  <a:lnTo>
                    <a:pt x="662" y="197"/>
                  </a:lnTo>
                  <a:lnTo>
                    <a:pt x="658" y="198"/>
                  </a:lnTo>
                  <a:lnTo>
                    <a:pt x="656" y="198"/>
                  </a:lnTo>
                  <a:lnTo>
                    <a:pt x="656" y="202"/>
                  </a:lnTo>
                  <a:lnTo>
                    <a:pt x="656" y="202"/>
                  </a:lnTo>
                  <a:lnTo>
                    <a:pt x="651" y="202"/>
                  </a:lnTo>
                  <a:lnTo>
                    <a:pt x="645" y="200"/>
                  </a:lnTo>
                  <a:lnTo>
                    <a:pt x="631" y="198"/>
                  </a:lnTo>
                  <a:lnTo>
                    <a:pt x="631" y="198"/>
                  </a:lnTo>
                  <a:lnTo>
                    <a:pt x="631" y="193"/>
                  </a:lnTo>
                  <a:lnTo>
                    <a:pt x="629" y="189"/>
                  </a:lnTo>
                  <a:lnTo>
                    <a:pt x="629" y="189"/>
                  </a:lnTo>
                  <a:lnTo>
                    <a:pt x="623" y="189"/>
                  </a:lnTo>
                  <a:lnTo>
                    <a:pt x="620" y="189"/>
                  </a:lnTo>
                  <a:lnTo>
                    <a:pt x="620" y="189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07" y="180"/>
                  </a:lnTo>
                  <a:lnTo>
                    <a:pt x="598" y="182"/>
                  </a:lnTo>
                  <a:lnTo>
                    <a:pt x="583" y="184"/>
                  </a:lnTo>
                  <a:lnTo>
                    <a:pt x="585" y="195"/>
                  </a:lnTo>
                  <a:lnTo>
                    <a:pt x="585" y="195"/>
                  </a:lnTo>
                  <a:lnTo>
                    <a:pt x="591" y="195"/>
                  </a:lnTo>
                  <a:lnTo>
                    <a:pt x="592" y="195"/>
                  </a:lnTo>
                  <a:lnTo>
                    <a:pt x="592" y="195"/>
                  </a:lnTo>
                  <a:lnTo>
                    <a:pt x="594" y="202"/>
                  </a:lnTo>
                  <a:lnTo>
                    <a:pt x="594" y="202"/>
                  </a:lnTo>
                  <a:lnTo>
                    <a:pt x="587" y="204"/>
                  </a:lnTo>
                  <a:lnTo>
                    <a:pt x="572" y="209"/>
                  </a:lnTo>
                  <a:lnTo>
                    <a:pt x="572" y="209"/>
                  </a:lnTo>
                  <a:lnTo>
                    <a:pt x="561" y="213"/>
                  </a:lnTo>
                  <a:lnTo>
                    <a:pt x="560" y="215"/>
                  </a:lnTo>
                  <a:lnTo>
                    <a:pt x="558" y="217"/>
                  </a:lnTo>
                  <a:lnTo>
                    <a:pt x="558" y="224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3" y="233"/>
                  </a:lnTo>
                  <a:lnTo>
                    <a:pt x="565" y="231"/>
                  </a:lnTo>
                  <a:lnTo>
                    <a:pt x="565" y="229"/>
                  </a:lnTo>
                  <a:lnTo>
                    <a:pt x="565" y="228"/>
                  </a:lnTo>
                  <a:lnTo>
                    <a:pt x="565" y="228"/>
                  </a:lnTo>
                  <a:lnTo>
                    <a:pt x="569" y="228"/>
                  </a:lnTo>
                  <a:lnTo>
                    <a:pt x="571" y="228"/>
                  </a:lnTo>
                  <a:lnTo>
                    <a:pt x="574" y="231"/>
                  </a:lnTo>
                  <a:lnTo>
                    <a:pt x="580" y="233"/>
                  </a:lnTo>
                  <a:lnTo>
                    <a:pt x="583" y="233"/>
                  </a:lnTo>
                  <a:lnTo>
                    <a:pt x="587" y="233"/>
                  </a:lnTo>
                  <a:lnTo>
                    <a:pt x="587" y="233"/>
                  </a:lnTo>
                  <a:lnTo>
                    <a:pt x="585" y="228"/>
                  </a:lnTo>
                  <a:lnTo>
                    <a:pt x="585" y="228"/>
                  </a:lnTo>
                  <a:lnTo>
                    <a:pt x="592" y="226"/>
                  </a:lnTo>
                  <a:lnTo>
                    <a:pt x="592" y="226"/>
                  </a:lnTo>
                  <a:lnTo>
                    <a:pt x="596" y="229"/>
                  </a:lnTo>
                  <a:lnTo>
                    <a:pt x="600" y="233"/>
                  </a:lnTo>
                  <a:lnTo>
                    <a:pt x="600" y="233"/>
                  </a:lnTo>
                  <a:lnTo>
                    <a:pt x="600" y="228"/>
                  </a:lnTo>
                  <a:lnTo>
                    <a:pt x="600" y="226"/>
                  </a:lnTo>
                  <a:lnTo>
                    <a:pt x="602" y="226"/>
                  </a:lnTo>
                  <a:lnTo>
                    <a:pt x="602" y="231"/>
                  </a:lnTo>
                  <a:lnTo>
                    <a:pt x="602" y="231"/>
                  </a:lnTo>
                  <a:lnTo>
                    <a:pt x="616" y="235"/>
                  </a:lnTo>
                  <a:lnTo>
                    <a:pt x="629" y="239"/>
                  </a:lnTo>
                  <a:lnTo>
                    <a:pt x="629" y="239"/>
                  </a:lnTo>
                  <a:lnTo>
                    <a:pt x="633" y="233"/>
                  </a:lnTo>
                  <a:lnTo>
                    <a:pt x="636" y="231"/>
                  </a:lnTo>
                  <a:lnTo>
                    <a:pt x="636" y="231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4" y="220"/>
                  </a:lnTo>
                  <a:lnTo>
                    <a:pt x="636" y="222"/>
                  </a:lnTo>
                  <a:lnTo>
                    <a:pt x="642" y="224"/>
                  </a:lnTo>
                  <a:lnTo>
                    <a:pt x="642" y="224"/>
                  </a:lnTo>
                  <a:lnTo>
                    <a:pt x="645" y="218"/>
                  </a:lnTo>
                  <a:lnTo>
                    <a:pt x="649" y="213"/>
                  </a:lnTo>
                  <a:lnTo>
                    <a:pt x="649" y="228"/>
                  </a:lnTo>
                  <a:lnTo>
                    <a:pt x="649" y="228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0"/>
                  </a:lnTo>
                  <a:lnTo>
                    <a:pt x="680" y="217"/>
                  </a:lnTo>
                  <a:lnTo>
                    <a:pt x="684" y="217"/>
                  </a:lnTo>
                  <a:lnTo>
                    <a:pt x="685" y="226"/>
                  </a:lnTo>
                  <a:lnTo>
                    <a:pt x="685" y="226"/>
                  </a:lnTo>
                  <a:lnTo>
                    <a:pt x="689" y="226"/>
                  </a:lnTo>
                  <a:lnTo>
                    <a:pt x="689" y="224"/>
                  </a:lnTo>
                  <a:lnTo>
                    <a:pt x="689" y="222"/>
                  </a:lnTo>
                  <a:lnTo>
                    <a:pt x="691" y="220"/>
                  </a:lnTo>
                  <a:lnTo>
                    <a:pt x="691" y="220"/>
                  </a:lnTo>
                  <a:lnTo>
                    <a:pt x="694" y="222"/>
                  </a:lnTo>
                  <a:lnTo>
                    <a:pt x="700" y="224"/>
                  </a:lnTo>
                  <a:lnTo>
                    <a:pt x="700" y="224"/>
                  </a:lnTo>
                  <a:lnTo>
                    <a:pt x="700" y="231"/>
                  </a:lnTo>
                  <a:lnTo>
                    <a:pt x="700" y="240"/>
                  </a:lnTo>
                  <a:lnTo>
                    <a:pt x="700" y="240"/>
                  </a:lnTo>
                  <a:lnTo>
                    <a:pt x="722" y="224"/>
                  </a:lnTo>
                  <a:lnTo>
                    <a:pt x="722" y="224"/>
                  </a:lnTo>
                  <a:lnTo>
                    <a:pt x="725" y="228"/>
                  </a:lnTo>
                  <a:lnTo>
                    <a:pt x="729" y="228"/>
                  </a:lnTo>
                  <a:lnTo>
                    <a:pt x="731" y="228"/>
                  </a:lnTo>
                  <a:lnTo>
                    <a:pt x="731" y="228"/>
                  </a:lnTo>
                  <a:lnTo>
                    <a:pt x="738" y="222"/>
                  </a:lnTo>
                  <a:lnTo>
                    <a:pt x="744" y="217"/>
                  </a:lnTo>
                  <a:lnTo>
                    <a:pt x="744" y="217"/>
                  </a:lnTo>
                  <a:lnTo>
                    <a:pt x="747" y="217"/>
                  </a:lnTo>
                  <a:lnTo>
                    <a:pt x="747" y="215"/>
                  </a:lnTo>
                  <a:lnTo>
                    <a:pt x="744" y="211"/>
                  </a:lnTo>
                  <a:lnTo>
                    <a:pt x="744" y="211"/>
                  </a:lnTo>
                  <a:lnTo>
                    <a:pt x="738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3" y="209"/>
                  </a:lnTo>
                  <a:lnTo>
                    <a:pt x="731" y="206"/>
                  </a:lnTo>
                  <a:lnTo>
                    <a:pt x="729" y="204"/>
                  </a:lnTo>
                  <a:lnTo>
                    <a:pt x="727" y="202"/>
                  </a:lnTo>
                  <a:lnTo>
                    <a:pt x="727" y="202"/>
                  </a:lnTo>
                  <a:lnTo>
                    <a:pt x="709" y="197"/>
                  </a:lnTo>
                  <a:lnTo>
                    <a:pt x="709" y="197"/>
                  </a:lnTo>
                  <a:lnTo>
                    <a:pt x="729" y="197"/>
                  </a:lnTo>
                  <a:lnTo>
                    <a:pt x="747" y="195"/>
                  </a:lnTo>
                  <a:lnTo>
                    <a:pt x="747" y="195"/>
                  </a:lnTo>
                  <a:lnTo>
                    <a:pt x="745" y="188"/>
                  </a:lnTo>
                  <a:lnTo>
                    <a:pt x="744" y="180"/>
                  </a:lnTo>
                  <a:lnTo>
                    <a:pt x="744" y="180"/>
                  </a:lnTo>
                  <a:lnTo>
                    <a:pt x="760" y="182"/>
                  </a:lnTo>
                  <a:lnTo>
                    <a:pt x="769" y="182"/>
                  </a:lnTo>
                  <a:lnTo>
                    <a:pt x="778" y="180"/>
                  </a:lnTo>
                  <a:lnTo>
                    <a:pt x="780" y="175"/>
                  </a:lnTo>
                  <a:lnTo>
                    <a:pt x="780" y="175"/>
                  </a:lnTo>
                  <a:lnTo>
                    <a:pt x="776" y="175"/>
                  </a:lnTo>
                  <a:lnTo>
                    <a:pt x="776" y="173"/>
                  </a:lnTo>
                  <a:lnTo>
                    <a:pt x="776" y="171"/>
                  </a:lnTo>
                  <a:lnTo>
                    <a:pt x="776" y="169"/>
                  </a:lnTo>
                  <a:lnTo>
                    <a:pt x="776" y="169"/>
                  </a:lnTo>
                  <a:lnTo>
                    <a:pt x="784" y="169"/>
                  </a:lnTo>
                  <a:lnTo>
                    <a:pt x="791" y="169"/>
                  </a:lnTo>
                  <a:lnTo>
                    <a:pt x="791" y="169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6" y="164"/>
                  </a:lnTo>
                  <a:lnTo>
                    <a:pt x="784" y="162"/>
                  </a:lnTo>
                  <a:lnTo>
                    <a:pt x="784" y="162"/>
                  </a:lnTo>
                  <a:lnTo>
                    <a:pt x="791" y="162"/>
                  </a:lnTo>
                  <a:lnTo>
                    <a:pt x="796" y="164"/>
                  </a:lnTo>
                  <a:lnTo>
                    <a:pt x="800" y="162"/>
                  </a:lnTo>
                  <a:lnTo>
                    <a:pt x="800" y="162"/>
                  </a:lnTo>
                  <a:lnTo>
                    <a:pt x="802" y="160"/>
                  </a:lnTo>
                  <a:lnTo>
                    <a:pt x="806" y="157"/>
                  </a:lnTo>
                  <a:lnTo>
                    <a:pt x="806" y="157"/>
                  </a:lnTo>
                  <a:lnTo>
                    <a:pt x="804" y="157"/>
                  </a:lnTo>
                  <a:lnTo>
                    <a:pt x="804" y="155"/>
                  </a:lnTo>
                  <a:lnTo>
                    <a:pt x="802" y="149"/>
                  </a:lnTo>
                  <a:lnTo>
                    <a:pt x="802" y="149"/>
                  </a:lnTo>
                  <a:lnTo>
                    <a:pt x="798" y="151"/>
                  </a:lnTo>
                  <a:lnTo>
                    <a:pt x="796" y="151"/>
                  </a:lnTo>
                  <a:lnTo>
                    <a:pt x="795" y="153"/>
                  </a:lnTo>
                  <a:lnTo>
                    <a:pt x="791" y="153"/>
                  </a:lnTo>
                  <a:lnTo>
                    <a:pt x="791" y="147"/>
                  </a:lnTo>
                  <a:lnTo>
                    <a:pt x="791" y="147"/>
                  </a:lnTo>
                  <a:lnTo>
                    <a:pt x="780" y="146"/>
                  </a:lnTo>
                  <a:lnTo>
                    <a:pt x="780" y="146"/>
                  </a:lnTo>
                  <a:lnTo>
                    <a:pt x="773" y="146"/>
                  </a:lnTo>
                  <a:lnTo>
                    <a:pt x="764" y="149"/>
                  </a:lnTo>
                  <a:lnTo>
                    <a:pt x="749" y="155"/>
                  </a:lnTo>
                  <a:lnTo>
                    <a:pt x="749" y="149"/>
                  </a:lnTo>
                  <a:lnTo>
                    <a:pt x="749" y="149"/>
                  </a:lnTo>
                  <a:lnTo>
                    <a:pt x="755" y="149"/>
                  </a:lnTo>
                  <a:lnTo>
                    <a:pt x="755" y="147"/>
                  </a:lnTo>
                  <a:lnTo>
                    <a:pt x="755" y="147"/>
                  </a:lnTo>
                  <a:lnTo>
                    <a:pt x="751" y="144"/>
                  </a:lnTo>
                  <a:lnTo>
                    <a:pt x="747" y="140"/>
                  </a:lnTo>
                  <a:lnTo>
                    <a:pt x="747" y="140"/>
                  </a:lnTo>
                  <a:lnTo>
                    <a:pt x="771" y="142"/>
                  </a:lnTo>
                  <a:lnTo>
                    <a:pt x="782" y="142"/>
                  </a:lnTo>
                  <a:lnTo>
                    <a:pt x="782" y="142"/>
                  </a:lnTo>
                  <a:lnTo>
                    <a:pt x="782" y="140"/>
                  </a:lnTo>
                  <a:lnTo>
                    <a:pt x="778" y="138"/>
                  </a:lnTo>
                  <a:lnTo>
                    <a:pt x="778" y="138"/>
                  </a:lnTo>
                  <a:lnTo>
                    <a:pt x="773" y="136"/>
                  </a:lnTo>
                  <a:lnTo>
                    <a:pt x="769" y="135"/>
                  </a:lnTo>
                  <a:lnTo>
                    <a:pt x="769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5" y="135"/>
                  </a:lnTo>
                  <a:lnTo>
                    <a:pt x="791" y="135"/>
                  </a:lnTo>
                  <a:lnTo>
                    <a:pt x="787" y="131"/>
                  </a:lnTo>
                  <a:lnTo>
                    <a:pt x="787" y="131"/>
                  </a:lnTo>
                  <a:lnTo>
                    <a:pt x="782" y="129"/>
                  </a:lnTo>
                  <a:lnTo>
                    <a:pt x="775" y="129"/>
                  </a:lnTo>
                  <a:lnTo>
                    <a:pt x="762" y="127"/>
                  </a:lnTo>
                  <a:lnTo>
                    <a:pt x="762" y="124"/>
                  </a:lnTo>
                  <a:lnTo>
                    <a:pt x="762" y="124"/>
                  </a:lnTo>
                  <a:lnTo>
                    <a:pt x="764" y="124"/>
                  </a:lnTo>
                  <a:lnTo>
                    <a:pt x="767" y="126"/>
                  </a:lnTo>
                  <a:lnTo>
                    <a:pt x="769" y="126"/>
                  </a:lnTo>
                  <a:lnTo>
                    <a:pt x="773" y="126"/>
                  </a:lnTo>
                  <a:lnTo>
                    <a:pt x="773" y="126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8" y="120"/>
                  </a:lnTo>
                  <a:lnTo>
                    <a:pt x="778" y="120"/>
                  </a:lnTo>
                  <a:lnTo>
                    <a:pt x="784" y="126"/>
                  </a:lnTo>
                  <a:lnTo>
                    <a:pt x="787" y="129"/>
                  </a:lnTo>
                  <a:lnTo>
                    <a:pt x="791" y="131"/>
                  </a:lnTo>
                  <a:lnTo>
                    <a:pt x="791" y="131"/>
                  </a:lnTo>
                  <a:lnTo>
                    <a:pt x="793" y="131"/>
                  </a:lnTo>
                  <a:lnTo>
                    <a:pt x="793" y="129"/>
                  </a:lnTo>
                  <a:lnTo>
                    <a:pt x="793" y="126"/>
                  </a:lnTo>
                  <a:lnTo>
                    <a:pt x="793" y="126"/>
                  </a:lnTo>
                  <a:lnTo>
                    <a:pt x="817" y="126"/>
                  </a:lnTo>
                  <a:lnTo>
                    <a:pt x="817" y="126"/>
                  </a:lnTo>
                  <a:lnTo>
                    <a:pt x="824" y="127"/>
                  </a:lnTo>
                  <a:lnTo>
                    <a:pt x="831" y="127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37" y="124"/>
                  </a:lnTo>
                  <a:lnTo>
                    <a:pt x="837" y="122"/>
                  </a:lnTo>
                  <a:lnTo>
                    <a:pt x="835" y="118"/>
                  </a:lnTo>
                  <a:lnTo>
                    <a:pt x="835" y="118"/>
                  </a:lnTo>
                  <a:lnTo>
                    <a:pt x="853" y="113"/>
                  </a:lnTo>
                  <a:lnTo>
                    <a:pt x="855" y="113"/>
                  </a:lnTo>
                  <a:lnTo>
                    <a:pt x="857" y="111"/>
                  </a:lnTo>
                  <a:lnTo>
                    <a:pt x="853" y="109"/>
                  </a:lnTo>
                  <a:lnTo>
                    <a:pt x="848" y="106"/>
                  </a:lnTo>
                  <a:lnTo>
                    <a:pt x="848" y="106"/>
                  </a:lnTo>
                  <a:lnTo>
                    <a:pt x="849" y="106"/>
                  </a:lnTo>
                  <a:lnTo>
                    <a:pt x="851" y="106"/>
                  </a:lnTo>
                  <a:lnTo>
                    <a:pt x="849" y="104"/>
                  </a:lnTo>
                  <a:lnTo>
                    <a:pt x="849" y="104"/>
                  </a:lnTo>
                  <a:lnTo>
                    <a:pt x="858" y="106"/>
                  </a:lnTo>
                  <a:lnTo>
                    <a:pt x="864" y="106"/>
                  </a:lnTo>
                  <a:lnTo>
                    <a:pt x="868" y="104"/>
                  </a:lnTo>
                  <a:lnTo>
                    <a:pt x="877" y="98"/>
                  </a:lnTo>
                  <a:lnTo>
                    <a:pt x="877" y="98"/>
                  </a:lnTo>
                  <a:lnTo>
                    <a:pt x="875" y="98"/>
                  </a:lnTo>
                  <a:lnTo>
                    <a:pt x="875" y="96"/>
                  </a:lnTo>
                  <a:lnTo>
                    <a:pt x="877" y="91"/>
                  </a:lnTo>
                  <a:lnTo>
                    <a:pt x="877" y="91"/>
                  </a:lnTo>
                  <a:lnTo>
                    <a:pt x="884" y="98"/>
                  </a:lnTo>
                  <a:lnTo>
                    <a:pt x="884" y="98"/>
                  </a:lnTo>
                  <a:lnTo>
                    <a:pt x="897" y="89"/>
                  </a:lnTo>
                  <a:lnTo>
                    <a:pt x="909" y="80"/>
                  </a:lnTo>
                  <a:lnTo>
                    <a:pt x="909" y="80"/>
                  </a:lnTo>
                  <a:lnTo>
                    <a:pt x="922" y="76"/>
                  </a:lnTo>
                  <a:lnTo>
                    <a:pt x="935" y="76"/>
                  </a:lnTo>
                  <a:lnTo>
                    <a:pt x="948" y="75"/>
                  </a:lnTo>
                  <a:lnTo>
                    <a:pt x="959" y="73"/>
                  </a:lnTo>
                  <a:lnTo>
                    <a:pt x="959" y="73"/>
                  </a:lnTo>
                  <a:lnTo>
                    <a:pt x="964" y="69"/>
                  </a:lnTo>
                  <a:lnTo>
                    <a:pt x="966" y="64"/>
                  </a:lnTo>
                  <a:lnTo>
                    <a:pt x="964" y="60"/>
                  </a:lnTo>
                  <a:lnTo>
                    <a:pt x="959" y="56"/>
                  </a:lnTo>
                  <a:lnTo>
                    <a:pt x="959" y="56"/>
                  </a:lnTo>
                  <a:lnTo>
                    <a:pt x="971" y="53"/>
                  </a:lnTo>
                  <a:lnTo>
                    <a:pt x="986" y="47"/>
                  </a:lnTo>
                  <a:lnTo>
                    <a:pt x="986" y="47"/>
                  </a:lnTo>
                  <a:lnTo>
                    <a:pt x="993" y="45"/>
                  </a:lnTo>
                  <a:lnTo>
                    <a:pt x="993" y="40"/>
                  </a:lnTo>
                  <a:lnTo>
                    <a:pt x="993" y="40"/>
                  </a:lnTo>
                  <a:lnTo>
                    <a:pt x="1001" y="38"/>
                  </a:lnTo>
                  <a:lnTo>
                    <a:pt x="1008" y="38"/>
                  </a:lnTo>
                  <a:lnTo>
                    <a:pt x="1008" y="38"/>
                  </a:lnTo>
                  <a:lnTo>
                    <a:pt x="1008" y="36"/>
                  </a:lnTo>
                  <a:lnTo>
                    <a:pt x="1010" y="34"/>
                  </a:lnTo>
                  <a:lnTo>
                    <a:pt x="1013" y="33"/>
                  </a:lnTo>
                  <a:lnTo>
                    <a:pt x="1013" y="33"/>
                  </a:lnTo>
                  <a:lnTo>
                    <a:pt x="1012" y="31"/>
                  </a:lnTo>
                  <a:lnTo>
                    <a:pt x="1010" y="27"/>
                  </a:lnTo>
                  <a:lnTo>
                    <a:pt x="1010" y="27"/>
                  </a:lnTo>
                  <a:lnTo>
                    <a:pt x="1001" y="27"/>
                  </a:lnTo>
                  <a:lnTo>
                    <a:pt x="995" y="27"/>
                  </a:lnTo>
                  <a:lnTo>
                    <a:pt x="995" y="27"/>
                  </a:lnTo>
                  <a:lnTo>
                    <a:pt x="993" y="25"/>
                  </a:lnTo>
                  <a:lnTo>
                    <a:pt x="988" y="24"/>
                  </a:lnTo>
                  <a:lnTo>
                    <a:pt x="988" y="24"/>
                  </a:lnTo>
                  <a:lnTo>
                    <a:pt x="986" y="25"/>
                  </a:lnTo>
                  <a:lnTo>
                    <a:pt x="984" y="25"/>
                  </a:lnTo>
                  <a:lnTo>
                    <a:pt x="981" y="25"/>
                  </a:lnTo>
                  <a:lnTo>
                    <a:pt x="981" y="25"/>
                  </a:lnTo>
                  <a:lnTo>
                    <a:pt x="979" y="18"/>
                  </a:lnTo>
                  <a:lnTo>
                    <a:pt x="979" y="18"/>
                  </a:lnTo>
                  <a:lnTo>
                    <a:pt x="971" y="14"/>
                  </a:lnTo>
                  <a:lnTo>
                    <a:pt x="960" y="13"/>
                  </a:lnTo>
                  <a:lnTo>
                    <a:pt x="940" y="11"/>
                  </a:lnTo>
                  <a:lnTo>
                    <a:pt x="940" y="11"/>
                  </a:lnTo>
                  <a:lnTo>
                    <a:pt x="933" y="11"/>
                  </a:lnTo>
                  <a:lnTo>
                    <a:pt x="933" y="11"/>
                  </a:lnTo>
                  <a:lnTo>
                    <a:pt x="933" y="9"/>
                  </a:lnTo>
                  <a:lnTo>
                    <a:pt x="931" y="9"/>
                  </a:lnTo>
                  <a:lnTo>
                    <a:pt x="928" y="9"/>
                  </a:lnTo>
                  <a:lnTo>
                    <a:pt x="928" y="9"/>
                  </a:lnTo>
                  <a:lnTo>
                    <a:pt x="924" y="16"/>
                  </a:lnTo>
                  <a:lnTo>
                    <a:pt x="924" y="16"/>
                  </a:lnTo>
                  <a:lnTo>
                    <a:pt x="902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0" y="25"/>
                  </a:lnTo>
                  <a:lnTo>
                    <a:pt x="900" y="25"/>
                  </a:lnTo>
                  <a:lnTo>
                    <a:pt x="899" y="25"/>
                  </a:lnTo>
                  <a:lnTo>
                    <a:pt x="899" y="25"/>
                  </a:lnTo>
                  <a:lnTo>
                    <a:pt x="915" y="16"/>
                  </a:lnTo>
                  <a:lnTo>
                    <a:pt x="915" y="16"/>
                  </a:lnTo>
                  <a:lnTo>
                    <a:pt x="915" y="11"/>
                  </a:lnTo>
                  <a:lnTo>
                    <a:pt x="915" y="9"/>
                  </a:lnTo>
                  <a:lnTo>
                    <a:pt x="913" y="5"/>
                  </a:lnTo>
                  <a:lnTo>
                    <a:pt x="913" y="5"/>
                  </a:lnTo>
                  <a:lnTo>
                    <a:pt x="906" y="5"/>
                  </a:lnTo>
                  <a:lnTo>
                    <a:pt x="900" y="5"/>
                  </a:lnTo>
                  <a:lnTo>
                    <a:pt x="893" y="7"/>
                  </a:lnTo>
                  <a:lnTo>
                    <a:pt x="886" y="9"/>
                  </a:lnTo>
                  <a:lnTo>
                    <a:pt x="886" y="9"/>
                  </a:lnTo>
                  <a:lnTo>
                    <a:pt x="878" y="7"/>
                  </a:lnTo>
                  <a:lnTo>
                    <a:pt x="869" y="4"/>
                  </a:lnTo>
                  <a:lnTo>
                    <a:pt x="862" y="0"/>
                  </a:lnTo>
                  <a:lnTo>
                    <a:pt x="855" y="2"/>
                  </a:lnTo>
                  <a:lnTo>
                    <a:pt x="855" y="2"/>
                  </a:lnTo>
                  <a:lnTo>
                    <a:pt x="849" y="4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6" y="11"/>
                  </a:lnTo>
                  <a:lnTo>
                    <a:pt x="848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0" y="11"/>
                  </a:lnTo>
                  <a:lnTo>
                    <a:pt x="835" y="11"/>
                  </a:lnTo>
                  <a:lnTo>
                    <a:pt x="835" y="11"/>
                  </a:lnTo>
                  <a:lnTo>
                    <a:pt x="831" y="13"/>
                  </a:lnTo>
                  <a:lnTo>
                    <a:pt x="826" y="16"/>
                  </a:lnTo>
                  <a:lnTo>
                    <a:pt x="820" y="20"/>
                  </a:lnTo>
                  <a:lnTo>
                    <a:pt x="820" y="20"/>
                  </a:lnTo>
                  <a:lnTo>
                    <a:pt x="815" y="20"/>
                  </a:lnTo>
                  <a:lnTo>
                    <a:pt x="813" y="18"/>
                  </a:lnTo>
                  <a:lnTo>
                    <a:pt x="813" y="14"/>
                  </a:lnTo>
                  <a:lnTo>
                    <a:pt x="809" y="13"/>
                  </a:lnTo>
                  <a:lnTo>
                    <a:pt x="769" y="13"/>
                  </a:lnTo>
                  <a:lnTo>
                    <a:pt x="769" y="13"/>
                  </a:lnTo>
                  <a:lnTo>
                    <a:pt x="767" y="14"/>
                  </a:lnTo>
                  <a:lnTo>
                    <a:pt x="766" y="16"/>
                  </a:lnTo>
                  <a:lnTo>
                    <a:pt x="764" y="16"/>
                  </a:lnTo>
                  <a:lnTo>
                    <a:pt x="764" y="16"/>
                  </a:lnTo>
                  <a:lnTo>
                    <a:pt x="762" y="14"/>
                  </a:lnTo>
                  <a:lnTo>
                    <a:pt x="764" y="13"/>
                  </a:lnTo>
                  <a:lnTo>
                    <a:pt x="764" y="13"/>
                  </a:lnTo>
                  <a:lnTo>
                    <a:pt x="762" y="13"/>
                  </a:lnTo>
                  <a:lnTo>
                    <a:pt x="762" y="13"/>
                  </a:lnTo>
                  <a:lnTo>
                    <a:pt x="756" y="16"/>
                  </a:lnTo>
                  <a:lnTo>
                    <a:pt x="753" y="18"/>
                  </a:lnTo>
                  <a:lnTo>
                    <a:pt x="755" y="20"/>
                  </a:lnTo>
                  <a:lnTo>
                    <a:pt x="756" y="20"/>
                  </a:lnTo>
                  <a:lnTo>
                    <a:pt x="756" y="25"/>
                  </a:lnTo>
                  <a:lnTo>
                    <a:pt x="756" y="25"/>
                  </a:lnTo>
                  <a:lnTo>
                    <a:pt x="762" y="25"/>
                  </a:lnTo>
                  <a:lnTo>
                    <a:pt x="766" y="25"/>
                  </a:lnTo>
                  <a:lnTo>
                    <a:pt x="766" y="25"/>
                  </a:lnTo>
                  <a:lnTo>
                    <a:pt x="769" y="31"/>
                  </a:lnTo>
                  <a:lnTo>
                    <a:pt x="769" y="31"/>
                  </a:lnTo>
                  <a:lnTo>
                    <a:pt x="762" y="29"/>
                  </a:lnTo>
                  <a:lnTo>
                    <a:pt x="758" y="29"/>
                  </a:lnTo>
                  <a:lnTo>
                    <a:pt x="755" y="27"/>
                  </a:lnTo>
                  <a:lnTo>
                    <a:pt x="755" y="24"/>
                  </a:lnTo>
                  <a:lnTo>
                    <a:pt x="755" y="24"/>
                  </a:lnTo>
                  <a:lnTo>
                    <a:pt x="745" y="24"/>
                  </a:lnTo>
                  <a:lnTo>
                    <a:pt x="731" y="25"/>
                  </a:lnTo>
                  <a:lnTo>
                    <a:pt x="731" y="25"/>
                  </a:lnTo>
                  <a:lnTo>
                    <a:pt x="733" y="22"/>
                  </a:lnTo>
                  <a:lnTo>
                    <a:pt x="731" y="20"/>
                  </a:lnTo>
                  <a:lnTo>
                    <a:pt x="729" y="20"/>
                  </a:lnTo>
                  <a:lnTo>
                    <a:pt x="724" y="33"/>
                  </a:lnTo>
                  <a:lnTo>
                    <a:pt x="724" y="33"/>
                  </a:lnTo>
                  <a:lnTo>
                    <a:pt x="720" y="33"/>
                  </a:lnTo>
                  <a:lnTo>
                    <a:pt x="715" y="33"/>
                  </a:lnTo>
                  <a:lnTo>
                    <a:pt x="715" y="33"/>
                  </a:lnTo>
                  <a:lnTo>
                    <a:pt x="716" y="33"/>
                  </a:lnTo>
                  <a:lnTo>
                    <a:pt x="716" y="31"/>
                  </a:lnTo>
                  <a:lnTo>
                    <a:pt x="713" y="29"/>
                  </a:lnTo>
                  <a:lnTo>
                    <a:pt x="707" y="27"/>
                  </a:lnTo>
                  <a:lnTo>
                    <a:pt x="707" y="27"/>
                  </a:lnTo>
                  <a:lnTo>
                    <a:pt x="707" y="34"/>
                  </a:lnTo>
                  <a:lnTo>
                    <a:pt x="707" y="34"/>
                  </a:lnTo>
                  <a:lnTo>
                    <a:pt x="680" y="27"/>
                  </a:lnTo>
                  <a:lnTo>
                    <a:pt x="680" y="27"/>
                  </a:lnTo>
                  <a:lnTo>
                    <a:pt x="684" y="45"/>
                  </a:lnTo>
                  <a:lnTo>
                    <a:pt x="684" y="45"/>
                  </a:lnTo>
                  <a:lnTo>
                    <a:pt x="680" y="44"/>
                  </a:lnTo>
                  <a:lnTo>
                    <a:pt x="676" y="42"/>
                  </a:lnTo>
                  <a:lnTo>
                    <a:pt x="676" y="42"/>
                  </a:lnTo>
                  <a:lnTo>
                    <a:pt x="676" y="49"/>
                  </a:lnTo>
                  <a:lnTo>
                    <a:pt x="676" y="49"/>
                  </a:lnTo>
                  <a:lnTo>
                    <a:pt x="669" y="42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58" y="34"/>
                  </a:lnTo>
                  <a:lnTo>
                    <a:pt x="654" y="33"/>
                  </a:lnTo>
                  <a:lnTo>
                    <a:pt x="643" y="33"/>
                  </a:lnTo>
                  <a:lnTo>
                    <a:pt x="643" y="33"/>
                  </a:lnTo>
                  <a:lnTo>
                    <a:pt x="640" y="31"/>
                  </a:lnTo>
                  <a:lnTo>
                    <a:pt x="636" y="27"/>
                  </a:lnTo>
                  <a:lnTo>
                    <a:pt x="629" y="24"/>
                  </a:lnTo>
                  <a:lnTo>
                    <a:pt x="629" y="24"/>
                  </a:lnTo>
                  <a:lnTo>
                    <a:pt x="623" y="24"/>
                  </a:lnTo>
                  <a:lnTo>
                    <a:pt x="616" y="24"/>
                  </a:lnTo>
                  <a:lnTo>
                    <a:pt x="616" y="27"/>
                  </a:lnTo>
                  <a:lnTo>
                    <a:pt x="616" y="27"/>
                  </a:lnTo>
                  <a:lnTo>
                    <a:pt x="620" y="27"/>
                  </a:lnTo>
                  <a:lnTo>
                    <a:pt x="620" y="31"/>
                  </a:lnTo>
                  <a:lnTo>
                    <a:pt x="622" y="34"/>
                  </a:lnTo>
                  <a:lnTo>
                    <a:pt x="594" y="34"/>
                  </a:lnTo>
                  <a:lnTo>
                    <a:pt x="594" y="34"/>
                  </a:lnTo>
                  <a:lnTo>
                    <a:pt x="596" y="40"/>
                  </a:lnTo>
                  <a:lnTo>
                    <a:pt x="598" y="45"/>
                  </a:lnTo>
                  <a:lnTo>
                    <a:pt x="598" y="45"/>
                  </a:lnTo>
                  <a:lnTo>
                    <a:pt x="600" y="45"/>
                  </a:lnTo>
                  <a:lnTo>
                    <a:pt x="602" y="44"/>
                  </a:lnTo>
                  <a:lnTo>
                    <a:pt x="603" y="44"/>
                  </a:lnTo>
                  <a:lnTo>
                    <a:pt x="605" y="42"/>
                  </a:lnTo>
                  <a:lnTo>
                    <a:pt x="609" y="47"/>
                  </a:lnTo>
                  <a:lnTo>
                    <a:pt x="609" y="47"/>
                  </a:lnTo>
                  <a:lnTo>
                    <a:pt x="616" y="47"/>
                  </a:lnTo>
                  <a:lnTo>
                    <a:pt x="623" y="47"/>
                  </a:lnTo>
                  <a:lnTo>
                    <a:pt x="638" y="45"/>
                  </a:lnTo>
                  <a:lnTo>
                    <a:pt x="638" y="45"/>
                  </a:lnTo>
                  <a:lnTo>
                    <a:pt x="631" y="60"/>
                  </a:lnTo>
                  <a:lnTo>
                    <a:pt x="629" y="49"/>
                  </a:lnTo>
                  <a:lnTo>
                    <a:pt x="629" y="49"/>
                  </a:lnTo>
                  <a:lnTo>
                    <a:pt x="622" y="53"/>
                  </a:lnTo>
                  <a:lnTo>
                    <a:pt x="616" y="55"/>
                  </a:lnTo>
                  <a:lnTo>
                    <a:pt x="616" y="55"/>
                  </a:lnTo>
                  <a:lnTo>
                    <a:pt x="611" y="51"/>
                  </a:lnTo>
                  <a:lnTo>
                    <a:pt x="605" y="49"/>
                  </a:lnTo>
                  <a:lnTo>
                    <a:pt x="602" y="47"/>
                  </a:lnTo>
                  <a:lnTo>
                    <a:pt x="602" y="47"/>
                  </a:lnTo>
                  <a:lnTo>
                    <a:pt x="600" y="49"/>
                  </a:lnTo>
                  <a:lnTo>
                    <a:pt x="602" y="51"/>
                  </a:lnTo>
                  <a:lnTo>
                    <a:pt x="602" y="55"/>
                  </a:lnTo>
                  <a:lnTo>
                    <a:pt x="600" y="56"/>
                  </a:lnTo>
                  <a:lnTo>
                    <a:pt x="600" y="56"/>
                  </a:lnTo>
                  <a:lnTo>
                    <a:pt x="594" y="51"/>
                  </a:lnTo>
                  <a:lnTo>
                    <a:pt x="589" y="45"/>
                  </a:lnTo>
                  <a:lnTo>
                    <a:pt x="587" y="44"/>
                  </a:lnTo>
                  <a:lnTo>
                    <a:pt x="583" y="44"/>
                  </a:lnTo>
                  <a:lnTo>
                    <a:pt x="578" y="44"/>
                  </a:lnTo>
                  <a:lnTo>
                    <a:pt x="572" y="45"/>
                  </a:lnTo>
                  <a:lnTo>
                    <a:pt x="572" y="45"/>
                  </a:lnTo>
                  <a:lnTo>
                    <a:pt x="571" y="47"/>
                  </a:lnTo>
                  <a:lnTo>
                    <a:pt x="567" y="53"/>
                  </a:lnTo>
                  <a:lnTo>
                    <a:pt x="563" y="56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51" y="56"/>
                  </a:lnTo>
                  <a:lnTo>
                    <a:pt x="543" y="55"/>
                  </a:lnTo>
                  <a:lnTo>
                    <a:pt x="534" y="55"/>
                  </a:lnTo>
                  <a:lnTo>
                    <a:pt x="534" y="55"/>
                  </a:lnTo>
                  <a:lnTo>
                    <a:pt x="527" y="56"/>
                  </a:lnTo>
                  <a:lnTo>
                    <a:pt x="527" y="62"/>
                  </a:lnTo>
                  <a:lnTo>
                    <a:pt x="527" y="62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34" y="65"/>
                  </a:lnTo>
                  <a:lnTo>
                    <a:pt x="534" y="65"/>
                  </a:lnTo>
                  <a:lnTo>
                    <a:pt x="540" y="67"/>
                  </a:lnTo>
                  <a:lnTo>
                    <a:pt x="571" y="64"/>
                  </a:lnTo>
                  <a:lnTo>
                    <a:pt x="571" y="64"/>
                  </a:lnTo>
                  <a:lnTo>
                    <a:pt x="556" y="69"/>
                  </a:lnTo>
                  <a:lnTo>
                    <a:pt x="538" y="73"/>
                  </a:lnTo>
                  <a:lnTo>
                    <a:pt x="536" y="80"/>
                  </a:lnTo>
                  <a:lnTo>
                    <a:pt x="536" y="80"/>
                  </a:lnTo>
                  <a:lnTo>
                    <a:pt x="558" y="73"/>
                  </a:lnTo>
                  <a:lnTo>
                    <a:pt x="580" y="69"/>
                  </a:lnTo>
                  <a:lnTo>
                    <a:pt x="576" y="75"/>
                  </a:lnTo>
                  <a:lnTo>
                    <a:pt x="576" y="75"/>
                  </a:lnTo>
                  <a:lnTo>
                    <a:pt x="569" y="75"/>
                  </a:lnTo>
                  <a:lnTo>
                    <a:pt x="563" y="75"/>
                  </a:lnTo>
                  <a:lnTo>
                    <a:pt x="558" y="76"/>
                  </a:lnTo>
                  <a:lnTo>
                    <a:pt x="554" y="76"/>
                  </a:lnTo>
                  <a:lnTo>
                    <a:pt x="554" y="76"/>
                  </a:lnTo>
                  <a:lnTo>
                    <a:pt x="547" y="82"/>
                  </a:lnTo>
                  <a:lnTo>
                    <a:pt x="543" y="87"/>
                  </a:lnTo>
                  <a:lnTo>
                    <a:pt x="543" y="87"/>
                  </a:lnTo>
                  <a:lnTo>
                    <a:pt x="567" y="85"/>
                  </a:lnTo>
                  <a:lnTo>
                    <a:pt x="592" y="84"/>
                  </a:lnTo>
                  <a:lnTo>
                    <a:pt x="592" y="84"/>
                  </a:lnTo>
                  <a:lnTo>
                    <a:pt x="594" y="85"/>
                  </a:lnTo>
                  <a:lnTo>
                    <a:pt x="596" y="87"/>
                  </a:lnTo>
                  <a:lnTo>
                    <a:pt x="598" y="89"/>
                  </a:lnTo>
                  <a:lnTo>
                    <a:pt x="602" y="89"/>
                  </a:lnTo>
                  <a:lnTo>
                    <a:pt x="602" y="89"/>
                  </a:lnTo>
                  <a:lnTo>
                    <a:pt x="607" y="85"/>
                  </a:lnTo>
                  <a:lnTo>
                    <a:pt x="609" y="82"/>
                  </a:lnTo>
                  <a:lnTo>
                    <a:pt x="612" y="82"/>
                  </a:lnTo>
                  <a:lnTo>
                    <a:pt x="612" y="82"/>
                  </a:lnTo>
                  <a:lnTo>
                    <a:pt x="612" y="91"/>
                  </a:lnTo>
                  <a:lnTo>
                    <a:pt x="612" y="91"/>
                  </a:lnTo>
                  <a:lnTo>
                    <a:pt x="634" y="95"/>
                  </a:lnTo>
                  <a:lnTo>
                    <a:pt x="636" y="95"/>
                  </a:lnTo>
                  <a:lnTo>
                    <a:pt x="638" y="87"/>
                  </a:lnTo>
                  <a:lnTo>
                    <a:pt x="643" y="87"/>
                  </a:lnTo>
                  <a:lnTo>
                    <a:pt x="643" y="87"/>
                  </a:lnTo>
                  <a:lnTo>
                    <a:pt x="643" y="82"/>
                  </a:lnTo>
                  <a:lnTo>
                    <a:pt x="643" y="82"/>
                  </a:lnTo>
                  <a:lnTo>
                    <a:pt x="643" y="80"/>
                  </a:lnTo>
                  <a:lnTo>
                    <a:pt x="643" y="80"/>
                  </a:lnTo>
                  <a:lnTo>
                    <a:pt x="647" y="82"/>
                  </a:lnTo>
                  <a:lnTo>
                    <a:pt x="649" y="84"/>
                  </a:lnTo>
                  <a:lnTo>
                    <a:pt x="649" y="87"/>
                  </a:lnTo>
                  <a:lnTo>
                    <a:pt x="649" y="87"/>
                  </a:lnTo>
                  <a:lnTo>
                    <a:pt x="656" y="87"/>
                  </a:lnTo>
                  <a:lnTo>
                    <a:pt x="665" y="85"/>
                  </a:lnTo>
                  <a:lnTo>
                    <a:pt x="678" y="82"/>
                  </a:lnTo>
                  <a:lnTo>
                    <a:pt x="678" y="82"/>
                  </a:lnTo>
                  <a:lnTo>
                    <a:pt x="702" y="80"/>
                  </a:lnTo>
                  <a:lnTo>
                    <a:pt x="724" y="80"/>
                  </a:lnTo>
                  <a:lnTo>
                    <a:pt x="724" y="80"/>
                  </a:lnTo>
                  <a:lnTo>
                    <a:pt x="744" y="75"/>
                  </a:lnTo>
                  <a:lnTo>
                    <a:pt x="764" y="69"/>
                  </a:lnTo>
                  <a:lnTo>
                    <a:pt x="764" y="69"/>
                  </a:lnTo>
                  <a:lnTo>
                    <a:pt x="760" y="71"/>
                  </a:lnTo>
                  <a:lnTo>
                    <a:pt x="755" y="73"/>
                  </a:lnTo>
                  <a:lnTo>
                    <a:pt x="755" y="76"/>
                  </a:lnTo>
                  <a:lnTo>
                    <a:pt x="755" y="76"/>
                  </a:lnTo>
                  <a:lnTo>
                    <a:pt x="762" y="76"/>
                  </a:lnTo>
                  <a:lnTo>
                    <a:pt x="771" y="76"/>
                  </a:lnTo>
                  <a:lnTo>
                    <a:pt x="771" y="76"/>
                  </a:lnTo>
                  <a:lnTo>
                    <a:pt x="753" y="80"/>
                  </a:lnTo>
                  <a:lnTo>
                    <a:pt x="731" y="84"/>
                  </a:lnTo>
                  <a:lnTo>
                    <a:pt x="731" y="84"/>
                  </a:lnTo>
                  <a:lnTo>
                    <a:pt x="729" y="89"/>
                  </a:lnTo>
                  <a:lnTo>
                    <a:pt x="729" y="89"/>
                  </a:lnTo>
                  <a:lnTo>
                    <a:pt x="738" y="89"/>
                  </a:lnTo>
                  <a:lnTo>
                    <a:pt x="747" y="89"/>
                  </a:lnTo>
                  <a:lnTo>
                    <a:pt x="747" y="89"/>
                  </a:lnTo>
                  <a:lnTo>
                    <a:pt x="756" y="87"/>
                  </a:lnTo>
                  <a:lnTo>
                    <a:pt x="756" y="87"/>
                  </a:lnTo>
                  <a:lnTo>
                    <a:pt x="751" y="91"/>
                  </a:lnTo>
                  <a:lnTo>
                    <a:pt x="747" y="95"/>
                  </a:lnTo>
                  <a:lnTo>
                    <a:pt x="747" y="95"/>
                  </a:lnTo>
                  <a:lnTo>
                    <a:pt x="736" y="95"/>
                  </a:lnTo>
                  <a:lnTo>
                    <a:pt x="727" y="95"/>
                  </a:lnTo>
                  <a:lnTo>
                    <a:pt x="718" y="95"/>
                  </a:lnTo>
                  <a:lnTo>
                    <a:pt x="713" y="95"/>
                  </a:lnTo>
                  <a:lnTo>
                    <a:pt x="713" y="95"/>
                  </a:lnTo>
                  <a:close/>
                  <a:moveTo>
                    <a:pt x="991" y="539"/>
                  </a:moveTo>
                  <a:lnTo>
                    <a:pt x="991" y="539"/>
                  </a:lnTo>
                  <a:lnTo>
                    <a:pt x="999" y="539"/>
                  </a:lnTo>
                  <a:lnTo>
                    <a:pt x="999" y="539"/>
                  </a:lnTo>
                  <a:lnTo>
                    <a:pt x="997" y="535"/>
                  </a:lnTo>
                  <a:lnTo>
                    <a:pt x="995" y="534"/>
                  </a:lnTo>
                  <a:lnTo>
                    <a:pt x="995" y="532"/>
                  </a:lnTo>
                  <a:lnTo>
                    <a:pt x="995" y="532"/>
                  </a:lnTo>
                  <a:lnTo>
                    <a:pt x="999" y="532"/>
                  </a:lnTo>
                  <a:lnTo>
                    <a:pt x="1001" y="534"/>
                  </a:lnTo>
                  <a:lnTo>
                    <a:pt x="1004" y="535"/>
                  </a:lnTo>
                  <a:lnTo>
                    <a:pt x="1008" y="537"/>
                  </a:lnTo>
                  <a:lnTo>
                    <a:pt x="1008" y="537"/>
                  </a:lnTo>
                  <a:lnTo>
                    <a:pt x="1010" y="528"/>
                  </a:lnTo>
                  <a:lnTo>
                    <a:pt x="1013" y="519"/>
                  </a:lnTo>
                  <a:lnTo>
                    <a:pt x="1013" y="519"/>
                  </a:lnTo>
                  <a:lnTo>
                    <a:pt x="1002" y="512"/>
                  </a:lnTo>
                  <a:lnTo>
                    <a:pt x="1002" y="512"/>
                  </a:lnTo>
                  <a:lnTo>
                    <a:pt x="1008" y="512"/>
                  </a:lnTo>
                  <a:lnTo>
                    <a:pt x="1006" y="510"/>
                  </a:lnTo>
                  <a:lnTo>
                    <a:pt x="1001" y="510"/>
                  </a:lnTo>
                  <a:lnTo>
                    <a:pt x="1001" y="510"/>
                  </a:lnTo>
                  <a:lnTo>
                    <a:pt x="1001" y="506"/>
                  </a:lnTo>
                  <a:lnTo>
                    <a:pt x="999" y="508"/>
                  </a:lnTo>
                  <a:lnTo>
                    <a:pt x="997" y="512"/>
                  </a:lnTo>
                  <a:lnTo>
                    <a:pt x="997" y="514"/>
                  </a:lnTo>
                  <a:lnTo>
                    <a:pt x="999" y="514"/>
                  </a:lnTo>
                  <a:lnTo>
                    <a:pt x="999" y="514"/>
                  </a:lnTo>
                  <a:lnTo>
                    <a:pt x="995" y="515"/>
                  </a:lnTo>
                  <a:lnTo>
                    <a:pt x="991" y="514"/>
                  </a:lnTo>
                  <a:lnTo>
                    <a:pt x="990" y="514"/>
                  </a:lnTo>
                  <a:lnTo>
                    <a:pt x="986" y="514"/>
                  </a:lnTo>
                  <a:lnTo>
                    <a:pt x="986" y="514"/>
                  </a:lnTo>
                  <a:lnTo>
                    <a:pt x="986" y="517"/>
                  </a:lnTo>
                  <a:lnTo>
                    <a:pt x="984" y="519"/>
                  </a:lnTo>
                  <a:lnTo>
                    <a:pt x="981" y="521"/>
                  </a:lnTo>
                  <a:lnTo>
                    <a:pt x="981" y="521"/>
                  </a:lnTo>
                  <a:lnTo>
                    <a:pt x="986" y="510"/>
                  </a:lnTo>
                  <a:lnTo>
                    <a:pt x="986" y="510"/>
                  </a:lnTo>
                  <a:lnTo>
                    <a:pt x="979" y="510"/>
                  </a:lnTo>
                  <a:lnTo>
                    <a:pt x="979" y="510"/>
                  </a:lnTo>
                  <a:lnTo>
                    <a:pt x="979" y="517"/>
                  </a:lnTo>
                  <a:lnTo>
                    <a:pt x="979" y="517"/>
                  </a:lnTo>
                  <a:lnTo>
                    <a:pt x="977" y="517"/>
                  </a:lnTo>
                  <a:lnTo>
                    <a:pt x="975" y="515"/>
                  </a:lnTo>
                  <a:lnTo>
                    <a:pt x="973" y="512"/>
                  </a:lnTo>
                  <a:lnTo>
                    <a:pt x="973" y="512"/>
                  </a:lnTo>
                  <a:lnTo>
                    <a:pt x="968" y="512"/>
                  </a:lnTo>
                  <a:lnTo>
                    <a:pt x="959" y="512"/>
                  </a:lnTo>
                  <a:lnTo>
                    <a:pt x="959" y="512"/>
                  </a:lnTo>
                  <a:lnTo>
                    <a:pt x="962" y="508"/>
                  </a:lnTo>
                  <a:lnTo>
                    <a:pt x="962" y="504"/>
                  </a:lnTo>
                  <a:lnTo>
                    <a:pt x="962" y="503"/>
                  </a:lnTo>
                  <a:lnTo>
                    <a:pt x="962" y="497"/>
                  </a:lnTo>
                  <a:lnTo>
                    <a:pt x="962" y="497"/>
                  </a:lnTo>
                  <a:lnTo>
                    <a:pt x="959" y="497"/>
                  </a:lnTo>
                  <a:lnTo>
                    <a:pt x="957" y="497"/>
                  </a:lnTo>
                  <a:lnTo>
                    <a:pt x="955" y="495"/>
                  </a:lnTo>
                  <a:lnTo>
                    <a:pt x="955" y="495"/>
                  </a:lnTo>
                  <a:lnTo>
                    <a:pt x="955" y="503"/>
                  </a:lnTo>
                  <a:lnTo>
                    <a:pt x="950" y="503"/>
                  </a:lnTo>
                  <a:lnTo>
                    <a:pt x="950" y="503"/>
                  </a:lnTo>
                  <a:lnTo>
                    <a:pt x="951" y="490"/>
                  </a:lnTo>
                  <a:lnTo>
                    <a:pt x="951" y="490"/>
                  </a:lnTo>
                  <a:lnTo>
                    <a:pt x="948" y="490"/>
                  </a:lnTo>
                  <a:lnTo>
                    <a:pt x="944" y="490"/>
                  </a:lnTo>
                  <a:lnTo>
                    <a:pt x="944" y="490"/>
                  </a:lnTo>
                  <a:lnTo>
                    <a:pt x="944" y="497"/>
                  </a:lnTo>
                  <a:lnTo>
                    <a:pt x="944" y="497"/>
                  </a:lnTo>
                  <a:lnTo>
                    <a:pt x="942" y="497"/>
                  </a:lnTo>
                  <a:lnTo>
                    <a:pt x="940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0" y="495"/>
                  </a:lnTo>
                  <a:lnTo>
                    <a:pt x="940" y="494"/>
                  </a:lnTo>
                  <a:lnTo>
                    <a:pt x="939" y="492"/>
                  </a:lnTo>
                  <a:lnTo>
                    <a:pt x="937" y="492"/>
                  </a:lnTo>
                  <a:lnTo>
                    <a:pt x="937" y="497"/>
                  </a:lnTo>
                  <a:lnTo>
                    <a:pt x="937" y="497"/>
                  </a:lnTo>
                  <a:lnTo>
                    <a:pt x="931" y="499"/>
                  </a:lnTo>
                  <a:lnTo>
                    <a:pt x="924" y="503"/>
                  </a:lnTo>
                  <a:lnTo>
                    <a:pt x="924" y="503"/>
                  </a:lnTo>
                  <a:lnTo>
                    <a:pt x="928" y="490"/>
                  </a:lnTo>
                  <a:lnTo>
                    <a:pt x="928" y="490"/>
                  </a:lnTo>
                  <a:lnTo>
                    <a:pt x="924" y="490"/>
                  </a:lnTo>
                  <a:lnTo>
                    <a:pt x="920" y="490"/>
                  </a:lnTo>
                  <a:lnTo>
                    <a:pt x="920" y="490"/>
                  </a:lnTo>
                  <a:lnTo>
                    <a:pt x="919" y="484"/>
                  </a:lnTo>
                  <a:lnTo>
                    <a:pt x="917" y="481"/>
                  </a:lnTo>
                  <a:lnTo>
                    <a:pt x="917" y="481"/>
                  </a:lnTo>
                  <a:lnTo>
                    <a:pt x="913" y="479"/>
                  </a:lnTo>
                  <a:lnTo>
                    <a:pt x="909" y="477"/>
                  </a:lnTo>
                  <a:lnTo>
                    <a:pt x="902" y="477"/>
                  </a:lnTo>
                  <a:lnTo>
                    <a:pt x="895" y="475"/>
                  </a:lnTo>
                  <a:lnTo>
                    <a:pt x="895" y="475"/>
                  </a:lnTo>
                  <a:lnTo>
                    <a:pt x="891" y="468"/>
                  </a:lnTo>
                  <a:lnTo>
                    <a:pt x="891" y="468"/>
                  </a:lnTo>
                  <a:lnTo>
                    <a:pt x="902" y="466"/>
                  </a:lnTo>
                  <a:lnTo>
                    <a:pt x="902" y="466"/>
                  </a:lnTo>
                  <a:lnTo>
                    <a:pt x="902" y="463"/>
                  </a:lnTo>
                  <a:lnTo>
                    <a:pt x="904" y="461"/>
                  </a:lnTo>
                  <a:lnTo>
                    <a:pt x="906" y="459"/>
                  </a:lnTo>
                  <a:lnTo>
                    <a:pt x="906" y="459"/>
                  </a:lnTo>
                  <a:lnTo>
                    <a:pt x="899" y="452"/>
                  </a:lnTo>
                  <a:lnTo>
                    <a:pt x="899" y="450"/>
                  </a:lnTo>
                  <a:lnTo>
                    <a:pt x="900" y="450"/>
                  </a:lnTo>
                  <a:lnTo>
                    <a:pt x="917" y="452"/>
                  </a:lnTo>
                  <a:lnTo>
                    <a:pt x="917" y="452"/>
                  </a:lnTo>
                  <a:lnTo>
                    <a:pt x="911" y="446"/>
                  </a:lnTo>
                  <a:lnTo>
                    <a:pt x="908" y="443"/>
                  </a:lnTo>
                  <a:lnTo>
                    <a:pt x="902" y="441"/>
                  </a:lnTo>
                  <a:lnTo>
                    <a:pt x="902" y="441"/>
                  </a:lnTo>
                  <a:lnTo>
                    <a:pt x="900" y="441"/>
                  </a:lnTo>
                  <a:lnTo>
                    <a:pt x="899" y="443"/>
                  </a:lnTo>
                  <a:lnTo>
                    <a:pt x="897" y="444"/>
                  </a:lnTo>
                  <a:lnTo>
                    <a:pt x="895" y="444"/>
                  </a:lnTo>
                  <a:lnTo>
                    <a:pt x="895" y="444"/>
                  </a:lnTo>
                  <a:lnTo>
                    <a:pt x="891" y="437"/>
                  </a:lnTo>
                  <a:lnTo>
                    <a:pt x="891" y="437"/>
                  </a:lnTo>
                  <a:lnTo>
                    <a:pt x="897" y="435"/>
                  </a:lnTo>
                  <a:lnTo>
                    <a:pt x="900" y="433"/>
                  </a:lnTo>
                  <a:lnTo>
                    <a:pt x="900" y="433"/>
                  </a:lnTo>
                  <a:lnTo>
                    <a:pt x="904" y="432"/>
                  </a:lnTo>
                  <a:lnTo>
                    <a:pt x="908" y="432"/>
                  </a:lnTo>
                  <a:lnTo>
                    <a:pt x="908" y="432"/>
                  </a:lnTo>
                  <a:lnTo>
                    <a:pt x="908" y="424"/>
                  </a:lnTo>
                  <a:lnTo>
                    <a:pt x="908" y="421"/>
                  </a:lnTo>
                  <a:lnTo>
                    <a:pt x="908" y="421"/>
                  </a:lnTo>
                  <a:lnTo>
                    <a:pt x="906" y="421"/>
                  </a:lnTo>
                  <a:lnTo>
                    <a:pt x="906" y="417"/>
                  </a:lnTo>
                  <a:lnTo>
                    <a:pt x="906" y="417"/>
                  </a:lnTo>
                  <a:lnTo>
                    <a:pt x="902" y="417"/>
                  </a:lnTo>
                  <a:lnTo>
                    <a:pt x="900" y="417"/>
                  </a:lnTo>
                  <a:lnTo>
                    <a:pt x="899" y="413"/>
                  </a:lnTo>
                  <a:lnTo>
                    <a:pt x="899" y="413"/>
                  </a:lnTo>
                  <a:lnTo>
                    <a:pt x="897" y="419"/>
                  </a:lnTo>
                  <a:lnTo>
                    <a:pt x="895" y="424"/>
                  </a:lnTo>
                  <a:lnTo>
                    <a:pt x="895" y="424"/>
                  </a:lnTo>
                  <a:lnTo>
                    <a:pt x="891" y="424"/>
                  </a:lnTo>
                  <a:lnTo>
                    <a:pt x="889" y="426"/>
                  </a:lnTo>
                  <a:lnTo>
                    <a:pt x="888" y="426"/>
                  </a:lnTo>
                  <a:lnTo>
                    <a:pt x="888" y="426"/>
                  </a:lnTo>
                  <a:lnTo>
                    <a:pt x="888" y="419"/>
                  </a:lnTo>
                  <a:lnTo>
                    <a:pt x="888" y="419"/>
                  </a:lnTo>
                  <a:lnTo>
                    <a:pt x="884" y="421"/>
                  </a:lnTo>
                  <a:lnTo>
                    <a:pt x="884" y="417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91" y="412"/>
                  </a:lnTo>
                  <a:lnTo>
                    <a:pt x="891" y="413"/>
                  </a:lnTo>
                  <a:lnTo>
                    <a:pt x="891" y="415"/>
                  </a:lnTo>
                  <a:lnTo>
                    <a:pt x="893" y="413"/>
                  </a:lnTo>
                  <a:lnTo>
                    <a:pt x="893" y="410"/>
                  </a:lnTo>
                  <a:lnTo>
                    <a:pt x="893" y="410"/>
                  </a:lnTo>
                  <a:lnTo>
                    <a:pt x="889" y="410"/>
                  </a:lnTo>
                  <a:lnTo>
                    <a:pt x="886" y="410"/>
                  </a:lnTo>
                  <a:lnTo>
                    <a:pt x="886" y="410"/>
                  </a:lnTo>
                  <a:lnTo>
                    <a:pt x="884" y="408"/>
                  </a:lnTo>
                  <a:lnTo>
                    <a:pt x="882" y="404"/>
                  </a:lnTo>
                  <a:lnTo>
                    <a:pt x="880" y="402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5" y="402"/>
                  </a:lnTo>
                  <a:lnTo>
                    <a:pt x="873" y="404"/>
                  </a:lnTo>
                  <a:lnTo>
                    <a:pt x="873" y="406"/>
                  </a:lnTo>
                  <a:lnTo>
                    <a:pt x="869" y="406"/>
                  </a:lnTo>
                  <a:lnTo>
                    <a:pt x="869" y="406"/>
                  </a:lnTo>
                  <a:lnTo>
                    <a:pt x="871" y="402"/>
                  </a:lnTo>
                  <a:lnTo>
                    <a:pt x="864" y="399"/>
                  </a:lnTo>
                  <a:lnTo>
                    <a:pt x="862" y="397"/>
                  </a:lnTo>
                  <a:lnTo>
                    <a:pt x="862" y="397"/>
                  </a:lnTo>
                  <a:lnTo>
                    <a:pt x="858" y="397"/>
                  </a:lnTo>
                  <a:lnTo>
                    <a:pt x="857" y="395"/>
                  </a:lnTo>
                  <a:lnTo>
                    <a:pt x="857" y="395"/>
                  </a:lnTo>
                  <a:lnTo>
                    <a:pt x="855" y="392"/>
                  </a:lnTo>
                  <a:lnTo>
                    <a:pt x="855" y="392"/>
                  </a:lnTo>
                  <a:lnTo>
                    <a:pt x="855" y="399"/>
                  </a:lnTo>
                  <a:lnTo>
                    <a:pt x="855" y="399"/>
                  </a:lnTo>
                  <a:lnTo>
                    <a:pt x="849" y="399"/>
                  </a:lnTo>
                  <a:lnTo>
                    <a:pt x="844" y="399"/>
                  </a:lnTo>
                  <a:lnTo>
                    <a:pt x="844" y="399"/>
                  </a:lnTo>
                  <a:lnTo>
                    <a:pt x="848" y="395"/>
                  </a:lnTo>
                  <a:lnTo>
                    <a:pt x="848" y="395"/>
                  </a:lnTo>
                  <a:lnTo>
                    <a:pt x="849" y="395"/>
                  </a:lnTo>
                  <a:lnTo>
                    <a:pt x="851" y="393"/>
                  </a:lnTo>
                  <a:lnTo>
                    <a:pt x="851" y="392"/>
                  </a:lnTo>
                  <a:lnTo>
                    <a:pt x="851" y="390"/>
                  </a:lnTo>
                  <a:lnTo>
                    <a:pt x="851" y="390"/>
                  </a:lnTo>
                  <a:lnTo>
                    <a:pt x="842" y="388"/>
                  </a:lnTo>
                  <a:lnTo>
                    <a:pt x="842" y="388"/>
                  </a:lnTo>
                  <a:lnTo>
                    <a:pt x="844" y="386"/>
                  </a:lnTo>
                  <a:lnTo>
                    <a:pt x="842" y="384"/>
                  </a:lnTo>
                  <a:lnTo>
                    <a:pt x="837" y="382"/>
                  </a:lnTo>
                  <a:lnTo>
                    <a:pt x="831" y="382"/>
                  </a:lnTo>
                  <a:lnTo>
                    <a:pt x="831" y="382"/>
                  </a:lnTo>
                  <a:lnTo>
                    <a:pt x="831" y="388"/>
                  </a:lnTo>
                  <a:lnTo>
                    <a:pt x="829" y="392"/>
                  </a:lnTo>
                  <a:lnTo>
                    <a:pt x="829" y="392"/>
                  </a:lnTo>
                  <a:lnTo>
                    <a:pt x="826" y="392"/>
                  </a:lnTo>
                  <a:lnTo>
                    <a:pt x="822" y="392"/>
                  </a:lnTo>
                  <a:lnTo>
                    <a:pt x="822" y="392"/>
                  </a:lnTo>
                  <a:lnTo>
                    <a:pt x="822" y="382"/>
                  </a:lnTo>
                  <a:lnTo>
                    <a:pt x="820" y="381"/>
                  </a:lnTo>
                  <a:lnTo>
                    <a:pt x="817" y="382"/>
                  </a:lnTo>
                  <a:lnTo>
                    <a:pt x="817" y="382"/>
                  </a:lnTo>
                  <a:lnTo>
                    <a:pt x="809" y="392"/>
                  </a:lnTo>
                  <a:lnTo>
                    <a:pt x="809" y="392"/>
                  </a:lnTo>
                  <a:lnTo>
                    <a:pt x="807" y="382"/>
                  </a:lnTo>
                  <a:lnTo>
                    <a:pt x="807" y="379"/>
                  </a:lnTo>
                  <a:lnTo>
                    <a:pt x="813" y="377"/>
                  </a:lnTo>
                  <a:lnTo>
                    <a:pt x="813" y="377"/>
                  </a:lnTo>
                  <a:lnTo>
                    <a:pt x="813" y="372"/>
                  </a:lnTo>
                  <a:lnTo>
                    <a:pt x="815" y="368"/>
                  </a:lnTo>
                  <a:lnTo>
                    <a:pt x="815" y="368"/>
                  </a:lnTo>
                  <a:lnTo>
                    <a:pt x="802" y="362"/>
                  </a:lnTo>
                  <a:lnTo>
                    <a:pt x="802" y="362"/>
                  </a:lnTo>
                  <a:lnTo>
                    <a:pt x="806" y="361"/>
                  </a:lnTo>
                  <a:lnTo>
                    <a:pt x="807" y="359"/>
                  </a:lnTo>
                  <a:lnTo>
                    <a:pt x="806" y="355"/>
                  </a:lnTo>
                  <a:lnTo>
                    <a:pt x="802" y="353"/>
                  </a:lnTo>
                  <a:lnTo>
                    <a:pt x="802" y="348"/>
                  </a:lnTo>
                  <a:lnTo>
                    <a:pt x="802" y="348"/>
                  </a:lnTo>
                  <a:lnTo>
                    <a:pt x="798" y="348"/>
                  </a:lnTo>
                  <a:lnTo>
                    <a:pt x="796" y="348"/>
                  </a:lnTo>
                  <a:lnTo>
                    <a:pt x="789" y="350"/>
                  </a:lnTo>
                  <a:lnTo>
                    <a:pt x="784" y="351"/>
                  </a:lnTo>
                  <a:lnTo>
                    <a:pt x="778" y="353"/>
                  </a:lnTo>
                  <a:lnTo>
                    <a:pt x="773" y="348"/>
                  </a:lnTo>
                  <a:lnTo>
                    <a:pt x="773" y="348"/>
                  </a:lnTo>
                  <a:lnTo>
                    <a:pt x="755" y="342"/>
                  </a:lnTo>
                  <a:lnTo>
                    <a:pt x="735" y="341"/>
                  </a:lnTo>
                  <a:lnTo>
                    <a:pt x="736" y="335"/>
                  </a:lnTo>
                  <a:lnTo>
                    <a:pt x="736" y="335"/>
                  </a:lnTo>
                  <a:lnTo>
                    <a:pt x="749" y="331"/>
                  </a:lnTo>
                  <a:lnTo>
                    <a:pt x="758" y="330"/>
                  </a:lnTo>
                  <a:lnTo>
                    <a:pt x="758" y="328"/>
                  </a:lnTo>
                  <a:lnTo>
                    <a:pt x="758" y="324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5" y="306"/>
                  </a:lnTo>
                  <a:lnTo>
                    <a:pt x="742" y="304"/>
                  </a:lnTo>
                  <a:lnTo>
                    <a:pt x="740" y="304"/>
                  </a:lnTo>
                  <a:lnTo>
                    <a:pt x="740" y="304"/>
                  </a:lnTo>
                  <a:lnTo>
                    <a:pt x="733" y="308"/>
                  </a:lnTo>
                  <a:lnTo>
                    <a:pt x="727" y="311"/>
                  </a:lnTo>
                  <a:lnTo>
                    <a:pt x="727" y="311"/>
                  </a:lnTo>
                  <a:lnTo>
                    <a:pt x="724" y="311"/>
                  </a:lnTo>
                  <a:lnTo>
                    <a:pt x="722" y="310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09" y="306"/>
                  </a:lnTo>
                  <a:lnTo>
                    <a:pt x="704" y="308"/>
                  </a:lnTo>
                  <a:lnTo>
                    <a:pt x="693" y="313"/>
                  </a:lnTo>
                  <a:lnTo>
                    <a:pt x="693" y="319"/>
                  </a:lnTo>
                  <a:lnTo>
                    <a:pt x="693" y="319"/>
                  </a:lnTo>
                  <a:lnTo>
                    <a:pt x="691" y="317"/>
                  </a:lnTo>
                  <a:lnTo>
                    <a:pt x="691" y="311"/>
                  </a:lnTo>
                  <a:lnTo>
                    <a:pt x="691" y="311"/>
                  </a:lnTo>
                  <a:lnTo>
                    <a:pt x="682" y="310"/>
                  </a:lnTo>
                  <a:lnTo>
                    <a:pt x="674" y="310"/>
                  </a:lnTo>
                  <a:lnTo>
                    <a:pt x="667" y="310"/>
                  </a:lnTo>
                  <a:lnTo>
                    <a:pt x="662" y="311"/>
                  </a:lnTo>
                  <a:lnTo>
                    <a:pt x="651" y="317"/>
                  </a:lnTo>
                  <a:lnTo>
                    <a:pt x="636" y="324"/>
                  </a:lnTo>
                  <a:lnTo>
                    <a:pt x="636" y="324"/>
                  </a:lnTo>
                  <a:lnTo>
                    <a:pt x="640" y="326"/>
                  </a:lnTo>
                  <a:lnTo>
                    <a:pt x="640" y="328"/>
                  </a:lnTo>
                  <a:lnTo>
                    <a:pt x="636" y="328"/>
                  </a:lnTo>
                  <a:lnTo>
                    <a:pt x="636" y="328"/>
                  </a:lnTo>
                  <a:lnTo>
                    <a:pt x="638" y="333"/>
                  </a:lnTo>
                  <a:lnTo>
                    <a:pt x="638" y="333"/>
                  </a:lnTo>
                  <a:lnTo>
                    <a:pt x="634" y="333"/>
                  </a:lnTo>
                  <a:lnTo>
                    <a:pt x="633" y="333"/>
                  </a:lnTo>
                  <a:lnTo>
                    <a:pt x="634" y="331"/>
                  </a:lnTo>
                  <a:lnTo>
                    <a:pt x="634" y="331"/>
                  </a:lnTo>
                  <a:lnTo>
                    <a:pt x="623" y="335"/>
                  </a:lnTo>
                  <a:lnTo>
                    <a:pt x="623" y="335"/>
                  </a:lnTo>
                  <a:lnTo>
                    <a:pt x="625" y="34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7" y="348"/>
                  </a:lnTo>
                  <a:lnTo>
                    <a:pt x="627" y="351"/>
                  </a:lnTo>
                  <a:lnTo>
                    <a:pt x="627" y="351"/>
                  </a:lnTo>
                  <a:lnTo>
                    <a:pt x="634" y="350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2" y="361"/>
                  </a:lnTo>
                  <a:lnTo>
                    <a:pt x="642" y="361"/>
                  </a:lnTo>
                  <a:lnTo>
                    <a:pt x="640" y="359"/>
                  </a:lnTo>
                  <a:lnTo>
                    <a:pt x="638" y="359"/>
                  </a:lnTo>
                  <a:lnTo>
                    <a:pt x="636" y="355"/>
                  </a:lnTo>
                  <a:lnTo>
                    <a:pt x="636" y="355"/>
                  </a:lnTo>
                  <a:lnTo>
                    <a:pt x="631" y="355"/>
                  </a:lnTo>
                  <a:lnTo>
                    <a:pt x="623" y="355"/>
                  </a:lnTo>
                  <a:lnTo>
                    <a:pt x="623" y="355"/>
                  </a:lnTo>
                  <a:lnTo>
                    <a:pt x="625" y="357"/>
                  </a:lnTo>
                  <a:lnTo>
                    <a:pt x="623" y="359"/>
                  </a:lnTo>
                  <a:lnTo>
                    <a:pt x="622" y="361"/>
                  </a:lnTo>
                  <a:lnTo>
                    <a:pt x="622" y="361"/>
                  </a:lnTo>
                  <a:lnTo>
                    <a:pt x="623" y="366"/>
                  </a:lnTo>
                  <a:lnTo>
                    <a:pt x="623" y="366"/>
                  </a:lnTo>
                  <a:lnTo>
                    <a:pt x="627" y="366"/>
                  </a:lnTo>
                  <a:lnTo>
                    <a:pt x="631" y="366"/>
                  </a:lnTo>
                  <a:lnTo>
                    <a:pt x="636" y="368"/>
                  </a:lnTo>
                  <a:lnTo>
                    <a:pt x="636" y="373"/>
                  </a:lnTo>
                  <a:lnTo>
                    <a:pt x="636" y="373"/>
                  </a:lnTo>
                  <a:lnTo>
                    <a:pt x="633" y="373"/>
                  </a:lnTo>
                  <a:lnTo>
                    <a:pt x="633" y="377"/>
                  </a:lnTo>
                  <a:lnTo>
                    <a:pt x="633" y="382"/>
                  </a:lnTo>
                  <a:lnTo>
                    <a:pt x="634" y="386"/>
                  </a:lnTo>
                  <a:lnTo>
                    <a:pt x="634" y="388"/>
                  </a:lnTo>
                  <a:lnTo>
                    <a:pt x="634" y="390"/>
                  </a:lnTo>
                  <a:lnTo>
                    <a:pt x="634" y="390"/>
                  </a:lnTo>
                  <a:lnTo>
                    <a:pt x="633" y="390"/>
                  </a:lnTo>
                  <a:lnTo>
                    <a:pt x="629" y="388"/>
                  </a:lnTo>
                  <a:lnTo>
                    <a:pt x="627" y="384"/>
                  </a:lnTo>
                  <a:lnTo>
                    <a:pt x="627" y="384"/>
                  </a:lnTo>
                  <a:lnTo>
                    <a:pt x="622" y="384"/>
                  </a:lnTo>
                  <a:lnTo>
                    <a:pt x="620" y="386"/>
                  </a:lnTo>
                  <a:lnTo>
                    <a:pt x="612" y="388"/>
                  </a:lnTo>
                  <a:lnTo>
                    <a:pt x="612" y="388"/>
                  </a:lnTo>
                  <a:lnTo>
                    <a:pt x="623" y="381"/>
                  </a:lnTo>
                  <a:lnTo>
                    <a:pt x="623" y="381"/>
                  </a:lnTo>
                  <a:lnTo>
                    <a:pt x="623" y="377"/>
                  </a:lnTo>
                  <a:lnTo>
                    <a:pt x="622" y="373"/>
                  </a:lnTo>
                  <a:lnTo>
                    <a:pt x="622" y="373"/>
                  </a:lnTo>
                  <a:lnTo>
                    <a:pt x="616" y="370"/>
                  </a:lnTo>
                  <a:lnTo>
                    <a:pt x="614" y="370"/>
                  </a:lnTo>
                  <a:lnTo>
                    <a:pt x="612" y="368"/>
                  </a:lnTo>
                  <a:lnTo>
                    <a:pt x="612" y="368"/>
                  </a:lnTo>
                  <a:lnTo>
                    <a:pt x="611" y="357"/>
                  </a:lnTo>
                  <a:lnTo>
                    <a:pt x="611" y="342"/>
                  </a:lnTo>
                  <a:lnTo>
                    <a:pt x="614" y="330"/>
                  </a:lnTo>
                  <a:lnTo>
                    <a:pt x="616" y="324"/>
                  </a:lnTo>
                  <a:lnTo>
                    <a:pt x="620" y="320"/>
                  </a:lnTo>
                  <a:lnTo>
                    <a:pt x="620" y="320"/>
                  </a:lnTo>
                  <a:lnTo>
                    <a:pt x="627" y="319"/>
                  </a:lnTo>
                  <a:lnTo>
                    <a:pt x="634" y="317"/>
                  </a:lnTo>
                  <a:lnTo>
                    <a:pt x="651" y="313"/>
                  </a:lnTo>
                  <a:lnTo>
                    <a:pt x="651" y="310"/>
                  </a:lnTo>
                  <a:lnTo>
                    <a:pt x="651" y="310"/>
                  </a:lnTo>
                  <a:lnTo>
                    <a:pt x="643" y="306"/>
                  </a:lnTo>
                  <a:lnTo>
                    <a:pt x="643" y="306"/>
                  </a:lnTo>
                  <a:lnTo>
                    <a:pt x="625" y="308"/>
                  </a:lnTo>
                  <a:lnTo>
                    <a:pt x="609" y="310"/>
                  </a:lnTo>
                  <a:lnTo>
                    <a:pt x="609" y="310"/>
                  </a:lnTo>
                  <a:lnTo>
                    <a:pt x="591" y="313"/>
                  </a:lnTo>
                  <a:lnTo>
                    <a:pt x="576" y="317"/>
                  </a:lnTo>
                  <a:lnTo>
                    <a:pt x="576" y="317"/>
                  </a:lnTo>
                  <a:lnTo>
                    <a:pt x="576" y="320"/>
                  </a:lnTo>
                  <a:lnTo>
                    <a:pt x="576" y="326"/>
                  </a:lnTo>
                  <a:lnTo>
                    <a:pt x="576" y="326"/>
                  </a:lnTo>
                  <a:lnTo>
                    <a:pt x="571" y="328"/>
                  </a:lnTo>
                  <a:lnTo>
                    <a:pt x="569" y="328"/>
                  </a:lnTo>
                  <a:lnTo>
                    <a:pt x="569" y="328"/>
                  </a:lnTo>
                  <a:lnTo>
                    <a:pt x="567" y="333"/>
                  </a:lnTo>
                  <a:lnTo>
                    <a:pt x="569" y="339"/>
                  </a:lnTo>
                  <a:lnTo>
                    <a:pt x="569" y="339"/>
                  </a:lnTo>
                  <a:lnTo>
                    <a:pt x="565" y="342"/>
                  </a:lnTo>
                  <a:lnTo>
                    <a:pt x="561" y="346"/>
                  </a:lnTo>
                  <a:lnTo>
                    <a:pt x="561" y="346"/>
                  </a:lnTo>
                  <a:lnTo>
                    <a:pt x="556" y="359"/>
                  </a:lnTo>
                  <a:lnTo>
                    <a:pt x="551" y="373"/>
                  </a:lnTo>
                  <a:lnTo>
                    <a:pt x="551" y="373"/>
                  </a:lnTo>
                  <a:lnTo>
                    <a:pt x="556" y="375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0" y="381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72" y="388"/>
                  </a:lnTo>
                  <a:lnTo>
                    <a:pt x="591" y="390"/>
                  </a:lnTo>
                  <a:lnTo>
                    <a:pt x="591" y="395"/>
                  </a:lnTo>
                  <a:lnTo>
                    <a:pt x="591" y="395"/>
                  </a:lnTo>
                  <a:lnTo>
                    <a:pt x="583" y="393"/>
                  </a:lnTo>
                  <a:lnTo>
                    <a:pt x="578" y="392"/>
                  </a:lnTo>
                  <a:lnTo>
                    <a:pt x="578" y="392"/>
                  </a:lnTo>
                  <a:lnTo>
                    <a:pt x="583" y="402"/>
                  </a:lnTo>
                  <a:lnTo>
                    <a:pt x="587" y="406"/>
                  </a:lnTo>
                  <a:lnTo>
                    <a:pt x="594" y="410"/>
                  </a:lnTo>
                  <a:lnTo>
                    <a:pt x="594" y="410"/>
                  </a:lnTo>
                  <a:lnTo>
                    <a:pt x="591" y="410"/>
                  </a:lnTo>
                  <a:lnTo>
                    <a:pt x="591" y="412"/>
                  </a:lnTo>
                  <a:lnTo>
                    <a:pt x="594" y="413"/>
                  </a:lnTo>
                  <a:lnTo>
                    <a:pt x="598" y="413"/>
                  </a:lnTo>
                  <a:lnTo>
                    <a:pt x="598" y="413"/>
                  </a:lnTo>
                  <a:lnTo>
                    <a:pt x="600" y="412"/>
                  </a:lnTo>
                  <a:lnTo>
                    <a:pt x="600" y="406"/>
                  </a:lnTo>
                  <a:lnTo>
                    <a:pt x="605" y="406"/>
                  </a:lnTo>
                  <a:lnTo>
                    <a:pt x="605" y="406"/>
                  </a:lnTo>
                  <a:lnTo>
                    <a:pt x="612" y="415"/>
                  </a:lnTo>
                  <a:lnTo>
                    <a:pt x="620" y="424"/>
                  </a:lnTo>
                  <a:lnTo>
                    <a:pt x="620" y="424"/>
                  </a:lnTo>
                  <a:lnTo>
                    <a:pt x="629" y="424"/>
                  </a:lnTo>
                  <a:lnTo>
                    <a:pt x="629" y="419"/>
                  </a:lnTo>
                  <a:lnTo>
                    <a:pt x="629" y="419"/>
                  </a:lnTo>
                  <a:lnTo>
                    <a:pt x="633" y="419"/>
                  </a:lnTo>
                  <a:lnTo>
                    <a:pt x="634" y="421"/>
                  </a:lnTo>
                  <a:lnTo>
                    <a:pt x="634" y="423"/>
                  </a:lnTo>
                  <a:lnTo>
                    <a:pt x="636" y="424"/>
                  </a:lnTo>
                  <a:lnTo>
                    <a:pt x="636" y="424"/>
                  </a:lnTo>
                  <a:lnTo>
                    <a:pt x="645" y="426"/>
                  </a:lnTo>
                  <a:lnTo>
                    <a:pt x="653" y="424"/>
                  </a:lnTo>
                  <a:lnTo>
                    <a:pt x="662" y="424"/>
                  </a:lnTo>
                  <a:lnTo>
                    <a:pt x="669" y="424"/>
                  </a:lnTo>
                  <a:lnTo>
                    <a:pt x="669" y="424"/>
                  </a:lnTo>
                  <a:lnTo>
                    <a:pt x="671" y="428"/>
                  </a:lnTo>
                  <a:lnTo>
                    <a:pt x="671" y="428"/>
                  </a:lnTo>
                  <a:lnTo>
                    <a:pt x="680" y="430"/>
                  </a:lnTo>
                  <a:lnTo>
                    <a:pt x="687" y="432"/>
                  </a:lnTo>
                  <a:lnTo>
                    <a:pt x="687" y="432"/>
                  </a:lnTo>
                  <a:lnTo>
                    <a:pt x="680" y="421"/>
                  </a:lnTo>
                  <a:lnTo>
                    <a:pt x="680" y="421"/>
                  </a:lnTo>
                  <a:lnTo>
                    <a:pt x="680" y="417"/>
                  </a:lnTo>
                  <a:lnTo>
                    <a:pt x="682" y="417"/>
                  </a:lnTo>
                  <a:lnTo>
                    <a:pt x="687" y="421"/>
                  </a:lnTo>
                  <a:lnTo>
                    <a:pt x="687" y="421"/>
                  </a:lnTo>
                  <a:lnTo>
                    <a:pt x="698" y="428"/>
                  </a:lnTo>
                  <a:lnTo>
                    <a:pt x="707" y="437"/>
                  </a:lnTo>
                  <a:lnTo>
                    <a:pt x="707" y="437"/>
                  </a:lnTo>
                  <a:lnTo>
                    <a:pt x="707" y="433"/>
                  </a:lnTo>
                  <a:lnTo>
                    <a:pt x="707" y="428"/>
                  </a:lnTo>
                  <a:lnTo>
                    <a:pt x="707" y="428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698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707" y="417"/>
                  </a:lnTo>
                  <a:lnTo>
                    <a:pt x="713" y="417"/>
                  </a:lnTo>
                  <a:lnTo>
                    <a:pt x="716" y="419"/>
                  </a:lnTo>
                  <a:lnTo>
                    <a:pt x="724" y="426"/>
                  </a:lnTo>
                  <a:lnTo>
                    <a:pt x="724" y="426"/>
                  </a:lnTo>
                  <a:lnTo>
                    <a:pt x="731" y="424"/>
                  </a:lnTo>
                  <a:lnTo>
                    <a:pt x="740" y="424"/>
                  </a:lnTo>
                  <a:lnTo>
                    <a:pt x="740" y="424"/>
                  </a:lnTo>
                  <a:lnTo>
                    <a:pt x="738" y="417"/>
                  </a:lnTo>
                  <a:lnTo>
                    <a:pt x="736" y="412"/>
                  </a:lnTo>
                  <a:lnTo>
                    <a:pt x="736" y="412"/>
                  </a:lnTo>
                  <a:lnTo>
                    <a:pt x="735" y="412"/>
                  </a:lnTo>
                  <a:lnTo>
                    <a:pt x="733" y="412"/>
                  </a:lnTo>
                  <a:lnTo>
                    <a:pt x="735" y="413"/>
                  </a:lnTo>
                  <a:lnTo>
                    <a:pt x="735" y="413"/>
                  </a:lnTo>
                  <a:lnTo>
                    <a:pt x="731" y="415"/>
                  </a:lnTo>
                  <a:lnTo>
                    <a:pt x="731" y="415"/>
                  </a:lnTo>
                  <a:lnTo>
                    <a:pt x="731" y="413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40" y="406"/>
                  </a:lnTo>
                  <a:lnTo>
                    <a:pt x="742" y="412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5" y="419"/>
                  </a:lnTo>
                  <a:lnTo>
                    <a:pt x="747" y="417"/>
                  </a:lnTo>
                  <a:lnTo>
                    <a:pt x="747" y="413"/>
                  </a:lnTo>
                  <a:lnTo>
                    <a:pt x="751" y="413"/>
                  </a:lnTo>
                  <a:lnTo>
                    <a:pt x="751" y="413"/>
                  </a:lnTo>
                  <a:lnTo>
                    <a:pt x="756" y="433"/>
                  </a:lnTo>
                  <a:lnTo>
                    <a:pt x="756" y="433"/>
                  </a:lnTo>
                  <a:lnTo>
                    <a:pt x="758" y="432"/>
                  </a:lnTo>
                  <a:lnTo>
                    <a:pt x="758" y="426"/>
                  </a:lnTo>
                  <a:lnTo>
                    <a:pt x="758" y="426"/>
                  </a:lnTo>
                  <a:lnTo>
                    <a:pt x="762" y="426"/>
                  </a:lnTo>
                  <a:lnTo>
                    <a:pt x="764" y="426"/>
                  </a:lnTo>
                  <a:lnTo>
                    <a:pt x="767" y="424"/>
                  </a:lnTo>
                  <a:lnTo>
                    <a:pt x="769" y="424"/>
                  </a:lnTo>
                  <a:lnTo>
                    <a:pt x="769" y="424"/>
                  </a:lnTo>
                  <a:lnTo>
                    <a:pt x="771" y="428"/>
                  </a:lnTo>
                  <a:lnTo>
                    <a:pt x="776" y="432"/>
                  </a:lnTo>
                  <a:lnTo>
                    <a:pt x="776" y="432"/>
                  </a:lnTo>
                  <a:lnTo>
                    <a:pt x="773" y="433"/>
                  </a:lnTo>
                  <a:lnTo>
                    <a:pt x="773" y="435"/>
                  </a:lnTo>
                  <a:lnTo>
                    <a:pt x="773" y="439"/>
                  </a:lnTo>
                  <a:lnTo>
                    <a:pt x="773" y="439"/>
                  </a:lnTo>
                  <a:lnTo>
                    <a:pt x="786" y="432"/>
                  </a:lnTo>
                  <a:lnTo>
                    <a:pt x="786" y="433"/>
                  </a:lnTo>
                  <a:lnTo>
                    <a:pt x="784" y="446"/>
                  </a:lnTo>
                  <a:lnTo>
                    <a:pt x="784" y="446"/>
                  </a:lnTo>
                  <a:lnTo>
                    <a:pt x="793" y="452"/>
                  </a:lnTo>
                  <a:lnTo>
                    <a:pt x="786" y="453"/>
                  </a:lnTo>
                  <a:lnTo>
                    <a:pt x="786" y="453"/>
                  </a:lnTo>
                  <a:lnTo>
                    <a:pt x="786" y="461"/>
                  </a:lnTo>
                  <a:lnTo>
                    <a:pt x="786" y="461"/>
                  </a:lnTo>
                  <a:lnTo>
                    <a:pt x="784" y="461"/>
                  </a:lnTo>
                  <a:lnTo>
                    <a:pt x="784" y="461"/>
                  </a:lnTo>
                  <a:lnTo>
                    <a:pt x="784" y="466"/>
                  </a:lnTo>
                  <a:lnTo>
                    <a:pt x="784" y="466"/>
                  </a:lnTo>
                  <a:lnTo>
                    <a:pt x="791" y="466"/>
                  </a:lnTo>
                  <a:lnTo>
                    <a:pt x="791" y="466"/>
                  </a:lnTo>
                  <a:lnTo>
                    <a:pt x="789" y="468"/>
                  </a:lnTo>
                  <a:lnTo>
                    <a:pt x="789" y="470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802" y="466"/>
                  </a:lnTo>
                  <a:lnTo>
                    <a:pt x="802" y="466"/>
                  </a:lnTo>
                  <a:lnTo>
                    <a:pt x="813" y="461"/>
                  </a:lnTo>
                  <a:lnTo>
                    <a:pt x="813" y="455"/>
                  </a:lnTo>
                  <a:lnTo>
                    <a:pt x="813" y="455"/>
                  </a:lnTo>
                  <a:lnTo>
                    <a:pt x="815" y="455"/>
                  </a:lnTo>
                  <a:lnTo>
                    <a:pt x="815" y="457"/>
                  </a:lnTo>
                  <a:lnTo>
                    <a:pt x="815" y="459"/>
                  </a:lnTo>
                  <a:lnTo>
                    <a:pt x="817" y="459"/>
                  </a:lnTo>
                  <a:lnTo>
                    <a:pt x="817" y="459"/>
                  </a:lnTo>
                  <a:lnTo>
                    <a:pt x="815" y="468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7"/>
                  </a:lnTo>
                  <a:lnTo>
                    <a:pt x="815" y="477"/>
                  </a:lnTo>
                  <a:lnTo>
                    <a:pt x="817" y="477"/>
                  </a:lnTo>
                  <a:lnTo>
                    <a:pt x="820" y="475"/>
                  </a:lnTo>
                  <a:lnTo>
                    <a:pt x="822" y="483"/>
                  </a:lnTo>
                  <a:lnTo>
                    <a:pt x="822" y="483"/>
                  </a:lnTo>
                  <a:lnTo>
                    <a:pt x="829" y="483"/>
                  </a:lnTo>
                  <a:lnTo>
                    <a:pt x="829" y="483"/>
                  </a:lnTo>
                  <a:lnTo>
                    <a:pt x="827" y="488"/>
                  </a:lnTo>
                  <a:lnTo>
                    <a:pt x="827" y="495"/>
                  </a:lnTo>
                  <a:lnTo>
                    <a:pt x="827" y="495"/>
                  </a:lnTo>
                  <a:lnTo>
                    <a:pt x="835" y="510"/>
                  </a:lnTo>
                  <a:lnTo>
                    <a:pt x="835" y="510"/>
                  </a:lnTo>
                  <a:lnTo>
                    <a:pt x="829" y="510"/>
                  </a:lnTo>
                  <a:lnTo>
                    <a:pt x="824" y="510"/>
                  </a:lnTo>
                  <a:lnTo>
                    <a:pt x="824" y="510"/>
                  </a:lnTo>
                  <a:lnTo>
                    <a:pt x="826" y="512"/>
                  </a:lnTo>
                  <a:lnTo>
                    <a:pt x="826" y="517"/>
                  </a:lnTo>
                  <a:lnTo>
                    <a:pt x="822" y="521"/>
                  </a:lnTo>
                  <a:lnTo>
                    <a:pt x="822" y="521"/>
                  </a:lnTo>
                  <a:lnTo>
                    <a:pt x="831" y="526"/>
                  </a:lnTo>
                  <a:lnTo>
                    <a:pt x="831" y="526"/>
                  </a:lnTo>
                  <a:lnTo>
                    <a:pt x="827" y="526"/>
                  </a:lnTo>
                  <a:lnTo>
                    <a:pt x="822" y="526"/>
                  </a:lnTo>
                  <a:lnTo>
                    <a:pt x="822" y="526"/>
                  </a:lnTo>
                  <a:lnTo>
                    <a:pt x="818" y="530"/>
                  </a:lnTo>
                  <a:lnTo>
                    <a:pt x="815" y="537"/>
                  </a:lnTo>
                  <a:lnTo>
                    <a:pt x="806" y="552"/>
                  </a:lnTo>
                  <a:lnTo>
                    <a:pt x="806" y="552"/>
                  </a:lnTo>
                  <a:lnTo>
                    <a:pt x="824" y="576"/>
                  </a:lnTo>
                  <a:lnTo>
                    <a:pt x="824" y="576"/>
                  </a:lnTo>
                  <a:lnTo>
                    <a:pt x="786" y="583"/>
                  </a:lnTo>
                  <a:lnTo>
                    <a:pt x="769" y="585"/>
                  </a:lnTo>
                  <a:lnTo>
                    <a:pt x="749" y="585"/>
                  </a:lnTo>
                  <a:lnTo>
                    <a:pt x="749" y="585"/>
                  </a:lnTo>
                  <a:lnTo>
                    <a:pt x="747" y="599"/>
                  </a:lnTo>
                  <a:lnTo>
                    <a:pt x="744" y="610"/>
                  </a:lnTo>
                  <a:lnTo>
                    <a:pt x="744" y="610"/>
                  </a:lnTo>
                  <a:lnTo>
                    <a:pt x="742" y="608"/>
                  </a:lnTo>
                  <a:lnTo>
                    <a:pt x="742" y="610"/>
                  </a:lnTo>
                  <a:lnTo>
                    <a:pt x="742" y="612"/>
                  </a:lnTo>
                  <a:lnTo>
                    <a:pt x="742" y="612"/>
                  </a:lnTo>
                  <a:lnTo>
                    <a:pt x="755" y="619"/>
                  </a:lnTo>
                  <a:lnTo>
                    <a:pt x="762" y="621"/>
                  </a:lnTo>
                  <a:lnTo>
                    <a:pt x="771" y="619"/>
                  </a:lnTo>
                  <a:lnTo>
                    <a:pt x="771" y="619"/>
                  </a:lnTo>
                  <a:lnTo>
                    <a:pt x="773" y="617"/>
                  </a:lnTo>
                  <a:lnTo>
                    <a:pt x="773" y="616"/>
                  </a:lnTo>
                  <a:lnTo>
                    <a:pt x="776" y="612"/>
                  </a:lnTo>
                  <a:lnTo>
                    <a:pt x="776" y="612"/>
                  </a:lnTo>
                  <a:lnTo>
                    <a:pt x="780" y="608"/>
                  </a:lnTo>
                  <a:lnTo>
                    <a:pt x="786" y="608"/>
                  </a:lnTo>
                  <a:lnTo>
                    <a:pt x="795" y="612"/>
                  </a:lnTo>
                  <a:lnTo>
                    <a:pt x="795" y="612"/>
                  </a:lnTo>
                  <a:lnTo>
                    <a:pt x="796" y="610"/>
                  </a:lnTo>
                  <a:lnTo>
                    <a:pt x="798" y="607"/>
                  </a:lnTo>
                  <a:lnTo>
                    <a:pt x="798" y="607"/>
                  </a:lnTo>
                  <a:lnTo>
                    <a:pt x="793" y="605"/>
                  </a:lnTo>
                  <a:lnTo>
                    <a:pt x="787" y="603"/>
                  </a:lnTo>
                  <a:lnTo>
                    <a:pt x="787" y="603"/>
                  </a:lnTo>
                  <a:lnTo>
                    <a:pt x="789" y="601"/>
                  </a:lnTo>
                  <a:lnTo>
                    <a:pt x="791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5" y="596"/>
                  </a:lnTo>
                  <a:lnTo>
                    <a:pt x="795" y="596"/>
                  </a:lnTo>
                  <a:lnTo>
                    <a:pt x="798" y="605"/>
                  </a:lnTo>
                  <a:lnTo>
                    <a:pt x="798" y="605"/>
                  </a:lnTo>
                  <a:lnTo>
                    <a:pt x="802" y="605"/>
                  </a:lnTo>
                  <a:lnTo>
                    <a:pt x="804" y="603"/>
                  </a:lnTo>
                  <a:lnTo>
                    <a:pt x="807" y="599"/>
                  </a:lnTo>
                  <a:lnTo>
                    <a:pt x="813" y="610"/>
                  </a:lnTo>
                  <a:lnTo>
                    <a:pt x="822" y="607"/>
                  </a:lnTo>
                  <a:lnTo>
                    <a:pt x="822" y="607"/>
                  </a:lnTo>
                  <a:lnTo>
                    <a:pt x="824" y="610"/>
                  </a:lnTo>
                  <a:lnTo>
                    <a:pt x="824" y="614"/>
                  </a:lnTo>
                  <a:lnTo>
                    <a:pt x="824" y="617"/>
                  </a:lnTo>
                  <a:lnTo>
                    <a:pt x="824" y="619"/>
                  </a:lnTo>
                  <a:lnTo>
                    <a:pt x="829" y="619"/>
                  </a:lnTo>
                  <a:lnTo>
                    <a:pt x="829" y="619"/>
                  </a:lnTo>
                  <a:lnTo>
                    <a:pt x="831" y="625"/>
                  </a:lnTo>
                  <a:lnTo>
                    <a:pt x="831" y="630"/>
                  </a:lnTo>
                  <a:lnTo>
                    <a:pt x="831" y="630"/>
                  </a:lnTo>
                  <a:lnTo>
                    <a:pt x="837" y="627"/>
                  </a:lnTo>
                  <a:lnTo>
                    <a:pt x="837" y="627"/>
                  </a:lnTo>
                  <a:lnTo>
                    <a:pt x="840" y="634"/>
                  </a:lnTo>
                  <a:lnTo>
                    <a:pt x="840" y="634"/>
                  </a:lnTo>
                  <a:lnTo>
                    <a:pt x="842" y="630"/>
                  </a:lnTo>
                  <a:lnTo>
                    <a:pt x="842" y="628"/>
                  </a:lnTo>
                  <a:lnTo>
                    <a:pt x="842" y="627"/>
                  </a:lnTo>
                  <a:lnTo>
                    <a:pt x="842" y="627"/>
                  </a:lnTo>
                  <a:lnTo>
                    <a:pt x="844" y="628"/>
                  </a:lnTo>
                  <a:lnTo>
                    <a:pt x="849" y="630"/>
                  </a:lnTo>
                  <a:lnTo>
                    <a:pt x="849" y="630"/>
                  </a:lnTo>
                  <a:lnTo>
                    <a:pt x="849" y="637"/>
                  </a:lnTo>
                  <a:lnTo>
                    <a:pt x="849" y="637"/>
                  </a:lnTo>
                  <a:lnTo>
                    <a:pt x="840" y="637"/>
                  </a:lnTo>
                  <a:lnTo>
                    <a:pt x="840" y="641"/>
                  </a:lnTo>
                  <a:lnTo>
                    <a:pt x="840" y="641"/>
                  </a:lnTo>
                  <a:lnTo>
                    <a:pt x="846" y="645"/>
                  </a:lnTo>
                  <a:lnTo>
                    <a:pt x="849" y="647"/>
                  </a:lnTo>
                  <a:lnTo>
                    <a:pt x="849" y="647"/>
                  </a:lnTo>
                  <a:lnTo>
                    <a:pt x="860" y="645"/>
                  </a:lnTo>
                  <a:lnTo>
                    <a:pt x="871" y="645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80" y="643"/>
                  </a:lnTo>
                  <a:lnTo>
                    <a:pt x="893" y="647"/>
                  </a:lnTo>
                  <a:lnTo>
                    <a:pt x="893" y="647"/>
                  </a:lnTo>
                  <a:lnTo>
                    <a:pt x="893" y="643"/>
                  </a:lnTo>
                  <a:lnTo>
                    <a:pt x="893" y="641"/>
                  </a:lnTo>
                  <a:lnTo>
                    <a:pt x="895" y="641"/>
                  </a:lnTo>
                  <a:lnTo>
                    <a:pt x="900" y="647"/>
                  </a:lnTo>
                  <a:lnTo>
                    <a:pt x="900" y="647"/>
                  </a:lnTo>
                  <a:lnTo>
                    <a:pt x="904" y="647"/>
                  </a:lnTo>
                  <a:lnTo>
                    <a:pt x="908" y="645"/>
                  </a:lnTo>
                  <a:lnTo>
                    <a:pt x="909" y="645"/>
                  </a:lnTo>
                  <a:lnTo>
                    <a:pt x="913" y="645"/>
                  </a:lnTo>
                  <a:lnTo>
                    <a:pt x="915" y="648"/>
                  </a:lnTo>
                  <a:lnTo>
                    <a:pt x="915" y="648"/>
                  </a:lnTo>
                  <a:lnTo>
                    <a:pt x="926" y="650"/>
                  </a:lnTo>
                  <a:lnTo>
                    <a:pt x="935" y="652"/>
                  </a:lnTo>
                  <a:lnTo>
                    <a:pt x="935" y="652"/>
                  </a:lnTo>
                  <a:lnTo>
                    <a:pt x="935" y="645"/>
                  </a:lnTo>
                  <a:lnTo>
                    <a:pt x="935" y="639"/>
                  </a:lnTo>
                  <a:lnTo>
                    <a:pt x="935" y="639"/>
                  </a:lnTo>
                  <a:lnTo>
                    <a:pt x="928" y="639"/>
                  </a:lnTo>
                  <a:lnTo>
                    <a:pt x="922" y="639"/>
                  </a:lnTo>
                  <a:lnTo>
                    <a:pt x="922" y="639"/>
                  </a:lnTo>
                  <a:lnTo>
                    <a:pt x="920" y="634"/>
                  </a:lnTo>
                  <a:lnTo>
                    <a:pt x="917" y="630"/>
                  </a:lnTo>
                  <a:lnTo>
                    <a:pt x="917" y="630"/>
                  </a:lnTo>
                  <a:lnTo>
                    <a:pt x="911" y="628"/>
                  </a:lnTo>
                  <a:lnTo>
                    <a:pt x="906" y="630"/>
                  </a:lnTo>
                  <a:lnTo>
                    <a:pt x="906" y="630"/>
                  </a:lnTo>
                  <a:lnTo>
                    <a:pt x="886" y="617"/>
                  </a:lnTo>
                  <a:lnTo>
                    <a:pt x="886" y="617"/>
                  </a:lnTo>
                  <a:lnTo>
                    <a:pt x="884" y="616"/>
                  </a:lnTo>
                  <a:lnTo>
                    <a:pt x="884" y="612"/>
                  </a:lnTo>
                  <a:lnTo>
                    <a:pt x="884" y="610"/>
                  </a:lnTo>
                  <a:lnTo>
                    <a:pt x="884" y="607"/>
                  </a:lnTo>
                  <a:lnTo>
                    <a:pt x="884" y="607"/>
                  </a:lnTo>
                  <a:lnTo>
                    <a:pt x="899" y="612"/>
                  </a:lnTo>
                  <a:lnTo>
                    <a:pt x="902" y="612"/>
                  </a:lnTo>
                  <a:lnTo>
                    <a:pt x="902" y="612"/>
                  </a:lnTo>
                  <a:lnTo>
                    <a:pt x="902" y="614"/>
                  </a:lnTo>
                  <a:lnTo>
                    <a:pt x="902" y="614"/>
                  </a:lnTo>
                  <a:lnTo>
                    <a:pt x="906" y="614"/>
                  </a:lnTo>
                  <a:lnTo>
                    <a:pt x="906" y="614"/>
                  </a:lnTo>
                  <a:lnTo>
                    <a:pt x="906" y="612"/>
                  </a:lnTo>
                  <a:lnTo>
                    <a:pt x="906" y="610"/>
                  </a:lnTo>
                  <a:lnTo>
                    <a:pt x="906" y="608"/>
                  </a:lnTo>
                  <a:lnTo>
                    <a:pt x="909" y="607"/>
                  </a:lnTo>
                  <a:lnTo>
                    <a:pt x="909" y="607"/>
                  </a:lnTo>
                  <a:lnTo>
                    <a:pt x="915" y="614"/>
                  </a:lnTo>
                  <a:lnTo>
                    <a:pt x="915" y="614"/>
                  </a:lnTo>
                  <a:lnTo>
                    <a:pt x="928" y="614"/>
                  </a:lnTo>
                  <a:lnTo>
                    <a:pt x="935" y="614"/>
                  </a:lnTo>
                  <a:lnTo>
                    <a:pt x="940" y="614"/>
                  </a:lnTo>
                  <a:lnTo>
                    <a:pt x="940" y="614"/>
                  </a:lnTo>
                  <a:lnTo>
                    <a:pt x="942" y="619"/>
                  </a:lnTo>
                  <a:lnTo>
                    <a:pt x="942" y="623"/>
                  </a:lnTo>
                  <a:lnTo>
                    <a:pt x="944" y="625"/>
                  </a:lnTo>
                  <a:lnTo>
                    <a:pt x="944" y="625"/>
                  </a:lnTo>
                  <a:lnTo>
                    <a:pt x="948" y="625"/>
                  </a:lnTo>
                  <a:lnTo>
                    <a:pt x="951" y="625"/>
                  </a:lnTo>
                  <a:lnTo>
                    <a:pt x="951" y="625"/>
                  </a:lnTo>
                  <a:lnTo>
                    <a:pt x="937" y="612"/>
                  </a:lnTo>
                  <a:lnTo>
                    <a:pt x="937" y="612"/>
                  </a:lnTo>
                  <a:lnTo>
                    <a:pt x="944" y="608"/>
                  </a:lnTo>
                  <a:lnTo>
                    <a:pt x="946" y="607"/>
                  </a:lnTo>
                  <a:lnTo>
                    <a:pt x="944" y="607"/>
                  </a:lnTo>
                  <a:lnTo>
                    <a:pt x="944" y="607"/>
                  </a:lnTo>
                  <a:lnTo>
                    <a:pt x="944" y="599"/>
                  </a:lnTo>
                  <a:lnTo>
                    <a:pt x="944" y="599"/>
                  </a:lnTo>
                  <a:lnTo>
                    <a:pt x="946" y="599"/>
                  </a:lnTo>
                  <a:lnTo>
                    <a:pt x="948" y="601"/>
                  </a:lnTo>
                  <a:lnTo>
                    <a:pt x="950" y="601"/>
                  </a:lnTo>
                  <a:lnTo>
                    <a:pt x="951" y="599"/>
                  </a:lnTo>
                  <a:lnTo>
                    <a:pt x="951" y="596"/>
                  </a:lnTo>
                  <a:lnTo>
                    <a:pt x="951" y="596"/>
                  </a:lnTo>
                  <a:lnTo>
                    <a:pt x="948" y="592"/>
                  </a:lnTo>
                  <a:lnTo>
                    <a:pt x="948" y="585"/>
                  </a:lnTo>
                  <a:lnTo>
                    <a:pt x="948" y="585"/>
                  </a:lnTo>
                  <a:lnTo>
                    <a:pt x="944" y="586"/>
                  </a:lnTo>
                  <a:lnTo>
                    <a:pt x="942" y="586"/>
                  </a:lnTo>
                  <a:lnTo>
                    <a:pt x="940" y="590"/>
                  </a:lnTo>
                  <a:lnTo>
                    <a:pt x="915" y="570"/>
                  </a:lnTo>
                  <a:lnTo>
                    <a:pt x="915" y="570"/>
                  </a:lnTo>
                  <a:lnTo>
                    <a:pt x="915" y="568"/>
                  </a:lnTo>
                  <a:lnTo>
                    <a:pt x="915" y="565"/>
                  </a:lnTo>
                  <a:lnTo>
                    <a:pt x="913" y="561"/>
                  </a:lnTo>
                  <a:lnTo>
                    <a:pt x="913" y="559"/>
                  </a:lnTo>
                  <a:lnTo>
                    <a:pt x="913" y="559"/>
                  </a:lnTo>
                  <a:lnTo>
                    <a:pt x="909" y="557"/>
                  </a:lnTo>
                  <a:lnTo>
                    <a:pt x="906" y="559"/>
                  </a:lnTo>
                  <a:lnTo>
                    <a:pt x="906" y="559"/>
                  </a:lnTo>
                  <a:lnTo>
                    <a:pt x="902" y="556"/>
                  </a:lnTo>
                  <a:lnTo>
                    <a:pt x="900" y="552"/>
                  </a:lnTo>
                  <a:lnTo>
                    <a:pt x="900" y="546"/>
                  </a:lnTo>
                  <a:lnTo>
                    <a:pt x="902" y="546"/>
                  </a:lnTo>
                  <a:lnTo>
                    <a:pt x="906" y="546"/>
                  </a:lnTo>
                  <a:lnTo>
                    <a:pt x="906" y="546"/>
                  </a:lnTo>
                  <a:lnTo>
                    <a:pt x="906" y="548"/>
                  </a:lnTo>
                  <a:lnTo>
                    <a:pt x="908" y="550"/>
                  </a:lnTo>
                  <a:lnTo>
                    <a:pt x="909" y="552"/>
                  </a:lnTo>
                  <a:lnTo>
                    <a:pt x="909" y="552"/>
                  </a:lnTo>
                  <a:lnTo>
                    <a:pt x="906" y="539"/>
                  </a:lnTo>
                  <a:lnTo>
                    <a:pt x="906" y="532"/>
                  </a:lnTo>
                  <a:lnTo>
                    <a:pt x="906" y="532"/>
                  </a:lnTo>
                  <a:lnTo>
                    <a:pt x="908" y="532"/>
                  </a:lnTo>
                  <a:lnTo>
                    <a:pt x="908" y="532"/>
                  </a:lnTo>
                  <a:lnTo>
                    <a:pt x="909" y="535"/>
                  </a:lnTo>
                  <a:lnTo>
                    <a:pt x="913" y="541"/>
                  </a:lnTo>
                  <a:lnTo>
                    <a:pt x="913" y="541"/>
                  </a:lnTo>
                  <a:lnTo>
                    <a:pt x="913" y="537"/>
                  </a:lnTo>
                  <a:lnTo>
                    <a:pt x="913" y="534"/>
                  </a:lnTo>
                  <a:lnTo>
                    <a:pt x="913" y="534"/>
                  </a:lnTo>
                  <a:lnTo>
                    <a:pt x="917" y="532"/>
                  </a:lnTo>
                  <a:lnTo>
                    <a:pt x="920" y="530"/>
                  </a:lnTo>
                  <a:lnTo>
                    <a:pt x="920" y="530"/>
                  </a:lnTo>
                  <a:lnTo>
                    <a:pt x="922" y="537"/>
                  </a:lnTo>
                  <a:lnTo>
                    <a:pt x="926" y="545"/>
                  </a:lnTo>
                  <a:lnTo>
                    <a:pt x="931" y="550"/>
                  </a:lnTo>
                  <a:lnTo>
                    <a:pt x="935" y="550"/>
                  </a:lnTo>
                  <a:lnTo>
                    <a:pt x="940" y="552"/>
                  </a:lnTo>
                  <a:lnTo>
                    <a:pt x="940" y="552"/>
                  </a:lnTo>
                  <a:lnTo>
                    <a:pt x="942" y="550"/>
                  </a:lnTo>
                  <a:lnTo>
                    <a:pt x="944" y="548"/>
                  </a:lnTo>
                  <a:lnTo>
                    <a:pt x="948" y="548"/>
                  </a:lnTo>
                  <a:lnTo>
                    <a:pt x="942" y="556"/>
                  </a:lnTo>
                  <a:lnTo>
                    <a:pt x="942" y="556"/>
                  </a:lnTo>
                  <a:lnTo>
                    <a:pt x="948" y="557"/>
                  </a:lnTo>
                  <a:lnTo>
                    <a:pt x="955" y="559"/>
                  </a:lnTo>
                  <a:lnTo>
                    <a:pt x="955" y="559"/>
                  </a:lnTo>
                  <a:lnTo>
                    <a:pt x="953" y="561"/>
                  </a:lnTo>
                  <a:lnTo>
                    <a:pt x="953" y="563"/>
                  </a:lnTo>
                  <a:lnTo>
                    <a:pt x="953" y="566"/>
                  </a:lnTo>
                  <a:lnTo>
                    <a:pt x="955" y="566"/>
                  </a:lnTo>
                  <a:lnTo>
                    <a:pt x="955" y="566"/>
                  </a:lnTo>
                  <a:lnTo>
                    <a:pt x="959" y="565"/>
                  </a:lnTo>
                  <a:lnTo>
                    <a:pt x="964" y="563"/>
                  </a:lnTo>
                  <a:lnTo>
                    <a:pt x="964" y="563"/>
                  </a:lnTo>
                  <a:lnTo>
                    <a:pt x="959" y="566"/>
                  </a:lnTo>
                  <a:lnTo>
                    <a:pt x="959" y="568"/>
                  </a:lnTo>
                  <a:lnTo>
                    <a:pt x="959" y="570"/>
                  </a:lnTo>
                  <a:lnTo>
                    <a:pt x="960" y="572"/>
                  </a:lnTo>
                  <a:lnTo>
                    <a:pt x="970" y="576"/>
                  </a:lnTo>
                  <a:lnTo>
                    <a:pt x="979" y="577"/>
                  </a:lnTo>
                  <a:lnTo>
                    <a:pt x="979" y="577"/>
                  </a:lnTo>
                  <a:lnTo>
                    <a:pt x="979" y="566"/>
                  </a:lnTo>
                  <a:lnTo>
                    <a:pt x="979" y="561"/>
                  </a:lnTo>
                  <a:lnTo>
                    <a:pt x="977" y="554"/>
                  </a:lnTo>
                  <a:lnTo>
                    <a:pt x="977" y="554"/>
                  </a:lnTo>
                  <a:lnTo>
                    <a:pt x="979" y="556"/>
                  </a:lnTo>
                  <a:lnTo>
                    <a:pt x="979" y="559"/>
                  </a:lnTo>
                  <a:lnTo>
                    <a:pt x="979" y="559"/>
                  </a:lnTo>
                  <a:lnTo>
                    <a:pt x="984" y="557"/>
                  </a:lnTo>
                  <a:lnTo>
                    <a:pt x="991" y="559"/>
                  </a:lnTo>
                  <a:lnTo>
                    <a:pt x="991" y="559"/>
                  </a:lnTo>
                  <a:lnTo>
                    <a:pt x="988" y="554"/>
                  </a:lnTo>
                  <a:lnTo>
                    <a:pt x="988" y="550"/>
                  </a:lnTo>
                  <a:lnTo>
                    <a:pt x="991" y="539"/>
                  </a:lnTo>
                  <a:lnTo>
                    <a:pt x="991" y="539"/>
                  </a:lnTo>
                  <a:close/>
                  <a:moveTo>
                    <a:pt x="399" y="106"/>
                  </a:moveTo>
                  <a:lnTo>
                    <a:pt x="399" y="106"/>
                  </a:lnTo>
                  <a:lnTo>
                    <a:pt x="399" y="111"/>
                  </a:lnTo>
                  <a:lnTo>
                    <a:pt x="399" y="115"/>
                  </a:lnTo>
                  <a:lnTo>
                    <a:pt x="401" y="118"/>
                  </a:lnTo>
                  <a:lnTo>
                    <a:pt x="401" y="120"/>
                  </a:lnTo>
                  <a:lnTo>
                    <a:pt x="401" y="120"/>
                  </a:lnTo>
                  <a:lnTo>
                    <a:pt x="410" y="124"/>
                  </a:lnTo>
                  <a:lnTo>
                    <a:pt x="414" y="126"/>
                  </a:lnTo>
                  <a:lnTo>
                    <a:pt x="412" y="124"/>
                  </a:lnTo>
                  <a:lnTo>
                    <a:pt x="412" y="124"/>
                  </a:lnTo>
                  <a:lnTo>
                    <a:pt x="407" y="109"/>
                  </a:lnTo>
                  <a:lnTo>
                    <a:pt x="407" y="109"/>
                  </a:lnTo>
                  <a:lnTo>
                    <a:pt x="403" y="107"/>
                  </a:lnTo>
                  <a:lnTo>
                    <a:pt x="399" y="106"/>
                  </a:lnTo>
                  <a:lnTo>
                    <a:pt x="39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8" name="Freeform 311">
              <a:extLst>
                <a:ext uri="{FF2B5EF4-FFF2-40B4-BE49-F238E27FC236}">
                  <a16:creationId xmlns:a16="http://schemas.microsoft.com/office/drawing/2014/main" id="{5675F8E8-B2C6-4B7C-B3E2-357A661E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373" y="1507028"/>
              <a:ext cx="2028751" cy="1259071"/>
            </a:xfrm>
            <a:custGeom>
              <a:avLst/>
              <a:gdLst>
                <a:gd name="T0" fmla="*/ 898 w 1368"/>
                <a:gd name="T1" fmla="*/ 712 h 849"/>
                <a:gd name="T2" fmla="*/ 982 w 1368"/>
                <a:gd name="T3" fmla="*/ 783 h 849"/>
                <a:gd name="T4" fmla="*/ 934 w 1368"/>
                <a:gd name="T5" fmla="*/ 843 h 849"/>
                <a:gd name="T6" fmla="*/ 1024 w 1368"/>
                <a:gd name="T7" fmla="*/ 810 h 849"/>
                <a:gd name="T8" fmla="*/ 1124 w 1368"/>
                <a:gd name="T9" fmla="*/ 767 h 849"/>
                <a:gd name="T10" fmla="*/ 1178 w 1368"/>
                <a:gd name="T11" fmla="*/ 767 h 849"/>
                <a:gd name="T12" fmla="*/ 1226 w 1368"/>
                <a:gd name="T13" fmla="*/ 765 h 849"/>
                <a:gd name="T14" fmla="*/ 1211 w 1368"/>
                <a:gd name="T15" fmla="*/ 820 h 849"/>
                <a:gd name="T16" fmla="*/ 1270 w 1368"/>
                <a:gd name="T17" fmla="*/ 778 h 849"/>
                <a:gd name="T18" fmla="*/ 1226 w 1368"/>
                <a:gd name="T19" fmla="*/ 739 h 849"/>
                <a:gd name="T20" fmla="*/ 1219 w 1368"/>
                <a:gd name="T21" fmla="*/ 712 h 849"/>
                <a:gd name="T22" fmla="*/ 1131 w 1368"/>
                <a:gd name="T23" fmla="*/ 734 h 849"/>
                <a:gd name="T24" fmla="*/ 1186 w 1368"/>
                <a:gd name="T25" fmla="*/ 663 h 849"/>
                <a:gd name="T26" fmla="*/ 1288 w 1368"/>
                <a:gd name="T27" fmla="*/ 654 h 849"/>
                <a:gd name="T28" fmla="*/ 1364 w 1368"/>
                <a:gd name="T29" fmla="*/ 577 h 849"/>
                <a:gd name="T30" fmla="*/ 1313 w 1368"/>
                <a:gd name="T31" fmla="*/ 574 h 849"/>
                <a:gd name="T32" fmla="*/ 1291 w 1368"/>
                <a:gd name="T33" fmla="*/ 541 h 849"/>
                <a:gd name="T34" fmla="*/ 1264 w 1368"/>
                <a:gd name="T35" fmla="*/ 473 h 849"/>
                <a:gd name="T36" fmla="*/ 1231 w 1368"/>
                <a:gd name="T37" fmla="*/ 399 h 849"/>
                <a:gd name="T38" fmla="*/ 1164 w 1368"/>
                <a:gd name="T39" fmla="*/ 444 h 849"/>
                <a:gd name="T40" fmla="*/ 1133 w 1368"/>
                <a:gd name="T41" fmla="*/ 377 h 849"/>
                <a:gd name="T42" fmla="*/ 1042 w 1368"/>
                <a:gd name="T43" fmla="*/ 353 h 849"/>
                <a:gd name="T44" fmla="*/ 1020 w 1368"/>
                <a:gd name="T45" fmla="*/ 408 h 849"/>
                <a:gd name="T46" fmla="*/ 1027 w 1368"/>
                <a:gd name="T47" fmla="*/ 481 h 849"/>
                <a:gd name="T48" fmla="*/ 982 w 1368"/>
                <a:gd name="T49" fmla="*/ 630 h 849"/>
                <a:gd name="T50" fmla="*/ 942 w 1368"/>
                <a:gd name="T51" fmla="*/ 552 h 849"/>
                <a:gd name="T52" fmla="*/ 836 w 1368"/>
                <a:gd name="T53" fmla="*/ 494 h 849"/>
                <a:gd name="T54" fmla="*/ 743 w 1368"/>
                <a:gd name="T55" fmla="*/ 393 h 849"/>
                <a:gd name="T56" fmla="*/ 781 w 1368"/>
                <a:gd name="T57" fmla="*/ 348 h 849"/>
                <a:gd name="T58" fmla="*/ 827 w 1368"/>
                <a:gd name="T59" fmla="*/ 300 h 849"/>
                <a:gd name="T60" fmla="*/ 825 w 1368"/>
                <a:gd name="T61" fmla="*/ 266 h 849"/>
                <a:gd name="T62" fmla="*/ 912 w 1368"/>
                <a:gd name="T63" fmla="*/ 248 h 849"/>
                <a:gd name="T64" fmla="*/ 947 w 1368"/>
                <a:gd name="T65" fmla="*/ 189 h 849"/>
                <a:gd name="T66" fmla="*/ 938 w 1368"/>
                <a:gd name="T67" fmla="*/ 136 h 849"/>
                <a:gd name="T68" fmla="*/ 852 w 1368"/>
                <a:gd name="T69" fmla="*/ 206 h 849"/>
                <a:gd name="T70" fmla="*/ 818 w 1368"/>
                <a:gd name="T71" fmla="*/ 187 h 849"/>
                <a:gd name="T72" fmla="*/ 789 w 1368"/>
                <a:gd name="T73" fmla="*/ 115 h 849"/>
                <a:gd name="T74" fmla="*/ 747 w 1368"/>
                <a:gd name="T75" fmla="*/ 78 h 849"/>
                <a:gd name="T76" fmla="*/ 772 w 1368"/>
                <a:gd name="T77" fmla="*/ 0 h 849"/>
                <a:gd name="T78" fmla="*/ 738 w 1368"/>
                <a:gd name="T79" fmla="*/ 85 h 849"/>
                <a:gd name="T80" fmla="*/ 732 w 1368"/>
                <a:gd name="T81" fmla="*/ 136 h 849"/>
                <a:gd name="T82" fmla="*/ 761 w 1368"/>
                <a:gd name="T83" fmla="*/ 173 h 849"/>
                <a:gd name="T84" fmla="*/ 705 w 1368"/>
                <a:gd name="T85" fmla="*/ 191 h 849"/>
                <a:gd name="T86" fmla="*/ 603 w 1368"/>
                <a:gd name="T87" fmla="*/ 187 h 849"/>
                <a:gd name="T88" fmla="*/ 524 w 1368"/>
                <a:gd name="T89" fmla="*/ 191 h 849"/>
                <a:gd name="T90" fmla="*/ 526 w 1368"/>
                <a:gd name="T91" fmla="*/ 228 h 849"/>
                <a:gd name="T92" fmla="*/ 475 w 1368"/>
                <a:gd name="T93" fmla="*/ 198 h 849"/>
                <a:gd name="T94" fmla="*/ 397 w 1368"/>
                <a:gd name="T95" fmla="*/ 173 h 849"/>
                <a:gd name="T96" fmla="*/ 280 w 1368"/>
                <a:gd name="T97" fmla="*/ 129 h 849"/>
                <a:gd name="T98" fmla="*/ 198 w 1368"/>
                <a:gd name="T99" fmla="*/ 133 h 849"/>
                <a:gd name="T100" fmla="*/ 149 w 1368"/>
                <a:gd name="T101" fmla="*/ 142 h 849"/>
                <a:gd name="T102" fmla="*/ 123 w 1368"/>
                <a:gd name="T103" fmla="*/ 142 h 849"/>
                <a:gd name="T104" fmla="*/ 98 w 1368"/>
                <a:gd name="T105" fmla="*/ 166 h 849"/>
                <a:gd name="T106" fmla="*/ 21 w 1368"/>
                <a:gd name="T107" fmla="*/ 386 h 849"/>
                <a:gd name="T108" fmla="*/ 85 w 1368"/>
                <a:gd name="T109" fmla="*/ 413 h 849"/>
                <a:gd name="T110" fmla="*/ 171 w 1368"/>
                <a:gd name="T111" fmla="*/ 490 h 849"/>
                <a:gd name="T112" fmla="*/ 198 w 1368"/>
                <a:gd name="T113" fmla="*/ 545 h 849"/>
                <a:gd name="T114" fmla="*/ 205 w 1368"/>
                <a:gd name="T115" fmla="*/ 588 h 849"/>
                <a:gd name="T116" fmla="*/ 224 w 1368"/>
                <a:gd name="T117" fmla="*/ 667 h 849"/>
                <a:gd name="T118" fmla="*/ 300 w 1368"/>
                <a:gd name="T119" fmla="*/ 690 h 849"/>
                <a:gd name="T120" fmla="*/ 298 w 1368"/>
                <a:gd name="T121" fmla="*/ 667 h 849"/>
                <a:gd name="T122" fmla="*/ 778 w 1368"/>
                <a:gd name="T123" fmla="*/ 696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8" h="849"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9" name="Freeform 312">
              <a:extLst>
                <a:ext uri="{FF2B5EF4-FFF2-40B4-BE49-F238E27FC236}">
                  <a16:creationId xmlns:a16="http://schemas.microsoft.com/office/drawing/2014/main" id="{E7ABC329-98CE-41A8-B1A0-828A4C73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475" y="1760621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8 w 10"/>
                <a:gd name="T5" fmla="*/ 6 h 9"/>
                <a:gd name="T6" fmla="*/ 10 w 10"/>
                <a:gd name="T7" fmla="*/ 7 h 9"/>
                <a:gd name="T8" fmla="*/ 8 w 10"/>
                <a:gd name="T9" fmla="*/ 9 h 9"/>
                <a:gd name="T10" fmla="*/ 2 w 10"/>
                <a:gd name="T11" fmla="*/ 7 h 9"/>
                <a:gd name="T12" fmla="*/ 2 w 10"/>
                <a:gd name="T13" fmla="*/ 7 h 9"/>
                <a:gd name="T14" fmla="*/ 0 w 10"/>
                <a:gd name="T15" fmla="*/ 4 h 9"/>
                <a:gd name="T16" fmla="*/ 0 w 10"/>
                <a:gd name="T17" fmla="*/ 0 h 9"/>
                <a:gd name="T18" fmla="*/ 2 w 10"/>
                <a:gd name="T19" fmla="*/ 0 h 9"/>
                <a:gd name="T20" fmla="*/ 2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0" name="Freeform 313">
              <a:extLst>
                <a:ext uri="{FF2B5EF4-FFF2-40B4-BE49-F238E27FC236}">
                  <a16:creationId xmlns:a16="http://schemas.microsoft.com/office/drawing/2014/main" id="{DD405396-8784-47A9-AF59-C59B7745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1263815"/>
              <a:ext cx="29660" cy="19280"/>
            </a:xfrm>
            <a:custGeom>
              <a:avLst/>
              <a:gdLst>
                <a:gd name="T0" fmla="*/ 0 w 20"/>
                <a:gd name="T1" fmla="*/ 0 h 13"/>
                <a:gd name="T2" fmla="*/ 0 w 20"/>
                <a:gd name="T3" fmla="*/ 0 h 13"/>
                <a:gd name="T4" fmla="*/ 0 w 20"/>
                <a:gd name="T5" fmla="*/ 9 h 13"/>
                <a:gd name="T6" fmla="*/ 0 w 20"/>
                <a:gd name="T7" fmla="*/ 9 h 13"/>
                <a:gd name="T8" fmla="*/ 7 w 20"/>
                <a:gd name="T9" fmla="*/ 11 h 13"/>
                <a:gd name="T10" fmla="*/ 13 w 20"/>
                <a:gd name="T11" fmla="*/ 13 h 13"/>
                <a:gd name="T12" fmla="*/ 16 w 20"/>
                <a:gd name="T13" fmla="*/ 13 h 13"/>
                <a:gd name="T14" fmla="*/ 16 w 20"/>
                <a:gd name="T15" fmla="*/ 13 h 13"/>
                <a:gd name="T16" fmla="*/ 16 w 20"/>
                <a:gd name="T17" fmla="*/ 7 h 13"/>
                <a:gd name="T18" fmla="*/ 18 w 20"/>
                <a:gd name="T19" fmla="*/ 5 h 13"/>
                <a:gd name="T20" fmla="*/ 20 w 20"/>
                <a:gd name="T21" fmla="*/ 5 h 13"/>
                <a:gd name="T22" fmla="*/ 20 w 20"/>
                <a:gd name="T23" fmla="*/ 2 h 13"/>
                <a:gd name="T24" fmla="*/ 20 w 20"/>
                <a:gd name="T25" fmla="*/ 2 h 13"/>
                <a:gd name="T26" fmla="*/ 0 w 20"/>
                <a:gd name="T27" fmla="*/ 0 h 13"/>
                <a:gd name="T28" fmla="*/ 0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7" y="11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1" name="Freeform 314">
              <a:extLst>
                <a:ext uri="{FF2B5EF4-FFF2-40B4-BE49-F238E27FC236}">
                  <a16:creationId xmlns:a16="http://schemas.microsoft.com/office/drawing/2014/main" id="{9E8E3A2F-0C19-40B7-9194-5C4C25A2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96" y="1149623"/>
              <a:ext cx="37076" cy="16314"/>
            </a:xfrm>
            <a:custGeom>
              <a:avLst/>
              <a:gdLst>
                <a:gd name="T0" fmla="*/ 21 w 25"/>
                <a:gd name="T1" fmla="*/ 0 h 11"/>
                <a:gd name="T2" fmla="*/ 21 w 25"/>
                <a:gd name="T3" fmla="*/ 0 h 11"/>
                <a:gd name="T4" fmla="*/ 25 w 25"/>
                <a:gd name="T5" fmla="*/ 0 h 11"/>
                <a:gd name="T6" fmla="*/ 25 w 25"/>
                <a:gd name="T7" fmla="*/ 0 h 11"/>
                <a:gd name="T8" fmla="*/ 23 w 25"/>
                <a:gd name="T9" fmla="*/ 2 h 11"/>
                <a:gd name="T10" fmla="*/ 23 w 25"/>
                <a:gd name="T11" fmla="*/ 2 h 11"/>
                <a:gd name="T12" fmla="*/ 25 w 25"/>
                <a:gd name="T13" fmla="*/ 4 h 11"/>
                <a:gd name="T14" fmla="*/ 25 w 25"/>
                <a:gd name="T15" fmla="*/ 4 h 11"/>
                <a:gd name="T16" fmla="*/ 20 w 25"/>
                <a:gd name="T17" fmla="*/ 8 h 11"/>
                <a:gd name="T18" fmla="*/ 14 w 25"/>
                <a:gd name="T19" fmla="*/ 11 h 11"/>
                <a:gd name="T20" fmla="*/ 14 w 25"/>
                <a:gd name="T21" fmla="*/ 11 h 11"/>
                <a:gd name="T22" fmla="*/ 10 w 25"/>
                <a:gd name="T23" fmla="*/ 11 h 11"/>
                <a:gd name="T24" fmla="*/ 5 w 25"/>
                <a:gd name="T25" fmla="*/ 9 h 11"/>
                <a:gd name="T26" fmla="*/ 0 w 25"/>
                <a:gd name="T27" fmla="*/ 8 h 11"/>
                <a:gd name="T28" fmla="*/ 0 w 25"/>
                <a:gd name="T29" fmla="*/ 8 h 11"/>
                <a:gd name="T30" fmla="*/ 20 w 25"/>
                <a:gd name="T31" fmla="*/ 6 h 11"/>
                <a:gd name="T32" fmla="*/ 20 w 25"/>
                <a:gd name="T33" fmla="*/ 6 h 11"/>
                <a:gd name="T34" fmla="*/ 20 w 25"/>
                <a:gd name="T35" fmla="*/ 2 h 11"/>
                <a:gd name="T36" fmla="*/ 21 w 25"/>
                <a:gd name="T37" fmla="*/ 0 h 11"/>
                <a:gd name="T38" fmla="*/ 21 w 25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1">
                  <a:moveTo>
                    <a:pt x="21" y="0"/>
                  </a:moveTo>
                  <a:lnTo>
                    <a:pt x="21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0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0" y="11"/>
                  </a:lnTo>
                  <a:lnTo>
                    <a:pt x="5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2" name="Freeform 315">
              <a:extLst>
                <a:ext uri="{FF2B5EF4-FFF2-40B4-BE49-F238E27FC236}">
                  <a16:creationId xmlns:a16="http://schemas.microsoft.com/office/drawing/2014/main" id="{4C6A15C2-8BB9-483A-AB7B-42FFB4D16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44" y="1103651"/>
              <a:ext cx="16314" cy="8898"/>
            </a:xfrm>
            <a:custGeom>
              <a:avLst/>
              <a:gdLst>
                <a:gd name="T0" fmla="*/ 7 w 11"/>
                <a:gd name="T1" fmla="*/ 0 h 6"/>
                <a:gd name="T2" fmla="*/ 7 w 11"/>
                <a:gd name="T3" fmla="*/ 0 h 6"/>
                <a:gd name="T4" fmla="*/ 11 w 11"/>
                <a:gd name="T5" fmla="*/ 0 h 6"/>
                <a:gd name="T6" fmla="*/ 11 w 11"/>
                <a:gd name="T7" fmla="*/ 2 h 6"/>
                <a:gd name="T8" fmla="*/ 7 w 11"/>
                <a:gd name="T9" fmla="*/ 6 h 6"/>
                <a:gd name="T10" fmla="*/ 7 w 11"/>
                <a:gd name="T11" fmla="*/ 6 h 6"/>
                <a:gd name="T12" fmla="*/ 0 w 11"/>
                <a:gd name="T13" fmla="*/ 6 h 6"/>
                <a:gd name="T14" fmla="*/ 0 w 11"/>
                <a:gd name="T15" fmla="*/ 6 h 6"/>
                <a:gd name="T16" fmla="*/ 0 w 11"/>
                <a:gd name="T17" fmla="*/ 4 h 6"/>
                <a:gd name="T18" fmla="*/ 2 w 11"/>
                <a:gd name="T19" fmla="*/ 2 h 6"/>
                <a:gd name="T20" fmla="*/ 7 w 11"/>
                <a:gd name="T21" fmla="*/ 0 h 6"/>
                <a:gd name="T22" fmla="*/ 7 w 11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6">
                  <a:moveTo>
                    <a:pt x="7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3" name="Freeform 316">
              <a:extLst>
                <a:ext uri="{FF2B5EF4-FFF2-40B4-BE49-F238E27FC236}">
                  <a16:creationId xmlns:a16="http://schemas.microsoft.com/office/drawing/2014/main" id="{67F2843C-B637-44A2-A26D-59299AE3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6" y="1633083"/>
              <a:ext cx="2966" cy="8898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6 h 6"/>
                <a:gd name="T4" fmla="*/ 2 w 2"/>
                <a:gd name="T5" fmla="*/ 6 h 6"/>
                <a:gd name="T6" fmla="*/ 2 w 2"/>
                <a:gd name="T7" fmla="*/ 2 h 6"/>
                <a:gd name="T8" fmla="*/ 2 w 2"/>
                <a:gd name="T9" fmla="*/ 0 h 6"/>
                <a:gd name="T10" fmla="*/ 0 w 2"/>
                <a:gd name="T11" fmla="*/ 0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4" name="Freeform 317">
              <a:extLst>
                <a:ext uri="{FF2B5EF4-FFF2-40B4-BE49-F238E27FC236}">
                  <a16:creationId xmlns:a16="http://schemas.microsoft.com/office/drawing/2014/main" id="{3FF660DA-4C48-496E-8B78-10AA54AD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609355"/>
              <a:ext cx="4449" cy="13348"/>
            </a:xfrm>
            <a:custGeom>
              <a:avLst/>
              <a:gdLst>
                <a:gd name="T0" fmla="*/ 2 w 3"/>
                <a:gd name="T1" fmla="*/ 0 h 9"/>
                <a:gd name="T2" fmla="*/ 2 w 3"/>
                <a:gd name="T3" fmla="*/ 0 h 9"/>
                <a:gd name="T4" fmla="*/ 3 w 3"/>
                <a:gd name="T5" fmla="*/ 4 h 9"/>
                <a:gd name="T6" fmla="*/ 3 w 3"/>
                <a:gd name="T7" fmla="*/ 7 h 9"/>
                <a:gd name="T8" fmla="*/ 2 w 3"/>
                <a:gd name="T9" fmla="*/ 9 h 9"/>
                <a:gd name="T10" fmla="*/ 0 w 3"/>
                <a:gd name="T11" fmla="*/ 9 h 9"/>
                <a:gd name="T12" fmla="*/ 0 w 3"/>
                <a:gd name="T13" fmla="*/ 9 h 9"/>
                <a:gd name="T14" fmla="*/ 0 w 3"/>
                <a:gd name="T15" fmla="*/ 2 h 9"/>
                <a:gd name="T16" fmla="*/ 0 w 3"/>
                <a:gd name="T17" fmla="*/ 0 h 9"/>
                <a:gd name="T18" fmla="*/ 2 w 3"/>
                <a:gd name="T19" fmla="*/ 0 h 9"/>
                <a:gd name="T20" fmla="*/ 2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5" name="Freeform 318">
              <a:extLst>
                <a:ext uri="{FF2B5EF4-FFF2-40B4-BE49-F238E27FC236}">
                  <a16:creationId xmlns:a16="http://schemas.microsoft.com/office/drawing/2014/main" id="{0805F013-A240-41FA-9FCF-9B71873CE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2027562"/>
              <a:ext cx="10382" cy="8898"/>
            </a:xfrm>
            <a:custGeom>
              <a:avLst/>
              <a:gdLst>
                <a:gd name="T0" fmla="*/ 0 w 7"/>
                <a:gd name="T1" fmla="*/ 0 h 6"/>
                <a:gd name="T2" fmla="*/ 4 w 7"/>
                <a:gd name="T3" fmla="*/ 6 h 6"/>
                <a:gd name="T4" fmla="*/ 4 w 7"/>
                <a:gd name="T5" fmla="*/ 6 h 6"/>
                <a:gd name="T6" fmla="*/ 7 w 7"/>
                <a:gd name="T7" fmla="*/ 6 h 6"/>
                <a:gd name="T8" fmla="*/ 7 w 7"/>
                <a:gd name="T9" fmla="*/ 4 h 6"/>
                <a:gd name="T10" fmla="*/ 0 w 7"/>
                <a:gd name="T11" fmla="*/ 0 h 6"/>
                <a:gd name="T12" fmla="*/ 0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4" y="6"/>
                  </a:lnTo>
                  <a:lnTo>
                    <a:pt x="4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6" name="Freeform 319">
              <a:extLst>
                <a:ext uri="{FF2B5EF4-FFF2-40B4-BE49-F238E27FC236}">
                  <a16:creationId xmlns:a16="http://schemas.microsoft.com/office/drawing/2014/main" id="{83E7B7C0-3420-4B63-B4A7-BC27D142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571" y="1996419"/>
              <a:ext cx="22246" cy="17796"/>
            </a:xfrm>
            <a:custGeom>
              <a:avLst/>
              <a:gdLst>
                <a:gd name="T0" fmla="*/ 11 w 15"/>
                <a:gd name="T1" fmla="*/ 0 h 12"/>
                <a:gd name="T2" fmla="*/ 11 w 15"/>
                <a:gd name="T3" fmla="*/ 0 h 12"/>
                <a:gd name="T4" fmla="*/ 2 w 15"/>
                <a:gd name="T5" fmla="*/ 3 h 12"/>
                <a:gd name="T6" fmla="*/ 2 w 15"/>
                <a:gd name="T7" fmla="*/ 3 h 12"/>
                <a:gd name="T8" fmla="*/ 0 w 15"/>
                <a:gd name="T9" fmla="*/ 3 h 12"/>
                <a:gd name="T10" fmla="*/ 0 w 15"/>
                <a:gd name="T11" fmla="*/ 5 h 12"/>
                <a:gd name="T12" fmla="*/ 2 w 15"/>
                <a:gd name="T13" fmla="*/ 7 h 12"/>
                <a:gd name="T14" fmla="*/ 9 w 15"/>
                <a:gd name="T15" fmla="*/ 12 h 12"/>
                <a:gd name="T16" fmla="*/ 9 w 15"/>
                <a:gd name="T17" fmla="*/ 12 h 12"/>
                <a:gd name="T18" fmla="*/ 13 w 15"/>
                <a:gd name="T19" fmla="*/ 5 h 12"/>
                <a:gd name="T20" fmla="*/ 15 w 15"/>
                <a:gd name="T21" fmla="*/ 1 h 12"/>
                <a:gd name="T22" fmla="*/ 13 w 15"/>
                <a:gd name="T23" fmla="*/ 0 h 12"/>
                <a:gd name="T24" fmla="*/ 11 w 15"/>
                <a:gd name="T25" fmla="*/ 0 h 12"/>
                <a:gd name="T26" fmla="*/ 11 w 15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2">
                  <a:moveTo>
                    <a:pt x="11" y="0"/>
                  </a:moveTo>
                  <a:lnTo>
                    <a:pt x="11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5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7" name="Freeform 320">
              <a:extLst>
                <a:ext uri="{FF2B5EF4-FFF2-40B4-BE49-F238E27FC236}">
                  <a16:creationId xmlns:a16="http://schemas.microsoft.com/office/drawing/2014/main" id="{E208E80C-94D9-4E72-973B-E33F8FDE6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958" y="1911888"/>
              <a:ext cx="32626" cy="38558"/>
            </a:xfrm>
            <a:custGeom>
              <a:avLst/>
              <a:gdLst>
                <a:gd name="T0" fmla="*/ 4 w 22"/>
                <a:gd name="T1" fmla="*/ 0 h 26"/>
                <a:gd name="T2" fmla="*/ 4 w 22"/>
                <a:gd name="T3" fmla="*/ 0 h 26"/>
                <a:gd name="T4" fmla="*/ 9 w 22"/>
                <a:gd name="T5" fmla="*/ 2 h 26"/>
                <a:gd name="T6" fmla="*/ 14 w 22"/>
                <a:gd name="T7" fmla="*/ 6 h 26"/>
                <a:gd name="T8" fmla="*/ 18 w 22"/>
                <a:gd name="T9" fmla="*/ 9 h 26"/>
                <a:gd name="T10" fmla="*/ 20 w 22"/>
                <a:gd name="T11" fmla="*/ 15 h 26"/>
                <a:gd name="T12" fmla="*/ 22 w 22"/>
                <a:gd name="T13" fmla="*/ 18 h 26"/>
                <a:gd name="T14" fmla="*/ 22 w 22"/>
                <a:gd name="T15" fmla="*/ 24 h 26"/>
                <a:gd name="T16" fmla="*/ 20 w 22"/>
                <a:gd name="T17" fmla="*/ 26 h 26"/>
                <a:gd name="T18" fmla="*/ 18 w 22"/>
                <a:gd name="T19" fmla="*/ 26 h 26"/>
                <a:gd name="T20" fmla="*/ 18 w 22"/>
                <a:gd name="T21" fmla="*/ 26 h 26"/>
                <a:gd name="T22" fmla="*/ 0 w 22"/>
                <a:gd name="T23" fmla="*/ 22 h 26"/>
                <a:gd name="T24" fmla="*/ 0 w 22"/>
                <a:gd name="T25" fmla="*/ 22 h 26"/>
                <a:gd name="T26" fmla="*/ 4 w 22"/>
                <a:gd name="T27" fmla="*/ 18 h 26"/>
                <a:gd name="T28" fmla="*/ 4 w 22"/>
                <a:gd name="T29" fmla="*/ 15 h 26"/>
                <a:gd name="T30" fmla="*/ 4 w 22"/>
                <a:gd name="T31" fmla="*/ 7 h 26"/>
                <a:gd name="T32" fmla="*/ 0 w 22"/>
                <a:gd name="T33" fmla="*/ 4 h 26"/>
                <a:gd name="T34" fmla="*/ 0 w 22"/>
                <a:gd name="T35" fmla="*/ 2 h 26"/>
                <a:gd name="T36" fmla="*/ 4 w 22"/>
                <a:gd name="T37" fmla="*/ 0 h 26"/>
                <a:gd name="T38" fmla="*/ 4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4" y="0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14" y="6"/>
                  </a:lnTo>
                  <a:lnTo>
                    <a:pt x="18" y="9"/>
                  </a:lnTo>
                  <a:lnTo>
                    <a:pt x="20" y="15"/>
                  </a:lnTo>
                  <a:lnTo>
                    <a:pt x="22" y="18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8" name="Freeform 321">
              <a:extLst>
                <a:ext uri="{FF2B5EF4-FFF2-40B4-BE49-F238E27FC236}">
                  <a16:creationId xmlns:a16="http://schemas.microsoft.com/office/drawing/2014/main" id="{306A6938-AA5B-4A35-B174-E2C6FD649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1825873"/>
              <a:ext cx="59320" cy="53388"/>
            </a:xfrm>
            <a:custGeom>
              <a:avLst/>
              <a:gdLst>
                <a:gd name="T0" fmla="*/ 6 w 40"/>
                <a:gd name="T1" fmla="*/ 0 h 36"/>
                <a:gd name="T2" fmla="*/ 6 w 40"/>
                <a:gd name="T3" fmla="*/ 0 h 36"/>
                <a:gd name="T4" fmla="*/ 13 w 40"/>
                <a:gd name="T5" fmla="*/ 9 h 36"/>
                <a:gd name="T6" fmla="*/ 13 w 40"/>
                <a:gd name="T7" fmla="*/ 9 h 36"/>
                <a:gd name="T8" fmla="*/ 15 w 40"/>
                <a:gd name="T9" fmla="*/ 11 h 36"/>
                <a:gd name="T10" fmla="*/ 18 w 40"/>
                <a:gd name="T11" fmla="*/ 11 h 36"/>
                <a:gd name="T12" fmla="*/ 26 w 40"/>
                <a:gd name="T13" fmla="*/ 9 h 36"/>
                <a:gd name="T14" fmla="*/ 26 w 40"/>
                <a:gd name="T15" fmla="*/ 9 h 36"/>
                <a:gd name="T16" fmla="*/ 33 w 40"/>
                <a:gd name="T17" fmla="*/ 14 h 36"/>
                <a:gd name="T18" fmla="*/ 40 w 40"/>
                <a:gd name="T19" fmla="*/ 20 h 36"/>
                <a:gd name="T20" fmla="*/ 40 w 40"/>
                <a:gd name="T21" fmla="*/ 20 h 36"/>
                <a:gd name="T22" fmla="*/ 40 w 40"/>
                <a:gd name="T23" fmla="*/ 27 h 36"/>
                <a:gd name="T24" fmla="*/ 40 w 40"/>
                <a:gd name="T25" fmla="*/ 27 h 36"/>
                <a:gd name="T26" fmla="*/ 37 w 40"/>
                <a:gd name="T27" fmla="*/ 27 h 36"/>
                <a:gd name="T28" fmla="*/ 33 w 40"/>
                <a:gd name="T29" fmla="*/ 25 h 36"/>
                <a:gd name="T30" fmla="*/ 29 w 40"/>
                <a:gd name="T31" fmla="*/ 25 h 36"/>
                <a:gd name="T32" fmla="*/ 27 w 40"/>
                <a:gd name="T33" fmla="*/ 29 h 36"/>
                <a:gd name="T34" fmla="*/ 27 w 40"/>
                <a:gd name="T35" fmla="*/ 29 h 36"/>
                <a:gd name="T36" fmla="*/ 22 w 40"/>
                <a:gd name="T37" fmla="*/ 29 h 36"/>
                <a:gd name="T38" fmla="*/ 18 w 40"/>
                <a:gd name="T39" fmla="*/ 29 h 36"/>
                <a:gd name="T40" fmla="*/ 18 w 40"/>
                <a:gd name="T41" fmla="*/ 29 h 36"/>
                <a:gd name="T42" fmla="*/ 15 w 40"/>
                <a:gd name="T43" fmla="*/ 33 h 36"/>
                <a:gd name="T44" fmla="*/ 11 w 40"/>
                <a:gd name="T45" fmla="*/ 36 h 36"/>
                <a:gd name="T46" fmla="*/ 11 w 40"/>
                <a:gd name="T47" fmla="*/ 36 h 36"/>
                <a:gd name="T48" fmla="*/ 4 w 40"/>
                <a:gd name="T49" fmla="*/ 23 h 36"/>
                <a:gd name="T50" fmla="*/ 2 w 40"/>
                <a:gd name="T51" fmla="*/ 16 h 36"/>
                <a:gd name="T52" fmla="*/ 0 w 40"/>
                <a:gd name="T53" fmla="*/ 9 h 36"/>
                <a:gd name="T54" fmla="*/ 6 w 40"/>
                <a:gd name="T5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36">
                  <a:moveTo>
                    <a:pt x="6" y="0"/>
                  </a:moveTo>
                  <a:lnTo>
                    <a:pt x="6" y="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11"/>
                  </a:lnTo>
                  <a:lnTo>
                    <a:pt x="18" y="1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3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7" y="27"/>
                  </a:lnTo>
                  <a:lnTo>
                    <a:pt x="33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5" y="33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4" y="23"/>
                  </a:lnTo>
                  <a:lnTo>
                    <a:pt x="2" y="16"/>
                  </a:ln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9" name="Freeform 322">
              <a:extLst>
                <a:ext uri="{FF2B5EF4-FFF2-40B4-BE49-F238E27FC236}">
                  <a16:creationId xmlns:a16="http://schemas.microsoft.com/office/drawing/2014/main" id="{57FEACFE-FDAB-404B-8322-42A37E0A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1790281"/>
              <a:ext cx="13348" cy="10381"/>
            </a:xfrm>
            <a:custGeom>
              <a:avLst/>
              <a:gdLst>
                <a:gd name="T0" fmla="*/ 0 w 9"/>
                <a:gd name="T1" fmla="*/ 0 h 7"/>
                <a:gd name="T2" fmla="*/ 0 w 9"/>
                <a:gd name="T3" fmla="*/ 7 h 7"/>
                <a:gd name="T4" fmla="*/ 0 w 9"/>
                <a:gd name="T5" fmla="*/ 7 h 7"/>
                <a:gd name="T6" fmla="*/ 7 w 9"/>
                <a:gd name="T7" fmla="*/ 6 h 7"/>
                <a:gd name="T8" fmla="*/ 9 w 9"/>
                <a:gd name="T9" fmla="*/ 4 h 7"/>
                <a:gd name="T10" fmla="*/ 7 w 9"/>
                <a:gd name="T11" fmla="*/ 2 h 7"/>
                <a:gd name="T12" fmla="*/ 0 w 9"/>
                <a:gd name="T13" fmla="*/ 0 h 7"/>
                <a:gd name="T14" fmla="*/ 0 w 9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7" y="6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0" name="Freeform 323">
              <a:extLst>
                <a:ext uri="{FF2B5EF4-FFF2-40B4-BE49-F238E27FC236}">
                  <a16:creationId xmlns:a16="http://schemas.microsoft.com/office/drawing/2014/main" id="{D926442C-83A9-4F6C-939B-3F14D6D60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79901"/>
              <a:ext cx="26694" cy="34110"/>
            </a:xfrm>
            <a:custGeom>
              <a:avLst/>
              <a:gdLst>
                <a:gd name="T0" fmla="*/ 9 w 18"/>
                <a:gd name="T1" fmla="*/ 0 h 23"/>
                <a:gd name="T2" fmla="*/ 9 w 18"/>
                <a:gd name="T3" fmla="*/ 0 h 23"/>
                <a:gd name="T4" fmla="*/ 0 w 18"/>
                <a:gd name="T5" fmla="*/ 7 h 23"/>
                <a:gd name="T6" fmla="*/ 0 w 18"/>
                <a:gd name="T7" fmla="*/ 7 h 23"/>
                <a:gd name="T8" fmla="*/ 2 w 18"/>
                <a:gd name="T9" fmla="*/ 23 h 23"/>
                <a:gd name="T10" fmla="*/ 2 w 18"/>
                <a:gd name="T11" fmla="*/ 23 h 23"/>
                <a:gd name="T12" fmla="*/ 17 w 18"/>
                <a:gd name="T13" fmla="*/ 22 h 23"/>
                <a:gd name="T14" fmla="*/ 17 w 18"/>
                <a:gd name="T15" fmla="*/ 22 h 23"/>
                <a:gd name="T16" fmla="*/ 17 w 18"/>
                <a:gd name="T17" fmla="*/ 14 h 23"/>
                <a:gd name="T18" fmla="*/ 18 w 18"/>
                <a:gd name="T19" fmla="*/ 7 h 23"/>
                <a:gd name="T20" fmla="*/ 18 w 18"/>
                <a:gd name="T21" fmla="*/ 7 h 23"/>
                <a:gd name="T22" fmla="*/ 13 w 18"/>
                <a:gd name="T23" fmla="*/ 3 h 23"/>
                <a:gd name="T24" fmla="*/ 9 w 18"/>
                <a:gd name="T25" fmla="*/ 0 h 23"/>
                <a:gd name="T26" fmla="*/ 9 w 18"/>
                <a:gd name="T2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23">
                  <a:moveTo>
                    <a:pt x="9" y="0"/>
                  </a:moveTo>
                  <a:lnTo>
                    <a:pt x="9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1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1" name="Freeform 324">
              <a:extLst>
                <a:ext uri="{FF2B5EF4-FFF2-40B4-BE49-F238E27FC236}">
                  <a16:creationId xmlns:a16="http://schemas.microsoft.com/office/drawing/2014/main" id="{55196847-A028-4D5F-A5EB-0B146047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604" y="1769519"/>
              <a:ext cx="7415" cy="13348"/>
            </a:xfrm>
            <a:custGeom>
              <a:avLst/>
              <a:gdLst>
                <a:gd name="T0" fmla="*/ 1 w 5"/>
                <a:gd name="T1" fmla="*/ 0 h 9"/>
                <a:gd name="T2" fmla="*/ 0 w 5"/>
                <a:gd name="T3" fmla="*/ 7 h 9"/>
                <a:gd name="T4" fmla="*/ 1 w 5"/>
                <a:gd name="T5" fmla="*/ 7 h 9"/>
                <a:gd name="T6" fmla="*/ 1 w 5"/>
                <a:gd name="T7" fmla="*/ 7 h 9"/>
                <a:gd name="T8" fmla="*/ 0 w 5"/>
                <a:gd name="T9" fmla="*/ 7 h 9"/>
                <a:gd name="T10" fmla="*/ 0 w 5"/>
                <a:gd name="T11" fmla="*/ 9 h 9"/>
                <a:gd name="T12" fmla="*/ 3 w 5"/>
                <a:gd name="T13" fmla="*/ 9 h 9"/>
                <a:gd name="T14" fmla="*/ 3 w 5"/>
                <a:gd name="T15" fmla="*/ 9 h 9"/>
                <a:gd name="T16" fmla="*/ 5 w 5"/>
                <a:gd name="T17" fmla="*/ 3 h 9"/>
                <a:gd name="T18" fmla="*/ 3 w 5"/>
                <a:gd name="T19" fmla="*/ 0 h 9"/>
                <a:gd name="T20" fmla="*/ 1 w 5"/>
                <a:gd name="T21" fmla="*/ 0 h 9"/>
                <a:gd name="T22" fmla="*/ 1 w 5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2" name="Freeform 325">
              <a:extLst>
                <a:ext uri="{FF2B5EF4-FFF2-40B4-BE49-F238E27FC236}">
                  <a16:creationId xmlns:a16="http://schemas.microsoft.com/office/drawing/2014/main" id="{9F6CF70A-2682-434D-8481-BB94588C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1730961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2 w 4"/>
                <a:gd name="T5" fmla="*/ 5 h 5"/>
                <a:gd name="T6" fmla="*/ 4 w 4"/>
                <a:gd name="T7" fmla="*/ 5 h 5"/>
                <a:gd name="T8" fmla="*/ 4 w 4"/>
                <a:gd name="T9" fmla="*/ 4 h 5"/>
                <a:gd name="T10" fmla="*/ 0 w 4"/>
                <a:gd name="T11" fmla="*/ 0 h 5"/>
                <a:gd name="T12" fmla="*/ 0 w 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3" name="Freeform 326">
              <a:extLst>
                <a:ext uri="{FF2B5EF4-FFF2-40B4-BE49-F238E27FC236}">
                  <a16:creationId xmlns:a16="http://schemas.microsoft.com/office/drawing/2014/main" id="{485989BD-643A-4D38-88D2-73D71C1C1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27995"/>
              <a:ext cx="10382" cy="8898"/>
            </a:xfrm>
            <a:custGeom>
              <a:avLst/>
              <a:gdLst>
                <a:gd name="T0" fmla="*/ 2 w 7"/>
                <a:gd name="T1" fmla="*/ 0 h 6"/>
                <a:gd name="T2" fmla="*/ 2 w 7"/>
                <a:gd name="T3" fmla="*/ 0 h 6"/>
                <a:gd name="T4" fmla="*/ 0 w 7"/>
                <a:gd name="T5" fmla="*/ 0 h 6"/>
                <a:gd name="T6" fmla="*/ 2 w 7"/>
                <a:gd name="T7" fmla="*/ 2 h 6"/>
                <a:gd name="T8" fmla="*/ 7 w 7"/>
                <a:gd name="T9" fmla="*/ 6 h 6"/>
                <a:gd name="T10" fmla="*/ 7 w 7"/>
                <a:gd name="T11" fmla="*/ 6 h 6"/>
                <a:gd name="T12" fmla="*/ 7 w 7"/>
                <a:gd name="T13" fmla="*/ 2 h 6"/>
                <a:gd name="T14" fmla="*/ 7 w 7"/>
                <a:gd name="T15" fmla="*/ 0 h 6"/>
                <a:gd name="T16" fmla="*/ 2 w 7"/>
                <a:gd name="T17" fmla="*/ 0 h 6"/>
                <a:gd name="T18" fmla="*/ 2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4" name="Freeform 327">
              <a:extLst>
                <a:ext uri="{FF2B5EF4-FFF2-40B4-BE49-F238E27FC236}">
                  <a16:creationId xmlns:a16="http://schemas.microsoft.com/office/drawing/2014/main" id="{D8360555-FE3C-4761-8308-D60F0407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394" y="1725029"/>
              <a:ext cx="5932" cy="5932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0 h 4"/>
                <a:gd name="T4" fmla="*/ 2 w 4"/>
                <a:gd name="T5" fmla="*/ 2 h 4"/>
                <a:gd name="T6" fmla="*/ 2 w 4"/>
                <a:gd name="T7" fmla="*/ 4 h 4"/>
                <a:gd name="T8" fmla="*/ 2 w 4"/>
                <a:gd name="T9" fmla="*/ 4 h 4"/>
                <a:gd name="T10" fmla="*/ 4 w 4"/>
                <a:gd name="T11" fmla="*/ 4 h 4"/>
                <a:gd name="T12" fmla="*/ 4 w 4"/>
                <a:gd name="T13" fmla="*/ 2 h 4"/>
                <a:gd name="T14" fmla="*/ 0 w 4"/>
                <a:gd name="T15" fmla="*/ 0 h 4"/>
                <a:gd name="T16" fmla="*/ 0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5" name="Freeform 328">
              <a:extLst>
                <a:ext uri="{FF2B5EF4-FFF2-40B4-BE49-F238E27FC236}">
                  <a16:creationId xmlns:a16="http://schemas.microsoft.com/office/drawing/2014/main" id="{A3B48089-0A00-41F6-B327-35158844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793" y="1720580"/>
              <a:ext cx="8898" cy="7415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5 h 5"/>
                <a:gd name="T4" fmla="*/ 6 w 6"/>
                <a:gd name="T5" fmla="*/ 5 h 5"/>
                <a:gd name="T6" fmla="*/ 6 w 6"/>
                <a:gd name="T7" fmla="*/ 5 h 5"/>
                <a:gd name="T8" fmla="*/ 4 w 6"/>
                <a:gd name="T9" fmla="*/ 3 h 5"/>
                <a:gd name="T10" fmla="*/ 4 w 6"/>
                <a:gd name="T11" fmla="*/ 2 h 5"/>
                <a:gd name="T12" fmla="*/ 4 w 6"/>
                <a:gd name="T13" fmla="*/ 0 h 5"/>
                <a:gd name="T14" fmla="*/ 0 w 6"/>
                <a:gd name="T15" fmla="*/ 0 h 5"/>
                <a:gd name="T16" fmla="*/ 0 w 6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6" name="Freeform 329">
              <a:extLst>
                <a:ext uri="{FF2B5EF4-FFF2-40B4-BE49-F238E27FC236}">
                  <a16:creationId xmlns:a16="http://schemas.microsoft.com/office/drawing/2014/main" id="{77E03F8B-DD9B-45AD-A49D-F101AD77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1708716"/>
              <a:ext cx="35592" cy="19280"/>
            </a:xfrm>
            <a:custGeom>
              <a:avLst/>
              <a:gdLst>
                <a:gd name="T0" fmla="*/ 17 w 24"/>
                <a:gd name="T1" fmla="*/ 0 h 13"/>
                <a:gd name="T2" fmla="*/ 13 w 24"/>
                <a:gd name="T3" fmla="*/ 6 h 13"/>
                <a:gd name="T4" fmla="*/ 13 w 24"/>
                <a:gd name="T5" fmla="*/ 6 h 13"/>
                <a:gd name="T6" fmla="*/ 6 w 24"/>
                <a:gd name="T7" fmla="*/ 6 h 13"/>
                <a:gd name="T8" fmla="*/ 0 w 24"/>
                <a:gd name="T9" fmla="*/ 6 h 13"/>
                <a:gd name="T10" fmla="*/ 0 w 24"/>
                <a:gd name="T11" fmla="*/ 6 h 13"/>
                <a:gd name="T12" fmla="*/ 2 w 24"/>
                <a:gd name="T13" fmla="*/ 11 h 13"/>
                <a:gd name="T14" fmla="*/ 2 w 24"/>
                <a:gd name="T15" fmla="*/ 11 h 13"/>
                <a:gd name="T16" fmla="*/ 8 w 24"/>
                <a:gd name="T17" fmla="*/ 11 h 13"/>
                <a:gd name="T18" fmla="*/ 17 w 24"/>
                <a:gd name="T19" fmla="*/ 13 h 13"/>
                <a:gd name="T20" fmla="*/ 17 w 24"/>
                <a:gd name="T21" fmla="*/ 13 h 13"/>
                <a:gd name="T22" fmla="*/ 24 w 24"/>
                <a:gd name="T23" fmla="*/ 4 h 13"/>
                <a:gd name="T24" fmla="*/ 24 w 24"/>
                <a:gd name="T25" fmla="*/ 2 h 13"/>
                <a:gd name="T26" fmla="*/ 24 w 24"/>
                <a:gd name="T27" fmla="*/ 2 h 13"/>
                <a:gd name="T28" fmla="*/ 22 w 24"/>
                <a:gd name="T29" fmla="*/ 0 h 13"/>
                <a:gd name="T30" fmla="*/ 17 w 24"/>
                <a:gd name="T31" fmla="*/ 0 h 13"/>
                <a:gd name="T32" fmla="*/ 17 w 24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3">
                  <a:moveTo>
                    <a:pt x="17" y="0"/>
                  </a:moveTo>
                  <a:lnTo>
                    <a:pt x="13" y="6"/>
                  </a:lnTo>
                  <a:lnTo>
                    <a:pt x="13" y="6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8" y="11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7" name="Freeform 330">
              <a:extLst>
                <a:ext uri="{FF2B5EF4-FFF2-40B4-BE49-F238E27FC236}">
                  <a16:creationId xmlns:a16="http://schemas.microsoft.com/office/drawing/2014/main" id="{C9427ECE-6376-4334-A4BE-C12E6BC1A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931" y="1707233"/>
              <a:ext cx="19280" cy="7415"/>
            </a:xfrm>
            <a:custGeom>
              <a:avLst/>
              <a:gdLst>
                <a:gd name="T0" fmla="*/ 3 w 13"/>
                <a:gd name="T1" fmla="*/ 0 h 5"/>
                <a:gd name="T2" fmla="*/ 3 w 13"/>
                <a:gd name="T3" fmla="*/ 0 h 5"/>
                <a:gd name="T4" fmla="*/ 9 w 13"/>
                <a:gd name="T5" fmla="*/ 1 h 5"/>
                <a:gd name="T6" fmla="*/ 11 w 13"/>
                <a:gd name="T7" fmla="*/ 3 h 5"/>
                <a:gd name="T8" fmla="*/ 13 w 13"/>
                <a:gd name="T9" fmla="*/ 5 h 5"/>
                <a:gd name="T10" fmla="*/ 11 w 13"/>
                <a:gd name="T11" fmla="*/ 5 h 5"/>
                <a:gd name="T12" fmla="*/ 5 w 13"/>
                <a:gd name="T13" fmla="*/ 5 h 5"/>
                <a:gd name="T14" fmla="*/ 5 w 13"/>
                <a:gd name="T15" fmla="*/ 5 h 5"/>
                <a:gd name="T16" fmla="*/ 2 w 13"/>
                <a:gd name="T17" fmla="*/ 1 h 5"/>
                <a:gd name="T18" fmla="*/ 0 w 13"/>
                <a:gd name="T19" fmla="*/ 0 h 5"/>
                <a:gd name="T20" fmla="*/ 3 w 13"/>
                <a:gd name="T21" fmla="*/ 0 h 5"/>
                <a:gd name="T22" fmla="*/ 3 w 1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5">
                  <a:moveTo>
                    <a:pt x="3" y="0"/>
                  </a:moveTo>
                  <a:lnTo>
                    <a:pt x="3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8" name="Freeform 331">
              <a:extLst>
                <a:ext uri="{FF2B5EF4-FFF2-40B4-BE49-F238E27FC236}">
                  <a16:creationId xmlns:a16="http://schemas.microsoft.com/office/drawing/2014/main" id="{4EA80F73-E39B-4DF8-9ED3-C38F613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033" y="1690920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5 h 5"/>
                <a:gd name="T8" fmla="*/ 0 w 4"/>
                <a:gd name="T9" fmla="*/ 3 h 5"/>
                <a:gd name="T10" fmla="*/ 2 w 4"/>
                <a:gd name="T11" fmla="*/ 2 h 5"/>
                <a:gd name="T12" fmla="*/ 4 w 4"/>
                <a:gd name="T13" fmla="*/ 0 h 5"/>
                <a:gd name="T14" fmla="*/ 4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9" name="Freeform 332">
              <a:extLst>
                <a:ext uri="{FF2B5EF4-FFF2-40B4-BE49-F238E27FC236}">
                  <a16:creationId xmlns:a16="http://schemas.microsoft.com/office/drawing/2014/main" id="{08689640-CB57-4D7D-8F74-2B49A386C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364" y="1677573"/>
              <a:ext cx="10382" cy="7415"/>
            </a:xfrm>
            <a:custGeom>
              <a:avLst/>
              <a:gdLst>
                <a:gd name="T0" fmla="*/ 3 w 7"/>
                <a:gd name="T1" fmla="*/ 0 h 5"/>
                <a:gd name="T2" fmla="*/ 3 w 7"/>
                <a:gd name="T3" fmla="*/ 0 h 5"/>
                <a:gd name="T4" fmla="*/ 5 w 7"/>
                <a:gd name="T5" fmla="*/ 1 h 5"/>
                <a:gd name="T6" fmla="*/ 7 w 7"/>
                <a:gd name="T7" fmla="*/ 3 h 5"/>
                <a:gd name="T8" fmla="*/ 7 w 7"/>
                <a:gd name="T9" fmla="*/ 5 h 5"/>
                <a:gd name="T10" fmla="*/ 3 w 7"/>
                <a:gd name="T11" fmla="*/ 5 h 5"/>
                <a:gd name="T12" fmla="*/ 3 w 7"/>
                <a:gd name="T13" fmla="*/ 5 h 5"/>
                <a:gd name="T14" fmla="*/ 0 w 7"/>
                <a:gd name="T15" fmla="*/ 1 h 5"/>
                <a:gd name="T16" fmla="*/ 0 w 7"/>
                <a:gd name="T17" fmla="*/ 0 h 5"/>
                <a:gd name="T18" fmla="*/ 3 w 7"/>
                <a:gd name="T19" fmla="*/ 0 h 5"/>
                <a:gd name="T20" fmla="*/ 3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7" y="3"/>
                  </a:lnTo>
                  <a:lnTo>
                    <a:pt x="7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0" name="Freeform 333">
              <a:extLst>
                <a:ext uri="{FF2B5EF4-FFF2-40B4-BE49-F238E27FC236}">
                  <a16:creationId xmlns:a16="http://schemas.microsoft.com/office/drawing/2014/main" id="{7F363989-BE80-4F9C-A07C-A65976FF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720" y="1662743"/>
              <a:ext cx="8898" cy="22246"/>
            </a:xfrm>
            <a:custGeom>
              <a:avLst/>
              <a:gdLst>
                <a:gd name="T0" fmla="*/ 4 w 6"/>
                <a:gd name="T1" fmla="*/ 0 h 15"/>
                <a:gd name="T2" fmla="*/ 4 w 6"/>
                <a:gd name="T3" fmla="*/ 0 h 15"/>
                <a:gd name="T4" fmla="*/ 6 w 6"/>
                <a:gd name="T5" fmla="*/ 15 h 15"/>
                <a:gd name="T6" fmla="*/ 0 w 6"/>
                <a:gd name="T7" fmla="*/ 15 h 15"/>
                <a:gd name="T8" fmla="*/ 0 w 6"/>
                <a:gd name="T9" fmla="*/ 15 h 15"/>
                <a:gd name="T10" fmla="*/ 0 w 6"/>
                <a:gd name="T11" fmla="*/ 6 h 15"/>
                <a:gd name="T12" fmla="*/ 0 w 6"/>
                <a:gd name="T13" fmla="*/ 2 h 15"/>
                <a:gd name="T14" fmla="*/ 4 w 6"/>
                <a:gd name="T15" fmla="*/ 0 h 15"/>
                <a:gd name="T16" fmla="*/ 4 w 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5">
                  <a:moveTo>
                    <a:pt x="4" y="0"/>
                  </a:moveTo>
                  <a:lnTo>
                    <a:pt x="4" y="0"/>
                  </a:lnTo>
                  <a:lnTo>
                    <a:pt x="6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1" name="Freeform 334">
              <a:extLst>
                <a:ext uri="{FF2B5EF4-FFF2-40B4-BE49-F238E27FC236}">
                  <a16:creationId xmlns:a16="http://schemas.microsoft.com/office/drawing/2014/main" id="{277FBA89-6134-4F0F-94AB-F57091D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539654"/>
              <a:ext cx="99362" cy="75634"/>
            </a:xfrm>
            <a:custGeom>
              <a:avLst/>
              <a:gdLst>
                <a:gd name="T0" fmla="*/ 7 w 67"/>
                <a:gd name="T1" fmla="*/ 0 h 51"/>
                <a:gd name="T2" fmla="*/ 7 w 67"/>
                <a:gd name="T3" fmla="*/ 5 h 51"/>
                <a:gd name="T4" fmla="*/ 9 w 67"/>
                <a:gd name="T5" fmla="*/ 9 h 51"/>
                <a:gd name="T6" fmla="*/ 7 w 67"/>
                <a:gd name="T7" fmla="*/ 14 h 51"/>
                <a:gd name="T8" fmla="*/ 3 w 67"/>
                <a:gd name="T9" fmla="*/ 20 h 51"/>
                <a:gd name="T10" fmla="*/ 32 w 67"/>
                <a:gd name="T11" fmla="*/ 27 h 51"/>
                <a:gd name="T12" fmla="*/ 43 w 67"/>
                <a:gd name="T13" fmla="*/ 27 h 51"/>
                <a:gd name="T14" fmla="*/ 45 w 67"/>
                <a:gd name="T15" fmla="*/ 23 h 51"/>
                <a:gd name="T16" fmla="*/ 47 w 67"/>
                <a:gd name="T17" fmla="*/ 25 h 51"/>
                <a:gd name="T18" fmla="*/ 47 w 67"/>
                <a:gd name="T19" fmla="*/ 32 h 51"/>
                <a:gd name="T20" fmla="*/ 67 w 67"/>
                <a:gd name="T21" fmla="*/ 42 h 51"/>
                <a:gd name="T22" fmla="*/ 45 w 67"/>
                <a:gd name="T23" fmla="*/ 36 h 51"/>
                <a:gd name="T24" fmla="*/ 45 w 67"/>
                <a:gd name="T25" fmla="*/ 43 h 51"/>
                <a:gd name="T26" fmla="*/ 43 w 67"/>
                <a:gd name="T27" fmla="*/ 47 h 51"/>
                <a:gd name="T28" fmla="*/ 41 w 67"/>
                <a:gd name="T29" fmla="*/ 45 h 51"/>
                <a:gd name="T30" fmla="*/ 40 w 67"/>
                <a:gd name="T31" fmla="*/ 36 h 51"/>
                <a:gd name="T32" fmla="*/ 31 w 67"/>
                <a:gd name="T33" fmla="*/ 40 h 51"/>
                <a:gd name="T34" fmla="*/ 32 w 67"/>
                <a:gd name="T35" fmla="*/ 40 h 51"/>
                <a:gd name="T36" fmla="*/ 25 w 67"/>
                <a:gd name="T37" fmla="*/ 42 h 51"/>
                <a:gd name="T38" fmla="*/ 27 w 67"/>
                <a:gd name="T39" fmla="*/ 40 h 51"/>
                <a:gd name="T40" fmla="*/ 27 w 67"/>
                <a:gd name="T41" fmla="*/ 36 h 51"/>
                <a:gd name="T42" fmla="*/ 25 w 67"/>
                <a:gd name="T43" fmla="*/ 34 h 51"/>
                <a:gd name="T44" fmla="*/ 18 w 67"/>
                <a:gd name="T45" fmla="*/ 34 h 51"/>
                <a:gd name="T46" fmla="*/ 16 w 67"/>
                <a:gd name="T47" fmla="*/ 38 h 51"/>
                <a:gd name="T48" fmla="*/ 14 w 67"/>
                <a:gd name="T49" fmla="*/ 45 h 51"/>
                <a:gd name="T50" fmla="*/ 18 w 67"/>
                <a:gd name="T51" fmla="*/ 47 h 51"/>
                <a:gd name="T52" fmla="*/ 16 w 67"/>
                <a:gd name="T53" fmla="*/ 49 h 51"/>
                <a:gd name="T54" fmla="*/ 16 w 67"/>
                <a:gd name="T55" fmla="*/ 51 h 51"/>
                <a:gd name="T56" fmla="*/ 1 w 67"/>
                <a:gd name="T57" fmla="*/ 51 h 51"/>
                <a:gd name="T58" fmla="*/ 3 w 67"/>
                <a:gd name="T59" fmla="*/ 49 h 51"/>
                <a:gd name="T60" fmla="*/ 7 w 67"/>
                <a:gd name="T61" fmla="*/ 49 h 51"/>
                <a:gd name="T62" fmla="*/ 7 w 67"/>
                <a:gd name="T63" fmla="*/ 40 h 51"/>
                <a:gd name="T64" fmla="*/ 9 w 67"/>
                <a:gd name="T65" fmla="*/ 40 h 51"/>
                <a:gd name="T66" fmla="*/ 9 w 67"/>
                <a:gd name="T67" fmla="*/ 36 h 51"/>
                <a:gd name="T68" fmla="*/ 3 w 67"/>
                <a:gd name="T69" fmla="*/ 36 h 51"/>
                <a:gd name="T70" fmla="*/ 5 w 67"/>
                <a:gd name="T71" fmla="*/ 32 h 51"/>
                <a:gd name="T72" fmla="*/ 7 w 67"/>
                <a:gd name="T73" fmla="*/ 27 h 51"/>
                <a:gd name="T74" fmla="*/ 5 w 67"/>
                <a:gd name="T75" fmla="*/ 23 h 51"/>
                <a:gd name="T76" fmla="*/ 0 w 67"/>
                <a:gd name="T77" fmla="*/ 22 h 51"/>
                <a:gd name="T78" fmla="*/ 0 w 67"/>
                <a:gd name="T79" fmla="*/ 12 h 51"/>
                <a:gd name="T80" fmla="*/ 1 w 67"/>
                <a:gd name="T81" fmla="*/ 11 h 51"/>
                <a:gd name="T82" fmla="*/ 7 w 67"/>
                <a:gd name="T8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7" h="51">
                  <a:moveTo>
                    <a:pt x="7" y="0"/>
                  </a:moveTo>
                  <a:lnTo>
                    <a:pt x="7" y="0"/>
                  </a:lnTo>
                  <a:lnTo>
                    <a:pt x="7" y="3"/>
                  </a:lnTo>
                  <a:lnTo>
                    <a:pt x="7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5" y="23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56" y="40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5"/>
                  </a:lnTo>
                  <a:lnTo>
                    <a:pt x="40" y="4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2" y="40"/>
                  </a:lnTo>
                  <a:lnTo>
                    <a:pt x="31" y="42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7" y="38"/>
                  </a:lnTo>
                  <a:lnTo>
                    <a:pt x="27" y="36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1" y="34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6" y="49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7" y="51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3" y="49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7" y="31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5" y="23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3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2" name="Freeform 335">
              <a:extLst>
                <a:ext uri="{FF2B5EF4-FFF2-40B4-BE49-F238E27FC236}">
                  <a16:creationId xmlns:a16="http://schemas.microsoft.com/office/drawing/2014/main" id="{1BB88CA3-53A2-4E22-93CB-F76CB46FE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752" y="1474402"/>
              <a:ext cx="13348" cy="7415"/>
            </a:xfrm>
            <a:custGeom>
              <a:avLst/>
              <a:gdLst>
                <a:gd name="T0" fmla="*/ 0 w 9"/>
                <a:gd name="T1" fmla="*/ 0 h 5"/>
                <a:gd name="T2" fmla="*/ 4 w 9"/>
                <a:gd name="T3" fmla="*/ 5 h 5"/>
                <a:gd name="T4" fmla="*/ 4 w 9"/>
                <a:gd name="T5" fmla="*/ 5 h 5"/>
                <a:gd name="T6" fmla="*/ 7 w 9"/>
                <a:gd name="T7" fmla="*/ 5 h 5"/>
                <a:gd name="T8" fmla="*/ 9 w 9"/>
                <a:gd name="T9" fmla="*/ 4 h 5"/>
                <a:gd name="T10" fmla="*/ 7 w 9"/>
                <a:gd name="T11" fmla="*/ 2 h 5"/>
                <a:gd name="T12" fmla="*/ 0 w 9"/>
                <a:gd name="T13" fmla="*/ 0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3" name="Freeform 336">
              <a:extLst>
                <a:ext uri="{FF2B5EF4-FFF2-40B4-BE49-F238E27FC236}">
                  <a16:creationId xmlns:a16="http://schemas.microsoft.com/office/drawing/2014/main" id="{4FA41467-30F2-4CB0-AC0A-D4F3F691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684" y="1415082"/>
              <a:ext cx="16314" cy="19280"/>
            </a:xfrm>
            <a:custGeom>
              <a:avLst/>
              <a:gdLst>
                <a:gd name="T0" fmla="*/ 7 w 11"/>
                <a:gd name="T1" fmla="*/ 0 h 13"/>
                <a:gd name="T2" fmla="*/ 7 w 11"/>
                <a:gd name="T3" fmla="*/ 0 h 13"/>
                <a:gd name="T4" fmla="*/ 0 w 11"/>
                <a:gd name="T5" fmla="*/ 4 h 13"/>
                <a:gd name="T6" fmla="*/ 0 w 11"/>
                <a:gd name="T7" fmla="*/ 5 h 13"/>
                <a:gd name="T8" fmla="*/ 2 w 11"/>
                <a:gd name="T9" fmla="*/ 9 h 13"/>
                <a:gd name="T10" fmla="*/ 7 w 11"/>
                <a:gd name="T11" fmla="*/ 13 h 13"/>
                <a:gd name="T12" fmla="*/ 7 w 11"/>
                <a:gd name="T13" fmla="*/ 13 h 13"/>
                <a:gd name="T14" fmla="*/ 11 w 11"/>
                <a:gd name="T15" fmla="*/ 5 h 13"/>
                <a:gd name="T16" fmla="*/ 11 w 11"/>
                <a:gd name="T17" fmla="*/ 2 h 13"/>
                <a:gd name="T18" fmla="*/ 9 w 11"/>
                <a:gd name="T19" fmla="*/ 0 h 13"/>
                <a:gd name="T20" fmla="*/ 7 w 11"/>
                <a:gd name="T21" fmla="*/ 0 h 13"/>
                <a:gd name="T22" fmla="*/ 7 w 11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lnTo>
                    <a:pt x="7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4" name="Freeform 337">
              <a:extLst>
                <a:ext uri="{FF2B5EF4-FFF2-40B4-BE49-F238E27FC236}">
                  <a16:creationId xmlns:a16="http://schemas.microsoft.com/office/drawing/2014/main" id="{B19948B6-66EB-42AA-9AA0-7DC95B44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349829"/>
              <a:ext cx="20762" cy="8898"/>
            </a:xfrm>
            <a:custGeom>
              <a:avLst/>
              <a:gdLst>
                <a:gd name="T0" fmla="*/ 1 w 14"/>
                <a:gd name="T1" fmla="*/ 0 h 6"/>
                <a:gd name="T2" fmla="*/ 1 w 14"/>
                <a:gd name="T3" fmla="*/ 0 h 6"/>
                <a:gd name="T4" fmla="*/ 12 w 14"/>
                <a:gd name="T5" fmla="*/ 4 h 6"/>
                <a:gd name="T6" fmla="*/ 14 w 14"/>
                <a:gd name="T7" fmla="*/ 6 h 6"/>
                <a:gd name="T8" fmla="*/ 9 w 14"/>
                <a:gd name="T9" fmla="*/ 6 h 6"/>
                <a:gd name="T10" fmla="*/ 9 w 14"/>
                <a:gd name="T11" fmla="*/ 6 h 6"/>
                <a:gd name="T12" fmla="*/ 1 w 14"/>
                <a:gd name="T13" fmla="*/ 2 h 6"/>
                <a:gd name="T14" fmla="*/ 0 w 14"/>
                <a:gd name="T15" fmla="*/ 0 h 6"/>
                <a:gd name="T16" fmla="*/ 1 w 14"/>
                <a:gd name="T17" fmla="*/ 0 h 6"/>
                <a:gd name="T18" fmla="*/ 1 w 1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6">
                  <a:moveTo>
                    <a:pt x="1" y="0"/>
                  </a:moveTo>
                  <a:lnTo>
                    <a:pt x="1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5" name="Freeform 338">
              <a:extLst>
                <a:ext uri="{FF2B5EF4-FFF2-40B4-BE49-F238E27FC236}">
                  <a16:creationId xmlns:a16="http://schemas.microsoft.com/office/drawing/2014/main" id="{90849B70-34EE-4BCD-BF7E-95EE1436E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125895"/>
              <a:ext cx="10382" cy="7415"/>
            </a:xfrm>
            <a:custGeom>
              <a:avLst/>
              <a:gdLst>
                <a:gd name="T0" fmla="*/ 2 w 7"/>
                <a:gd name="T1" fmla="*/ 0 h 5"/>
                <a:gd name="T2" fmla="*/ 2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5 w 7"/>
                <a:gd name="T9" fmla="*/ 5 h 5"/>
                <a:gd name="T10" fmla="*/ 5 w 7"/>
                <a:gd name="T11" fmla="*/ 5 h 5"/>
                <a:gd name="T12" fmla="*/ 0 w 7"/>
                <a:gd name="T13" fmla="*/ 4 h 5"/>
                <a:gd name="T14" fmla="*/ 0 w 7"/>
                <a:gd name="T15" fmla="*/ 2 h 5"/>
                <a:gd name="T16" fmla="*/ 2 w 7"/>
                <a:gd name="T17" fmla="*/ 0 h 5"/>
                <a:gd name="T18" fmla="*/ 2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6" name="Freeform 339">
              <a:extLst>
                <a:ext uri="{FF2B5EF4-FFF2-40B4-BE49-F238E27FC236}">
                  <a16:creationId xmlns:a16="http://schemas.microsoft.com/office/drawing/2014/main" id="{6D2AE2DC-CB2F-4503-8CBA-DFBA43B6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766" y="1112549"/>
              <a:ext cx="8898" cy="10381"/>
            </a:xfrm>
            <a:custGeom>
              <a:avLst/>
              <a:gdLst>
                <a:gd name="T0" fmla="*/ 4 w 6"/>
                <a:gd name="T1" fmla="*/ 0 h 7"/>
                <a:gd name="T2" fmla="*/ 4 w 6"/>
                <a:gd name="T3" fmla="*/ 0 h 7"/>
                <a:gd name="T4" fmla="*/ 6 w 6"/>
                <a:gd name="T5" fmla="*/ 0 h 7"/>
                <a:gd name="T6" fmla="*/ 6 w 6"/>
                <a:gd name="T7" fmla="*/ 3 h 7"/>
                <a:gd name="T8" fmla="*/ 4 w 6"/>
                <a:gd name="T9" fmla="*/ 5 h 7"/>
                <a:gd name="T10" fmla="*/ 2 w 6"/>
                <a:gd name="T11" fmla="*/ 7 h 7"/>
                <a:gd name="T12" fmla="*/ 2 w 6"/>
                <a:gd name="T13" fmla="*/ 7 h 7"/>
                <a:gd name="T14" fmla="*/ 0 w 6"/>
                <a:gd name="T15" fmla="*/ 2 h 7"/>
                <a:gd name="T16" fmla="*/ 2 w 6"/>
                <a:gd name="T17" fmla="*/ 0 h 7"/>
                <a:gd name="T18" fmla="*/ 4 w 6"/>
                <a:gd name="T19" fmla="*/ 0 h 7"/>
                <a:gd name="T20" fmla="*/ 4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7" name="Freeform 340">
              <a:extLst>
                <a:ext uri="{FF2B5EF4-FFF2-40B4-BE49-F238E27FC236}">
                  <a16:creationId xmlns:a16="http://schemas.microsoft.com/office/drawing/2014/main" id="{B2C21F4A-28E9-49A8-B25E-EE101B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067" y="1760621"/>
              <a:ext cx="19280" cy="8898"/>
            </a:xfrm>
            <a:custGeom>
              <a:avLst/>
              <a:gdLst>
                <a:gd name="T0" fmla="*/ 4 w 13"/>
                <a:gd name="T1" fmla="*/ 0 h 6"/>
                <a:gd name="T2" fmla="*/ 4 w 13"/>
                <a:gd name="T3" fmla="*/ 0 h 6"/>
                <a:gd name="T4" fmla="*/ 0 w 13"/>
                <a:gd name="T5" fmla="*/ 0 h 6"/>
                <a:gd name="T6" fmla="*/ 0 w 13"/>
                <a:gd name="T7" fmla="*/ 2 h 6"/>
                <a:gd name="T8" fmla="*/ 4 w 13"/>
                <a:gd name="T9" fmla="*/ 2 h 6"/>
                <a:gd name="T10" fmla="*/ 13 w 13"/>
                <a:gd name="T11" fmla="*/ 6 h 6"/>
                <a:gd name="T12" fmla="*/ 13 w 13"/>
                <a:gd name="T13" fmla="*/ 6 h 6"/>
                <a:gd name="T14" fmla="*/ 11 w 13"/>
                <a:gd name="T15" fmla="*/ 2 h 6"/>
                <a:gd name="T16" fmla="*/ 9 w 13"/>
                <a:gd name="T17" fmla="*/ 0 h 6"/>
                <a:gd name="T18" fmla="*/ 4 w 13"/>
                <a:gd name="T19" fmla="*/ 0 h 6"/>
                <a:gd name="T20" fmla="*/ 4 w 1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6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4" y="2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8" name="Freeform 341">
              <a:extLst>
                <a:ext uri="{FF2B5EF4-FFF2-40B4-BE49-F238E27FC236}">
                  <a16:creationId xmlns:a16="http://schemas.microsoft.com/office/drawing/2014/main" id="{8AFB0B8E-0251-445E-85EA-28BD2819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666" y="1750241"/>
              <a:ext cx="10382" cy="10381"/>
            </a:xfrm>
            <a:custGeom>
              <a:avLst/>
              <a:gdLst>
                <a:gd name="T0" fmla="*/ 2 w 7"/>
                <a:gd name="T1" fmla="*/ 0 h 7"/>
                <a:gd name="T2" fmla="*/ 2 w 7"/>
                <a:gd name="T3" fmla="*/ 0 h 7"/>
                <a:gd name="T4" fmla="*/ 0 w 7"/>
                <a:gd name="T5" fmla="*/ 2 h 7"/>
                <a:gd name="T6" fmla="*/ 0 w 7"/>
                <a:gd name="T7" fmla="*/ 3 h 7"/>
                <a:gd name="T8" fmla="*/ 2 w 7"/>
                <a:gd name="T9" fmla="*/ 7 h 7"/>
                <a:gd name="T10" fmla="*/ 4 w 7"/>
                <a:gd name="T11" fmla="*/ 7 h 7"/>
                <a:gd name="T12" fmla="*/ 4 w 7"/>
                <a:gd name="T13" fmla="*/ 7 h 7"/>
                <a:gd name="T14" fmla="*/ 7 w 7"/>
                <a:gd name="T15" fmla="*/ 5 h 7"/>
                <a:gd name="T16" fmla="*/ 7 w 7"/>
                <a:gd name="T17" fmla="*/ 2 h 7"/>
                <a:gd name="T18" fmla="*/ 7 w 7"/>
                <a:gd name="T19" fmla="*/ 0 h 7"/>
                <a:gd name="T20" fmla="*/ 2 w 7"/>
                <a:gd name="T21" fmla="*/ 0 h 7"/>
                <a:gd name="T22" fmla="*/ 2 w 7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9" name="Freeform 342">
              <a:extLst>
                <a:ext uri="{FF2B5EF4-FFF2-40B4-BE49-F238E27FC236}">
                  <a16:creationId xmlns:a16="http://schemas.microsoft.com/office/drawing/2014/main" id="{BF0E33EB-DB58-46DB-8AAD-2B83BF9D0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738377"/>
              <a:ext cx="19280" cy="11864"/>
            </a:xfrm>
            <a:custGeom>
              <a:avLst/>
              <a:gdLst>
                <a:gd name="T0" fmla="*/ 8 w 13"/>
                <a:gd name="T1" fmla="*/ 0 h 8"/>
                <a:gd name="T2" fmla="*/ 8 w 13"/>
                <a:gd name="T3" fmla="*/ 0 h 8"/>
                <a:gd name="T4" fmla="*/ 8 w 13"/>
                <a:gd name="T5" fmla="*/ 0 h 8"/>
                <a:gd name="T6" fmla="*/ 6 w 13"/>
                <a:gd name="T7" fmla="*/ 2 h 8"/>
                <a:gd name="T8" fmla="*/ 0 w 13"/>
                <a:gd name="T9" fmla="*/ 6 h 8"/>
                <a:gd name="T10" fmla="*/ 0 w 13"/>
                <a:gd name="T11" fmla="*/ 6 h 8"/>
                <a:gd name="T12" fmla="*/ 4 w 13"/>
                <a:gd name="T13" fmla="*/ 4 h 8"/>
                <a:gd name="T14" fmla="*/ 6 w 13"/>
                <a:gd name="T15" fmla="*/ 6 h 8"/>
                <a:gd name="T16" fmla="*/ 9 w 13"/>
                <a:gd name="T17" fmla="*/ 8 h 8"/>
                <a:gd name="T18" fmla="*/ 11 w 13"/>
                <a:gd name="T19" fmla="*/ 8 h 8"/>
                <a:gd name="T20" fmla="*/ 11 w 13"/>
                <a:gd name="T21" fmla="*/ 8 h 8"/>
                <a:gd name="T22" fmla="*/ 13 w 13"/>
                <a:gd name="T23" fmla="*/ 2 h 8"/>
                <a:gd name="T24" fmla="*/ 13 w 13"/>
                <a:gd name="T25" fmla="*/ 0 h 8"/>
                <a:gd name="T26" fmla="*/ 8 w 13"/>
                <a:gd name="T27" fmla="*/ 0 h 8"/>
                <a:gd name="T28" fmla="*/ 8 w 13"/>
                <a:gd name="T2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0" name="Freeform 343">
              <a:extLst>
                <a:ext uri="{FF2B5EF4-FFF2-40B4-BE49-F238E27FC236}">
                  <a16:creationId xmlns:a16="http://schemas.microsoft.com/office/drawing/2014/main" id="{22AD5918-4A43-4AE0-ACAF-C16BF781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918" y="1707233"/>
              <a:ext cx="88980" cy="63770"/>
            </a:xfrm>
            <a:custGeom>
              <a:avLst/>
              <a:gdLst>
                <a:gd name="T0" fmla="*/ 18 w 60"/>
                <a:gd name="T1" fmla="*/ 0 h 43"/>
                <a:gd name="T2" fmla="*/ 18 w 60"/>
                <a:gd name="T3" fmla="*/ 1 h 43"/>
                <a:gd name="T4" fmla="*/ 18 w 60"/>
                <a:gd name="T5" fmla="*/ 1 h 43"/>
                <a:gd name="T6" fmla="*/ 12 w 60"/>
                <a:gd name="T7" fmla="*/ 5 h 43"/>
                <a:gd name="T8" fmla="*/ 11 w 60"/>
                <a:gd name="T9" fmla="*/ 9 h 43"/>
                <a:gd name="T10" fmla="*/ 9 w 60"/>
                <a:gd name="T11" fmla="*/ 12 h 43"/>
                <a:gd name="T12" fmla="*/ 9 w 60"/>
                <a:gd name="T13" fmla="*/ 12 h 43"/>
                <a:gd name="T14" fmla="*/ 9 w 60"/>
                <a:gd name="T15" fmla="*/ 20 h 43"/>
                <a:gd name="T16" fmla="*/ 9 w 60"/>
                <a:gd name="T17" fmla="*/ 20 h 43"/>
                <a:gd name="T18" fmla="*/ 3 w 60"/>
                <a:gd name="T19" fmla="*/ 20 h 43"/>
                <a:gd name="T20" fmla="*/ 0 w 60"/>
                <a:gd name="T21" fmla="*/ 21 h 43"/>
                <a:gd name="T22" fmla="*/ 0 w 60"/>
                <a:gd name="T23" fmla="*/ 21 h 43"/>
                <a:gd name="T24" fmla="*/ 0 w 60"/>
                <a:gd name="T25" fmla="*/ 25 h 43"/>
                <a:gd name="T26" fmla="*/ 0 w 60"/>
                <a:gd name="T27" fmla="*/ 29 h 43"/>
                <a:gd name="T28" fmla="*/ 0 w 60"/>
                <a:gd name="T29" fmla="*/ 29 h 43"/>
                <a:gd name="T30" fmla="*/ 3 w 60"/>
                <a:gd name="T31" fmla="*/ 29 h 43"/>
                <a:gd name="T32" fmla="*/ 5 w 60"/>
                <a:gd name="T33" fmla="*/ 31 h 43"/>
                <a:gd name="T34" fmla="*/ 9 w 60"/>
                <a:gd name="T35" fmla="*/ 31 h 43"/>
                <a:gd name="T36" fmla="*/ 11 w 60"/>
                <a:gd name="T37" fmla="*/ 31 h 43"/>
                <a:gd name="T38" fmla="*/ 11 w 60"/>
                <a:gd name="T39" fmla="*/ 31 h 43"/>
                <a:gd name="T40" fmla="*/ 12 w 60"/>
                <a:gd name="T41" fmla="*/ 29 h 43"/>
                <a:gd name="T42" fmla="*/ 14 w 60"/>
                <a:gd name="T43" fmla="*/ 27 h 43"/>
                <a:gd name="T44" fmla="*/ 16 w 60"/>
                <a:gd name="T45" fmla="*/ 27 h 43"/>
                <a:gd name="T46" fmla="*/ 16 w 60"/>
                <a:gd name="T47" fmla="*/ 27 h 43"/>
                <a:gd name="T48" fmla="*/ 16 w 60"/>
                <a:gd name="T49" fmla="*/ 31 h 43"/>
                <a:gd name="T50" fmla="*/ 16 w 60"/>
                <a:gd name="T51" fmla="*/ 36 h 43"/>
                <a:gd name="T52" fmla="*/ 16 w 60"/>
                <a:gd name="T53" fmla="*/ 36 h 43"/>
                <a:gd name="T54" fmla="*/ 20 w 60"/>
                <a:gd name="T55" fmla="*/ 38 h 43"/>
                <a:gd name="T56" fmla="*/ 23 w 60"/>
                <a:gd name="T57" fmla="*/ 42 h 43"/>
                <a:gd name="T58" fmla="*/ 31 w 60"/>
                <a:gd name="T59" fmla="*/ 43 h 43"/>
                <a:gd name="T60" fmla="*/ 31 w 60"/>
                <a:gd name="T61" fmla="*/ 43 h 43"/>
                <a:gd name="T62" fmla="*/ 33 w 60"/>
                <a:gd name="T63" fmla="*/ 42 h 43"/>
                <a:gd name="T64" fmla="*/ 34 w 60"/>
                <a:gd name="T65" fmla="*/ 40 h 43"/>
                <a:gd name="T66" fmla="*/ 33 w 60"/>
                <a:gd name="T67" fmla="*/ 36 h 43"/>
                <a:gd name="T68" fmla="*/ 33 w 60"/>
                <a:gd name="T69" fmla="*/ 36 h 43"/>
                <a:gd name="T70" fmla="*/ 36 w 60"/>
                <a:gd name="T71" fmla="*/ 36 h 43"/>
                <a:gd name="T72" fmla="*/ 38 w 60"/>
                <a:gd name="T73" fmla="*/ 36 h 43"/>
                <a:gd name="T74" fmla="*/ 40 w 60"/>
                <a:gd name="T75" fmla="*/ 38 h 43"/>
                <a:gd name="T76" fmla="*/ 60 w 60"/>
                <a:gd name="T77" fmla="*/ 34 h 43"/>
                <a:gd name="T78" fmla="*/ 60 w 60"/>
                <a:gd name="T79" fmla="*/ 34 h 43"/>
                <a:gd name="T80" fmla="*/ 60 w 60"/>
                <a:gd name="T81" fmla="*/ 31 h 43"/>
                <a:gd name="T82" fmla="*/ 58 w 60"/>
                <a:gd name="T83" fmla="*/ 31 h 43"/>
                <a:gd name="T84" fmla="*/ 53 w 60"/>
                <a:gd name="T85" fmla="*/ 31 h 43"/>
                <a:gd name="T86" fmla="*/ 53 w 60"/>
                <a:gd name="T87" fmla="*/ 31 h 43"/>
                <a:gd name="T88" fmla="*/ 53 w 60"/>
                <a:gd name="T89" fmla="*/ 21 h 43"/>
                <a:gd name="T90" fmla="*/ 54 w 60"/>
                <a:gd name="T91" fmla="*/ 18 h 43"/>
                <a:gd name="T92" fmla="*/ 53 w 60"/>
                <a:gd name="T93" fmla="*/ 14 h 43"/>
                <a:gd name="T94" fmla="*/ 53 w 60"/>
                <a:gd name="T95" fmla="*/ 14 h 43"/>
                <a:gd name="T96" fmla="*/ 47 w 60"/>
                <a:gd name="T97" fmla="*/ 11 h 43"/>
                <a:gd name="T98" fmla="*/ 38 w 60"/>
                <a:gd name="T99" fmla="*/ 5 h 43"/>
                <a:gd name="T100" fmla="*/ 27 w 60"/>
                <a:gd name="T101" fmla="*/ 1 h 43"/>
                <a:gd name="T102" fmla="*/ 18 w 60"/>
                <a:gd name="T103" fmla="*/ 0 h 43"/>
                <a:gd name="T104" fmla="*/ 18 w 60"/>
                <a:gd name="T10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" h="43">
                  <a:moveTo>
                    <a:pt x="18" y="0"/>
                  </a:moveTo>
                  <a:lnTo>
                    <a:pt x="18" y="1"/>
                  </a:lnTo>
                  <a:lnTo>
                    <a:pt x="18" y="1"/>
                  </a:lnTo>
                  <a:lnTo>
                    <a:pt x="12" y="5"/>
                  </a:lnTo>
                  <a:lnTo>
                    <a:pt x="11" y="9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38"/>
                  </a:lnTo>
                  <a:lnTo>
                    <a:pt x="23" y="42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3" y="42"/>
                  </a:lnTo>
                  <a:lnTo>
                    <a:pt x="34" y="40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21"/>
                  </a:lnTo>
                  <a:lnTo>
                    <a:pt x="54" y="18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47" y="11"/>
                  </a:lnTo>
                  <a:lnTo>
                    <a:pt x="38" y="5"/>
                  </a:lnTo>
                  <a:lnTo>
                    <a:pt x="27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1" name="Freeform 344">
              <a:extLst>
                <a:ext uri="{FF2B5EF4-FFF2-40B4-BE49-F238E27FC236}">
                  <a16:creationId xmlns:a16="http://schemas.microsoft.com/office/drawing/2014/main" id="{1EDD5425-F359-4A75-A144-19D6572A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105" y="1695369"/>
              <a:ext cx="20762" cy="22246"/>
            </a:xfrm>
            <a:custGeom>
              <a:avLst/>
              <a:gdLst>
                <a:gd name="T0" fmla="*/ 0 w 14"/>
                <a:gd name="T1" fmla="*/ 0 h 15"/>
                <a:gd name="T2" fmla="*/ 0 w 14"/>
                <a:gd name="T3" fmla="*/ 0 h 15"/>
                <a:gd name="T4" fmla="*/ 2 w 14"/>
                <a:gd name="T5" fmla="*/ 4 h 15"/>
                <a:gd name="T6" fmla="*/ 2 w 14"/>
                <a:gd name="T7" fmla="*/ 9 h 15"/>
                <a:gd name="T8" fmla="*/ 2 w 14"/>
                <a:gd name="T9" fmla="*/ 9 h 15"/>
                <a:gd name="T10" fmla="*/ 5 w 14"/>
                <a:gd name="T11" fmla="*/ 13 h 15"/>
                <a:gd name="T12" fmla="*/ 7 w 14"/>
                <a:gd name="T13" fmla="*/ 13 h 15"/>
                <a:gd name="T14" fmla="*/ 11 w 14"/>
                <a:gd name="T15" fmla="*/ 13 h 15"/>
                <a:gd name="T16" fmla="*/ 14 w 14"/>
                <a:gd name="T17" fmla="*/ 15 h 15"/>
                <a:gd name="T18" fmla="*/ 14 w 14"/>
                <a:gd name="T19" fmla="*/ 13 h 15"/>
                <a:gd name="T20" fmla="*/ 14 w 14"/>
                <a:gd name="T21" fmla="*/ 13 h 15"/>
                <a:gd name="T22" fmla="*/ 7 w 14"/>
                <a:gd name="T23" fmla="*/ 6 h 15"/>
                <a:gd name="T24" fmla="*/ 0 w 14"/>
                <a:gd name="T25" fmla="*/ 0 h 15"/>
                <a:gd name="T26" fmla="*/ 0 w 14"/>
                <a:gd name="T2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3"/>
                  </a:lnTo>
                  <a:lnTo>
                    <a:pt x="7" y="13"/>
                  </a:lnTo>
                  <a:lnTo>
                    <a:pt x="11" y="13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2" name="Freeform 345">
              <a:extLst>
                <a:ext uri="{FF2B5EF4-FFF2-40B4-BE49-F238E27FC236}">
                  <a16:creationId xmlns:a16="http://schemas.microsoft.com/office/drawing/2014/main" id="{8BA7A352-28D8-4C50-82C6-73A6CD6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665709"/>
              <a:ext cx="8898" cy="16314"/>
            </a:xfrm>
            <a:custGeom>
              <a:avLst/>
              <a:gdLst>
                <a:gd name="T0" fmla="*/ 4 w 6"/>
                <a:gd name="T1" fmla="*/ 0 h 11"/>
                <a:gd name="T2" fmla="*/ 4 w 6"/>
                <a:gd name="T3" fmla="*/ 0 h 11"/>
                <a:gd name="T4" fmla="*/ 0 w 6"/>
                <a:gd name="T5" fmla="*/ 2 h 11"/>
                <a:gd name="T6" fmla="*/ 0 w 6"/>
                <a:gd name="T7" fmla="*/ 6 h 11"/>
                <a:gd name="T8" fmla="*/ 0 w 6"/>
                <a:gd name="T9" fmla="*/ 9 h 11"/>
                <a:gd name="T10" fmla="*/ 0 w 6"/>
                <a:gd name="T11" fmla="*/ 11 h 11"/>
                <a:gd name="T12" fmla="*/ 4 w 6"/>
                <a:gd name="T13" fmla="*/ 9 h 11"/>
                <a:gd name="T14" fmla="*/ 4 w 6"/>
                <a:gd name="T15" fmla="*/ 9 h 11"/>
                <a:gd name="T16" fmla="*/ 6 w 6"/>
                <a:gd name="T17" fmla="*/ 4 h 11"/>
                <a:gd name="T18" fmla="*/ 6 w 6"/>
                <a:gd name="T19" fmla="*/ 0 h 11"/>
                <a:gd name="T20" fmla="*/ 6 w 6"/>
                <a:gd name="T21" fmla="*/ 0 h 11"/>
                <a:gd name="T22" fmla="*/ 4 w 6"/>
                <a:gd name="T23" fmla="*/ 0 h 11"/>
                <a:gd name="T24" fmla="*/ 4 w 6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1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3" name="Freeform 346">
              <a:extLst>
                <a:ext uri="{FF2B5EF4-FFF2-40B4-BE49-F238E27FC236}">
                  <a16:creationId xmlns:a16="http://schemas.microsoft.com/office/drawing/2014/main" id="{3148E66E-25FD-4326-8160-107410FF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307" y="1541136"/>
              <a:ext cx="5932" cy="8898"/>
            </a:xfrm>
            <a:custGeom>
              <a:avLst/>
              <a:gdLst>
                <a:gd name="T0" fmla="*/ 0 w 4"/>
                <a:gd name="T1" fmla="*/ 0 h 6"/>
                <a:gd name="T2" fmla="*/ 0 w 4"/>
                <a:gd name="T3" fmla="*/ 6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4 h 6"/>
                <a:gd name="T10" fmla="*/ 4 w 4"/>
                <a:gd name="T11" fmla="*/ 2 h 6"/>
                <a:gd name="T12" fmla="*/ 4 w 4"/>
                <a:gd name="T13" fmla="*/ 2 h 6"/>
                <a:gd name="T14" fmla="*/ 0 w 4"/>
                <a:gd name="T15" fmla="*/ 0 h 6"/>
                <a:gd name="T16" fmla="*/ 0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4" name="Freeform 347">
              <a:extLst>
                <a:ext uri="{FF2B5EF4-FFF2-40B4-BE49-F238E27FC236}">
                  <a16:creationId xmlns:a16="http://schemas.microsoft.com/office/drawing/2014/main" id="{6FA7DBCA-2EC9-471B-AB67-18C9AE4E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840" y="1536688"/>
              <a:ext cx="446385" cy="232832"/>
            </a:xfrm>
            <a:custGeom>
              <a:avLst/>
              <a:gdLst>
                <a:gd name="T0" fmla="*/ 58 w 301"/>
                <a:gd name="T1" fmla="*/ 16 h 157"/>
                <a:gd name="T2" fmla="*/ 33 w 301"/>
                <a:gd name="T3" fmla="*/ 24 h 157"/>
                <a:gd name="T4" fmla="*/ 22 w 301"/>
                <a:gd name="T5" fmla="*/ 33 h 157"/>
                <a:gd name="T6" fmla="*/ 11 w 301"/>
                <a:gd name="T7" fmla="*/ 49 h 157"/>
                <a:gd name="T8" fmla="*/ 0 w 301"/>
                <a:gd name="T9" fmla="*/ 64 h 157"/>
                <a:gd name="T10" fmla="*/ 22 w 301"/>
                <a:gd name="T11" fmla="*/ 60 h 157"/>
                <a:gd name="T12" fmla="*/ 27 w 301"/>
                <a:gd name="T13" fmla="*/ 67 h 157"/>
                <a:gd name="T14" fmla="*/ 25 w 301"/>
                <a:gd name="T15" fmla="*/ 73 h 157"/>
                <a:gd name="T16" fmla="*/ 51 w 301"/>
                <a:gd name="T17" fmla="*/ 65 h 157"/>
                <a:gd name="T18" fmla="*/ 42 w 301"/>
                <a:gd name="T19" fmla="*/ 73 h 157"/>
                <a:gd name="T20" fmla="*/ 22 w 301"/>
                <a:gd name="T21" fmla="*/ 87 h 157"/>
                <a:gd name="T22" fmla="*/ 76 w 301"/>
                <a:gd name="T23" fmla="*/ 89 h 157"/>
                <a:gd name="T24" fmla="*/ 93 w 301"/>
                <a:gd name="T25" fmla="*/ 89 h 157"/>
                <a:gd name="T26" fmla="*/ 111 w 301"/>
                <a:gd name="T27" fmla="*/ 89 h 157"/>
                <a:gd name="T28" fmla="*/ 120 w 301"/>
                <a:gd name="T29" fmla="*/ 96 h 157"/>
                <a:gd name="T30" fmla="*/ 85 w 301"/>
                <a:gd name="T31" fmla="*/ 100 h 157"/>
                <a:gd name="T32" fmla="*/ 56 w 301"/>
                <a:gd name="T33" fmla="*/ 107 h 157"/>
                <a:gd name="T34" fmla="*/ 40 w 301"/>
                <a:gd name="T35" fmla="*/ 124 h 157"/>
                <a:gd name="T36" fmla="*/ 67 w 301"/>
                <a:gd name="T37" fmla="*/ 135 h 157"/>
                <a:gd name="T38" fmla="*/ 85 w 301"/>
                <a:gd name="T39" fmla="*/ 153 h 157"/>
                <a:gd name="T40" fmla="*/ 96 w 301"/>
                <a:gd name="T41" fmla="*/ 157 h 157"/>
                <a:gd name="T42" fmla="*/ 178 w 301"/>
                <a:gd name="T43" fmla="*/ 136 h 157"/>
                <a:gd name="T44" fmla="*/ 200 w 301"/>
                <a:gd name="T45" fmla="*/ 126 h 157"/>
                <a:gd name="T46" fmla="*/ 215 w 301"/>
                <a:gd name="T47" fmla="*/ 124 h 157"/>
                <a:gd name="T48" fmla="*/ 229 w 301"/>
                <a:gd name="T49" fmla="*/ 142 h 157"/>
                <a:gd name="T50" fmla="*/ 242 w 301"/>
                <a:gd name="T51" fmla="*/ 142 h 157"/>
                <a:gd name="T52" fmla="*/ 260 w 301"/>
                <a:gd name="T53" fmla="*/ 142 h 157"/>
                <a:gd name="T54" fmla="*/ 279 w 301"/>
                <a:gd name="T55" fmla="*/ 138 h 157"/>
                <a:gd name="T56" fmla="*/ 271 w 301"/>
                <a:gd name="T57" fmla="*/ 124 h 157"/>
                <a:gd name="T58" fmla="*/ 259 w 301"/>
                <a:gd name="T59" fmla="*/ 129 h 157"/>
                <a:gd name="T60" fmla="*/ 260 w 301"/>
                <a:gd name="T61" fmla="*/ 118 h 157"/>
                <a:gd name="T62" fmla="*/ 273 w 301"/>
                <a:gd name="T63" fmla="*/ 115 h 157"/>
                <a:gd name="T64" fmla="*/ 284 w 301"/>
                <a:gd name="T65" fmla="*/ 116 h 157"/>
                <a:gd name="T66" fmla="*/ 297 w 301"/>
                <a:gd name="T67" fmla="*/ 124 h 157"/>
                <a:gd name="T68" fmla="*/ 297 w 301"/>
                <a:gd name="T69" fmla="*/ 115 h 157"/>
                <a:gd name="T70" fmla="*/ 286 w 301"/>
                <a:gd name="T71" fmla="*/ 100 h 157"/>
                <a:gd name="T72" fmla="*/ 262 w 301"/>
                <a:gd name="T73" fmla="*/ 93 h 157"/>
                <a:gd name="T74" fmla="*/ 259 w 301"/>
                <a:gd name="T75" fmla="*/ 95 h 157"/>
                <a:gd name="T76" fmla="*/ 244 w 301"/>
                <a:gd name="T77" fmla="*/ 89 h 157"/>
                <a:gd name="T78" fmla="*/ 235 w 301"/>
                <a:gd name="T79" fmla="*/ 65 h 157"/>
                <a:gd name="T80" fmla="*/ 226 w 301"/>
                <a:gd name="T81" fmla="*/ 58 h 157"/>
                <a:gd name="T82" fmla="*/ 220 w 301"/>
                <a:gd name="T83" fmla="*/ 42 h 157"/>
                <a:gd name="T84" fmla="*/ 215 w 301"/>
                <a:gd name="T85" fmla="*/ 36 h 157"/>
                <a:gd name="T86" fmla="*/ 186 w 301"/>
                <a:gd name="T87" fmla="*/ 7 h 157"/>
                <a:gd name="T88" fmla="*/ 211 w 301"/>
                <a:gd name="T89" fmla="*/ 36 h 157"/>
                <a:gd name="T90" fmla="*/ 202 w 301"/>
                <a:gd name="T91" fmla="*/ 38 h 157"/>
                <a:gd name="T92" fmla="*/ 193 w 301"/>
                <a:gd name="T93" fmla="*/ 44 h 157"/>
                <a:gd name="T94" fmla="*/ 186 w 301"/>
                <a:gd name="T95" fmla="*/ 45 h 157"/>
                <a:gd name="T96" fmla="*/ 171 w 301"/>
                <a:gd name="T97" fmla="*/ 53 h 157"/>
                <a:gd name="T98" fmla="*/ 178 w 301"/>
                <a:gd name="T99" fmla="*/ 31 h 157"/>
                <a:gd name="T100" fmla="*/ 166 w 301"/>
                <a:gd name="T101" fmla="*/ 16 h 157"/>
                <a:gd name="T102" fmla="*/ 162 w 301"/>
                <a:gd name="T103" fmla="*/ 18 h 157"/>
                <a:gd name="T104" fmla="*/ 140 w 301"/>
                <a:gd name="T105" fmla="*/ 31 h 157"/>
                <a:gd name="T106" fmla="*/ 118 w 301"/>
                <a:gd name="T107" fmla="*/ 11 h 157"/>
                <a:gd name="T108" fmla="*/ 107 w 301"/>
                <a:gd name="T109" fmla="*/ 44 h 157"/>
                <a:gd name="T110" fmla="*/ 89 w 301"/>
                <a:gd name="T111" fmla="*/ 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1" h="157">
                  <a:moveTo>
                    <a:pt x="76" y="0"/>
                  </a:moveTo>
                  <a:lnTo>
                    <a:pt x="76" y="0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6" y="20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22" y="33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4" y="44"/>
                  </a:lnTo>
                  <a:lnTo>
                    <a:pt x="11" y="49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7" y="65"/>
                  </a:lnTo>
                  <a:lnTo>
                    <a:pt x="13" y="65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4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4"/>
                  </a:lnTo>
                  <a:lnTo>
                    <a:pt x="27" y="67"/>
                  </a:lnTo>
                  <a:lnTo>
                    <a:pt x="27" y="67"/>
                  </a:lnTo>
                  <a:lnTo>
                    <a:pt x="20" y="69"/>
                  </a:lnTo>
                  <a:lnTo>
                    <a:pt x="18" y="71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22" y="73"/>
                  </a:lnTo>
                  <a:lnTo>
                    <a:pt x="25" y="73"/>
                  </a:lnTo>
                  <a:lnTo>
                    <a:pt x="29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51" y="65"/>
                  </a:lnTo>
                  <a:lnTo>
                    <a:pt x="71" y="64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2" y="73"/>
                  </a:lnTo>
                  <a:lnTo>
                    <a:pt x="40" y="78"/>
                  </a:lnTo>
                  <a:lnTo>
                    <a:pt x="40" y="78"/>
                  </a:lnTo>
                  <a:lnTo>
                    <a:pt x="31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5" y="87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51" y="91"/>
                  </a:lnTo>
                  <a:lnTo>
                    <a:pt x="76" y="89"/>
                  </a:lnTo>
                  <a:lnTo>
                    <a:pt x="76" y="89"/>
                  </a:lnTo>
                  <a:lnTo>
                    <a:pt x="82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91" y="87"/>
                  </a:lnTo>
                  <a:lnTo>
                    <a:pt x="93" y="89"/>
                  </a:lnTo>
                  <a:lnTo>
                    <a:pt x="96" y="89"/>
                  </a:lnTo>
                  <a:lnTo>
                    <a:pt x="104" y="82"/>
                  </a:lnTo>
                  <a:lnTo>
                    <a:pt x="104" y="82"/>
                  </a:lnTo>
                  <a:lnTo>
                    <a:pt x="106" y="84"/>
                  </a:lnTo>
                  <a:lnTo>
                    <a:pt x="107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5" y="91"/>
                  </a:lnTo>
                  <a:lnTo>
                    <a:pt x="118" y="89"/>
                  </a:lnTo>
                  <a:lnTo>
                    <a:pt x="127" y="87"/>
                  </a:lnTo>
                  <a:lnTo>
                    <a:pt x="127" y="87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5" y="102"/>
                  </a:lnTo>
                  <a:lnTo>
                    <a:pt x="115" y="102"/>
                  </a:lnTo>
                  <a:lnTo>
                    <a:pt x="106" y="104"/>
                  </a:lnTo>
                  <a:lnTo>
                    <a:pt x="95" y="102"/>
                  </a:lnTo>
                  <a:lnTo>
                    <a:pt x="85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69" y="104"/>
                  </a:lnTo>
                  <a:lnTo>
                    <a:pt x="64" y="107"/>
                  </a:lnTo>
                  <a:lnTo>
                    <a:pt x="64" y="107"/>
                  </a:lnTo>
                  <a:lnTo>
                    <a:pt x="56" y="107"/>
                  </a:lnTo>
                  <a:lnTo>
                    <a:pt x="53" y="107"/>
                  </a:lnTo>
                  <a:lnTo>
                    <a:pt x="40" y="107"/>
                  </a:lnTo>
                  <a:lnTo>
                    <a:pt x="40" y="107"/>
                  </a:lnTo>
                  <a:lnTo>
                    <a:pt x="40" y="116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4" y="126"/>
                  </a:lnTo>
                  <a:lnTo>
                    <a:pt x="49" y="127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58" y="135"/>
                  </a:lnTo>
                  <a:lnTo>
                    <a:pt x="67" y="135"/>
                  </a:lnTo>
                  <a:lnTo>
                    <a:pt x="78" y="136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46"/>
                  </a:lnTo>
                  <a:lnTo>
                    <a:pt x="85" y="153"/>
                  </a:lnTo>
                  <a:lnTo>
                    <a:pt x="85" y="153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93" y="151"/>
                  </a:lnTo>
                  <a:lnTo>
                    <a:pt x="96" y="151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127" y="153"/>
                  </a:lnTo>
                  <a:lnTo>
                    <a:pt x="144" y="151"/>
                  </a:lnTo>
                  <a:lnTo>
                    <a:pt x="157" y="149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78" y="136"/>
                  </a:lnTo>
                  <a:lnTo>
                    <a:pt x="178" y="136"/>
                  </a:lnTo>
                  <a:lnTo>
                    <a:pt x="184" y="136"/>
                  </a:lnTo>
                  <a:lnTo>
                    <a:pt x="189" y="136"/>
                  </a:lnTo>
                  <a:lnTo>
                    <a:pt x="189" y="136"/>
                  </a:lnTo>
                  <a:lnTo>
                    <a:pt x="193" y="133"/>
                  </a:lnTo>
                  <a:lnTo>
                    <a:pt x="200" y="126"/>
                  </a:lnTo>
                  <a:lnTo>
                    <a:pt x="206" y="120"/>
                  </a:lnTo>
                  <a:lnTo>
                    <a:pt x="211" y="116"/>
                  </a:lnTo>
                  <a:lnTo>
                    <a:pt x="211" y="116"/>
                  </a:lnTo>
                  <a:lnTo>
                    <a:pt x="219" y="116"/>
                  </a:lnTo>
                  <a:lnTo>
                    <a:pt x="219" y="116"/>
                  </a:lnTo>
                  <a:lnTo>
                    <a:pt x="215" y="124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29" y="135"/>
                  </a:lnTo>
                  <a:lnTo>
                    <a:pt x="229" y="135"/>
                  </a:lnTo>
                  <a:lnTo>
                    <a:pt x="229" y="142"/>
                  </a:lnTo>
                  <a:lnTo>
                    <a:pt x="229" y="142"/>
                  </a:lnTo>
                  <a:lnTo>
                    <a:pt x="233" y="140"/>
                  </a:lnTo>
                  <a:lnTo>
                    <a:pt x="235" y="138"/>
                  </a:lnTo>
                  <a:lnTo>
                    <a:pt x="237" y="136"/>
                  </a:lnTo>
                  <a:lnTo>
                    <a:pt x="240" y="136"/>
                  </a:lnTo>
                  <a:lnTo>
                    <a:pt x="242" y="142"/>
                  </a:lnTo>
                  <a:lnTo>
                    <a:pt x="242" y="142"/>
                  </a:lnTo>
                  <a:lnTo>
                    <a:pt x="248" y="140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9" y="144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2" y="138"/>
                  </a:lnTo>
                  <a:lnTo>
                    <a:pt x="266" y="138"/>
                  </a:lnTo>
                  <a:lnTo>
                    <a:pt x="270" y="140"/>
                  </a:lnTo>
                  <a:lnTo>
                    <a:pt x="273" y="140"/>
                  </a:lnTo>
                  <a:lnTo>
                    <a:pt x="279" y="138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4" y="131"/>
                  </a:lnTo>
                  <a:lnTo>
                    <a:pt x="284" y="131"/>
                  </a:lnTo>
                  <a:lnTo>
                    <a:pt x="279" y="127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0" y="129"/>
                  </a:lnTo>
                  <a:lnTo>
                    <a:pt x="270" y="129"/>
                  </a:lnTo>
                  <a:lnTo>
                    <a:pt x="264" y="129"/>
                  </a:lnTo>
                  <a:lnTo>
                    <a:pt x="259" y="129"/>
                  </a:lnTo>
                  <a:lnTo>
                    <a:pt x="259" y="129"/>
                  </a:lnTo>
                  <a:lnTo>
                    <a:pt x="259" y="124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3" y="120"/>
                  </a:lnTo>
                  <a:lnTo>
                    <a:pt x="253" y="118"/>
                  </a:lnTo>
                  <a:lnTo>
                    <a:pt x="260" y="118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80" y="122"/>
                  </a:lnTo>
                  <a:lnTo>
                    <a:pt x="273" y="120"/>
                  </a:lnTo>
                  <a:lnTo>
                    <a:pt x="273" y="115"/>
                  </a:lnTo>
                  <a:lnTo>
                    <a:pt x="273" y="115"/>
                  </a:lnTo>
                  <a:lnTo>
                    <a:pt x="277" y="115"/>
                  </a:lnTo>
                  <a:lnTo>
                    <a:pt x="279" y="113"/>
                  </a:lnTo>
                  <a:lnTo>
                    <a:pt x="280" y="111"/>
                  </a:lnTo>
                  <a:lnTo>
                    <a:pt x="284" y="111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91" y="116"/>
                  </a:lnTo>
                  <a:lnTo>
                    <a:pt x="291" y="116"/>
                  </a:lnTo>
                  <a:lnTo>
                    <a:pt x="291" y="124"/>
                  </a:lnTo>
                  <a:lnTo>
                    <a:pt x="291" y="124"/>
                  </a:lnTo>
                  <a:lnTo>
                    <a:pt x="295" y="126"/>
                  </a:lnTo>
                  <a:lnTo>
                    <a:pt x="297" y="124"/>
                  </a:lnTo>
                  <a:lnTo>
                    <a:pt x="301" y="122"/>
                  </a:lnTo>
                  <a:lnTo>
                    <a:pt x="299" y="118"/>
                  </a:lnTo>
                  <a:lnTo>
                    <a:pt x="299" y="116"/>
                  </a:lnTo>
                  <a:lnTo>
                    <a:pt x="297" y="116"/>
                  </a:lnTo>
                  <a:lnTo>
                    <a:pt x="297" y="116"/>
                  </a:lnTo>
                  <a:lnTo>
                    <a:pt x="297" y="115"/>
                  </a:lnTo>
                  <a:lnTo>
                    <a:pt x="299" y="109"/>
                  </a:lnTo>
                  <a:lnTo>
                    <a:pt x="299" y="106"/>
                  </a:lnTo>
                  <a:lnTo>
                    <a:pt x="297" y="102"/>
                  </a:lnTo>
                  <a:lnTo>
                    <a:pt x="297" y="102"/>
                  </a:lnTo>
                  <a:lnTo>
                    <a:pt x="291" y="100"/>
                  </a:lnTo>
                  <a:lnTo>
                    <a:pt x="286" y="100"/>
                  </a:lnTo>
                  <a:lnTo>
                    <a:pt x="277" y="100"/>
                  </a:lnTo>
                  <a:lnTo>
                    <a:pt x="271" y="100"/>
                  </a:lnTo>
                  <a:lnTo>
                    <a:pt x="268" y="100"/>
                  </a:lnTo>
                  <a:lnTo>
                    <a:pt x="264" y="96"/>
                  </a:lnTo>
                  <a:lnTo>
                    <a:pt x="262" y="93"/>
                  </a:lnTo>
                  <a:lnTo>
                    <a:pt x="262" y="93"/>
                  </a:lnTo>
                  <a:lnTo>
                    <a:pt x="262" y="89"/>
                  </a:lnTo>
                  <a:lnTo>
                    <a:pt x="262" y="85"/>
                  </a:lnTo>
                  <a:lnTo>
                    <a:pt x="257" y="85"/>
                  </a:lnTo>
                  <a:lnTo>
                    <a:pt x="259" y="93"/>
                  </a:lnTo>
                  <a:lnTo>
                    <a:pt x="259" y="95"/>
                  </a:lnTo>
                  <a:lnTo>
                    <a:pt x="259" y="95"/>
                  </a:lnTo>
                  <a:lnTo>
                    <a:pt x="257" y="95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49" y="91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40" y="80"/>
                  </a:lnTo>
                  <a:lnTo>
                    <a:pt x="239" y="76"/>
                  </a:lnTo>
                  <a:lnTo>
                    <a:pt x="237" y="71"/>
                  </a:lnTo>
                  <a:lnTo>
                    <a:pt x="235" y="65"/>
                  </a:lnTo>
                  <a:lnTo>
                    <a:pt x="235" y="65"/>
                  </a:lnTo>
                  <a:lnTo>
                    <a:pt x="233" y="64"/>
                  </a:lnTo>
                  <a:lnTo>
                    <a:pt x="231" y="64"/>
                  </a:lnTo>
                  <a:lnTo>
                    <a:pt x="228" y="64"/>
                  </a:lnTo>
                  <a:lnTo>
                    <a:pt x="228" y="64"/>
                  </a:lnTo>
                  <a:lnTo>
                    <a:pt x="226" y="58"/>
                  </a:lnTo>
                  <a:lnTo>
                    <a:pt x="224" y="53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0" y="44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5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3" y="38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1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193" y="2"/>
                  </a:lnTo>
                  <a:lnTo>
                    <a:pt x="186" y="7"/>
                  </a:lnTo>
                  <a:lnTo>
                    <a:pt x="186" y="7"/>
                  </a:lnTo>
                  <a:lnTo>
                    <a:pt x="188" y="22"/>
                  </a:lnTo>
                  <a:lnTo>
                    <a:pt x="189" y="25"/>
                  </a:lnTo>
                  <a:lnTo>
                    <a:pt x="189" y="29"/>
                  </a:lnTo>
                  <a:lnTo>
                    <a:pt x="193" y="31"/>
                  </a:lnTo>
                  <a:lnTo>
                    <a:pt x="197" y="33"/>
                  </a:lnTo>
                  <a:lnTo>
                    <a:pt x="211" y="36"/>
                  </a:lnTo>
                  <a:lnTo>
                    <a:pt x="211" y="36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2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40"/>
                  </a:lnTo>
                  <a:lnTo>
                    <a:pt x="198" y="42"/>
                  </a:lnTo>
                  <a:lnTo>
                    <a:pt x="197" y="44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3" y="40"/>
                  </a:lnTo>
                  <a:lnTo>
                    <a:pt x="191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4" y="51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71" y="58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7" y="38"/>
                  </a:lnTo>
                  <a:lnTo>
                    <a:pt x="178" y="34"/>
                  </a:lnTo>
                  <a:lnTo>
                    <a:pt x="178" y="31"/>
                  </a:lnTo>
                  <a:lnTo>
                    <a:pt x="171" y="29"/>
                  </a:lnTo>
                  <a:lnTo>
                    <a:pt x="171" y="29"/>
                  </a:lnTo>
                  <a:lnTo>
                    <a:pt x="169" y="25"/>
                  </a:lnTo>
                  <a:lnTo>
                    <a:pt x="169" y="22"/>
                  </a:lnTo>
                  <a:lnTo>
                    <a:pt x="167" y="20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1" y="22"/>
                  </a:lnTo>
                  <a:lnTo>
                    <a:pt x="147" y="31"/>
                  </a:lnTo>
                  <a:lnTo>
                    <a:pt x="147" y="31"/>
                  </a:lnTo>
                  <a:lnTo>
                    <a:pt x="140" y="31"/>
                  </a:lnTo>
                  <a:lnTo>
                    <a:pt x="140" y="31"/>
                  </a:lnTo>
                  <a:lnTo>
                    <a:pt x="133" y="20"/>
                  </a:lnTo>
                  <a:lnTo>
                    <a:pt x="127" y="1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1"/>
                  </a:lnTo>
                  <a:lnTo>
                    <a:pt x="113" y="11"/>
                  </a:lnTo>
                  <a:lnTo>
                    <a:pt x="113" y="11"/>
                  </a:lnTo>
                  <a:lnTo>
                    <a:pt x="113" y="27"/>
                  </a:lnTo>
                  <a:lnTo>
                    <a:pt x="115" y="42"/>
                  </a:lnTo>
                  <a:lnTo>
                    <a:pt x="107" y="44"/>
                  </a:lnTo>
                  <a:lnTo>
                    <a:pt x="107" y="44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16"/>
                  </a:lnTo>
                  <a:lnTo>
                    <a:pt x="89" y="7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5" name="Freeform 348">
              <a:extLst>
                <a:ext uri="{FF2B5EF4-FFF2-40B4-BE49-F238E27FC236}">
                  <a16:creationId xmlns:a16="http://schemas.microsoft.com/office/drawing/2014/main" id="{DCE07056-34B0-4AD3-A7F6-CD648F58C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334" y="1520374"/>
              <a:ext cx="10382" cy="7415"/>
            </a:xfrm>
            <a:custGeom>
              <a:avLst/>
              <a:gdLst>
                <a:gd name="T0" fmla="*/ 4 w 7"/>
                <a:gd name="T1" fmla="*/ 0 h 5"/>
                <a:gd name="T2" fmla="*/ 4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4 w 7"/>
                <a:gd name="T9" fmla="*/ 5 h 5"/>
                <a:gd name="T10" fmla="*/ 4 w 7"/>
                <a:gd name="T11" fmla="*/ 5 h 5"/>
                <a:gd name="T12" fmla="*/ 0 w 7"/>
                <a:gd name="T13" fmla="*/ 5 h 5"/>
                <a:gd name="T14" fmla="*/ 0 w 7"/>
                <a:gd name="T15" fmla="*/ 4 h 5"/>
                <a:gd name="T16" fmla="*/ 2 w 7"/>
                <a:gd name="T17" fmla="*/ 2 h 5"/>
                <a:gd name="T18" fmla="*/ 4 w 7"/>
                <a:gd name="T19" fmla="*/ 0 h 5"/>
                <a:gd name="T20" fmla="*/ 4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6" name="Freeform 349">
              <a:extLst>
                <a:ext uri="{FF2B5EF4-FFF2-40B4-BE49-F238E27FC236}">
                  <a16:creationId xmlns:a16="http://schemas.microsoft.com/office/drawing/2014/main" id="{CC074463-28DD-4DD0-ADE5-F1951E6C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388" y="1501096"/>
              <a:ext cx="157199" cy="146818"/>
            </a:xfrm>
            <a:custGeom>
              <a:avLst/>
              <a:gdLst>
                <a:gd name="T0" fmla="*/ 71 w 106"/>
                <a:gd name="T1" fmla="*/ 6 h 99"/>
                <a:gd name="T2" fmla="*/ 49 w 106"/>
                <a:gd name="T3" fmla="*/ 13 h 99"/>
                <a:gd name="T4" fmla="*/ 51 w 106"/>
                <a:gd name="T5" fmla="*/ 17 h 99"/>
                <a:gd name="T6" fmla="*/ 53 w 106"/>
                <a:gd name="T7" fmla="*/ 18 h 99"/>
                <a:gd name="T8" fmla="*/ 35 w 106"/>
                <a:gd name="T9" fmla="*/ 17 h 99"/>
                <a:gd name="T10" fmla="*/ 29 w 106"/>
                <a:gd name="T11" fmla="*/ 18 h 99"/>
                <a:gd name="T12" fmla="*/ 24 w 106"/>
                <a:gd name="T13" fmla="*/ 26 h 99"/>
                <a:gd name="T14" fmla="*/ 22 w 106"/>
                <a:gd name="T15" fmla="*/ 26 h 99"/>
                <a:gd name="T16" fmla="*/ 24 w 106"/>
                <a:gd name="T17" fmla="*/ 33 h 99"/>
                <a:gd name="T18" fmla="*/ 28 w 106"/>
                <a:gd name="T19" fmla="*/ 35 h 99"/>
                <a:gd name="T20" fmla="*/ 42 w 106"/>
                <a:gd name="T21" fmla="*/ 35 h 99"/>
                <a:gd name="T22" fmla="*/ 40 w 106"/>
                <a:gd name="T23" fmla="*/ 40 h 99"/>
                <a:gd name="T24" fmla="*/ 42 w 106"/>
                <a:gd name="T25" fmla="*/ 46 h 99"/>
                <a:gd name="T26" fmla="*/ 40 w 106"/>
                <a:gd name="T27" fmla="*/ 49 h 99"/>
                <a:gd name="T28" fmla="*/ 37 w 106"/>
                <a:gd name="T29" fmla="*/ 53 h 99"/>
                <a:gd name="T30" fmla="*/ 24 w 106"/>
                <a:gd name="T31" fmla="*/ 51 h 99"/>
                <a:gd name="T32" fmla="*/ 9 w 106"/>
                <a:gd name="T33" fmla="*/ 40 h 99"/>
                <a:gd name="T34" fmla="*/ 6 w 106"/>
                <a:gd name="T35" fmla="*/ 42 h 99"/>
                <a:gd name="T36" fmla="*/ 0 w 106"/>
                <a:gd name="T37" fmla="*/ 42 h 99"/>
                <a:gd name="T38" fmla="*/ 2 w 106"/>
                <a:gd name="T39" fmla="*/ 55 h 99"/>
                <a:gd name="T40" fmla="*/ 2 w 106"/>
                <a:gd name="T41" fmla="*/ 55 h 99"/>
                <a:gd name="T42" fmla="*/ 9 w 106"/>
                <a:gd name="T43" fmla="*/ 62 h 99"/>
                <a:gd name="T44" fmla="*/ 17 w 106"/>
                <a:gd name="T45" fmla="*/ 68 h 99"/>
                <a:gd name="T46" fmla="*/ 22 w 106"/>
                <a:gd name="T47" fmla="*/ 66 h 99"/>
                <a:gd name="T48" fmla="*/ 29 w 106"/>
                <a:gd name="T49" fmla="*/ 62 h 99"/>
                <a:gd name="T50" fmla="*/ 37 w 106"/>
                <a:gd name="T51" fmla="*/ 75 h 99"/>
                <a:gd name="T52" fmla="*/ 46 w 106"/>
                <a:gd name="T53" fmla="*/ 77 h 99"/>
                <a:gd name="T54" fmla="*/ 49 w 106"/>
                <a:gd name="T55" fmla="*/ 77 h 99"/>
                <a:gd name="T56" fmla="*/ 53 w 106"/>
                <a:gd name="T57" fmla="*/ 88 h 99"/>
                <a:gd name="T58" fmla="*/ 57 w 106"/>
                <a:gd name="T59" fmla="*/ 97 h 99"/>
                <a:gd name="T60" fmla="*/ 60 w 106"/>
                <a:gd name="T61" fmla="*/ 99 h 99"/>
                <a:gd name="T62" fmla="*/ 64 w 106"/>
                <a:gd name="T63" fmla="*/ 99 h 99"/>
                <a:gd name="T64" fmla="*/ 71 w 106"/>
                <a:gd name="T65" fmla="*/ 93 h 99"/>
                <a:gd name="T66" fmla="*/ 86 w 106"/>
                <a:gd name="T67" fmla="*/ 82 h 99"/>
                <a:gd name="T68" fmla="*/ 90 w 106"/>
                <a:gd name="T69" fmla="*/ 80 h 99"/>
                <a:gd name="T70" fmla="*/ 97 w 106"/>
                <a:gd name="T71" fmla="*/ 80 h 99"/>
                <a:gd name="T72" fmla="*/ 100 w 106"/>
                <a:gd name="T73" fmla="*/ 80 h 99"/>
                <a:gd name="T74" fmla="*/ 102 w 106"/>
                <a:gd name="T75" fmla="*/ 75 h 99"/>
                <a:gd name="T76" fmla="*/ 104 w 106"/>
                <a:gd name="T77" fmla="*/ 73 h 99"/>
                <a:gd name="T78" fmla="*/ 102 w 106"/>
                <a:gd name="T79" fmla="*/ 53 h 99"/>
                <a:gd name="T80" fmla="*/ 104 w 106"/>
                <a:gd name="T81" fmla="*/ 49 h 99"/>
                <a:gd name="T82" fmla="*/ 97 w 106"/>
                <a:gd name="T83" fmla="*/ 48 h 99"/>
                <a:gd name="T84" fmla="*/ 90 w 106"/>
                <a:gd name="T85" fmla="*/ 55 h 99"/>
                <a:gd name="T86" fmla="*/ 88 w 106"/>
                <a:gd name="T87" fmla="*/ 46 h 99"/>
                <a:gd name="T88" fmla="*/ 84 w 106"/>
                <a:gd name="T89" fmla="*/ 42 h 99"/>
                <a:gd name="T90" fmla="*/ 75 w 106"/>
                <a:gd name="T91" fmla="*/ 40 h 99"/>
                <a:gd name="T92" fmla="*/ 73 w 106"/>
                <a:gd name="T93" fmla="*/ 31 h 99"/>
                <a:gd name="T94" fmla="*/ 86 w 106"/>
                <a:gd name="T95" fmla="*/ 27 h 99"/>
                <a:gd name="T96" fmla="*/ 88 w 106"/>
                <a:gd name="T97" fmla="*/ 22 h 99"/>
                <a:gd name="T98" fmla="*/ 80 w 106"/>
                <a:gd name="T99" fmla="*/ 13 h 99"/>
                <a:gd name="T100" fmla="*/ 73 w 106"/>
                <a:gd name="T101" fmla="*/ 13 h 99"/>
                <a:gd name="T102" fmla="*/ 77 w 106"/>
                <a:gd name="T103" fmla="*/ 6 h 99"/>
                <a:gd name="T104" fmla="*/ 79 w 106"/>
                <a:gd name="T105" fmla="*/ 0 h 99"/>
                <a:gd name="T106" fmla="*/ 71 w 106"/>
                <a:gd name="T107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99">
                  <a:moveTo>
                    <a:pt x="71" y="2"/>
                  </a:moveTo>
                  <a:lnTo>
                    <a:pt x="71" y="6"/>
                  </a:lnTo>
                  <a:lnTo>
                    <a:pt x="71" y="6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0" y="17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29" y="18"/>
                  </a:lnTo>
                  <a:lnTo>
                    <a:pt x="24" y="20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2" y="27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35"/>
                  </a:lnTo>
                  <a:lnTo>
                    <a:pt x="33" y="35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0" y="40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0" y="48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24" y="51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7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42" y="75"/>
                  </a:lnTo>
                  <a:lnTo>
                    <a:pt x="46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82"/>
                  </a:lnTo>
                  <a:lnTo>
                    <a:pt x="53" y="88"/>
                  </a:lnTo>
                  <a:lnTo>
                    <a:pt x="53" y="93"/>
                  </a:lnTo>
                  <a:lnTo>
                    <a:pt x="57" y="97"/>
                  </a:lnTo>
                  <a:lnTo>
                    <a:pt x="57" y="97"/>
                  </a:lnTo>
                  <a:lnTo>
                    <a:pt x="60" y="99"/>
                  </a:lnTo>
                  <a:lnTo>
                    <a:pt x="62" y="99"/>
                  </a:lnTo>
                  <a:lnTo>
                    <a:pt x="64" y="99"/>
                  </a:lnTo>
                  <a:lnTo>
                    <a:pt x="64" y="99"/>
                  </a:lnTo>
                  <a:lnTo>
                    <a:pt x="71" y="93"/>
                  </a:lnTo>
                  <a:lnTo>
                    <a:pt x="82" y="88"/>
                  </a:lnTo>
                  <a:lnTo>
                    <a:pt x="86" y="82"/>
                  </a:lnTo>
                  <a:lnTo>
                    <a:pt x="86" y="82"/>
                  </a:lnTo>
                  <a:lnTo>
                    <a:pt x="90" y="80"/>
                  </a:lnTo>
                  <a:lnTo>
                    <a:pt x="93" y="80"/>
                  </a:lnTo>
                  <a:lnTo>
                    <a:pt x="97" y="80"/>
                  </a:lnTo>
                  <a:lnTo>
                    <a:pt x="100" y="80"/>
                  </a:lnTo>
                  <a:lnTo>
                    <a:pt x="100" y="80"/>
                  </a:lnTo>
                  <a:lnTo>
                    <a:pt x="102" y="77"/>
                  </a:lnTo>
                  <a:lnTo>
                    <a:pt x="102" y="75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2" y="53"/>
                  </a:lnTo>
                  <a:lnTo>
                    <a:pt x="102" y="53"/>
                  </a:lnTo>
                  <a:lnTo>
                    <a:pt x="106" y="51"/>
                  </a:lnTo>
                  <a:lnTo>
                    <a:pt x="104" y="49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95" y="51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46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75" y="40"/>
                  </a:lnTo>
                  <a:lnTo>
                    <a:pt x="75" y="40"/>
                  </a:lnTo>
                  <a:lnTo>
                    <a:pt x="75" y="37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86" y="27"/>
                  </a:lnTo>
                  <a:lnTo>
                    <a:pt x="90" y="26"/>
                  </a:lnTo>
                  <a:lnTo>
                    <a:pt x="88" y="22"/>
                  </a:lnTo>
                  <a:lnTo>
                    <a:pt x="80" y="13"/>
                  </a:lnTo>
                  <a:lnTo>
                    <a:pt x="80" y="13"/>
                  </a:lnTo>
                  <a:lnTo>
                    <a:pt x="75" y="15"/>
                  </a:lnTo>
                  <a:lnTo>
                    <a:pt x="73" y="13"/>
                  </a:lnTo>
                  <a:lnTo>
                    <a:pt x="73" y="9"/>
                  </a:lnTo>
                  <a:lnTo>
                    <a:pt x="77" y="6"/>
                  </a:lnTo>
                  <a:lnTo>
                    <a:pt x="79" y="4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1" y="2"/>
                  </a:lnTo>
                  <a:lnTo>
                    <a:pt x="7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7" name="Freeform 350">
              <a:extLst>
                <a:ext uri="{FF2B5EF4-FFF2-40B4-BE49-F238E27FC236}">
                  <a16:creationId xmlns:a16="http://schemas.microsoft.com/office/drawing/2014/main" id="{7247B590-B029-4178-BB96-FDA0332F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02" y="1487748"/>
              <a:ext cx="223934" cy="164614"/>
            </a:xfrm>
            <a:custGeom>
              <a:avLst/>
              <a:gdLst>
                <a:gd name="T0" fmla="*/ 55 w 151"/>
                <a:gd name="T1" fmla="*/ 0 h 111"/>
                <a:gd name="T2" fmla="*/ 42 w 151"/>
                <a:gd name="T3" fmla="*/ 7 h 111"/>
                <a:gd name="T4" fmla="*/ 24 w 151"/>
                <a:gd name="T5" fmla="*/ 13 h 111"/>
                <a:gd name="T6" fmla="*/ 7 w 151"/>
                <a:gd name="T7" fmla="*/ 18 h 111"/>
                <a:gd name="T8" fmla="*/ 9 w 151"/>
                <a:gd name="T9" fmla="*/ 46 h 111"/>
                <a:gd name="T10" fmla="*/ 13 w 151"/>
                <a:gd name="T11" fmla="*/ 51 h 111"/>
                <a:gd name="T12" fmla="*/ 6 w 151"/>
                <a:gd name="T13" fmla="*/ 55 h 111"/>
                <a:gd name="T14" fmla="*/ 7 w 151"/>
                <a:gd name="T15" fmla="*/ 60 h 111"/>
                <a:gd name="T16" fmla="*/ 11 w 151"/>
                <a:gd name="T17" fmla="*/ 64 h 111"/>
                <a:gd name="T18" fmla="*/ 0 w 151"/>
                <a:gd name="T19" fmla="*/ 86 h 111"/>
                <a:gd name="T20" fmla="*/ 9 w 151"/>
                <a:gd name="T21" fmla="*/ 91 h 111"/>
                <a:gd name="T22" fmla="*/ 15 w 151"/>
                <a:gd name="T23" fmla="*/ 97 h 111"/>
                <a:gd name="T24" fmla="*/ 20 w 151"/>
                <a:gd name="T25" fmla="*/ 108 h 111"/>
                <a:gd name="T26" fmla="*/ 22 w 151"/>
                <a:gd name="T27" fmla="*/ 111 h 111"/>
                <a:gd name="T28" fmla="*/ 29 w 151"/>
                <a:gd name="T29" fmla="*/ 111 h 111"/>
                <a:gd name="T30" fmla="*/ 35 w 151"/>
                <a:gd name="T31" fmla="*/ 111 h 111"/>
                <a:gd name="T32" fmla="*/ 48 w 151"/>
                <a:gd name="T33" fmla="*/ 93 h 111"/>
                <a:gd name="T34" fmla="*/ 49 w 151"/>
                <a:gd name="T35" fmla="*/ 93 h 111"/>
                <a:gd name="T36" fmla="*/ 49 w 151"/>
                <a:gd name="T37" fmla="*/ 97 h 111"/>
                <a:gd name="T38" fmla="*/ 53 w 151"/>
                <a:gd name="T39" fmla="*/ 97 h 111"/>
                <a:gd name="T40" fmla="*/ 51 w 151"/>
                <a:gd name="T41" fmla="*/ 98 h 111"/>
                <a:gd name="T42" fmla="*/ 66 w 151"/>
                <a:gd name="T43" fmla="*/ 97 h 111"/>
                <a:gd name="T44" fmla="*/ 69 w 151"/>
                <a:gd name="T45" fmla="*/ 97 h 111"/>
                <a:gd name="T46" fmla="*/ 73 w 151"/>
                <a:gd name="T47" fmla="*/ 97 h 111"/>
                <a:gd name="T48" fmla="*/ 79 w 151"/>
                <a:gd name="T49" fmla="*/ 86 h 111"/>
                <a:gd name="T50" fmla="*/ 82 w 151"/>
                <a:gd name="T51" fmla="*/ 75 h 111"/>
                <a:gd name="T52" fmla="*/ 84 w 151"/>
                <a:gd name="T53" fmla="*/ 69 h 111"/>
                <a:gd name="T54" fmla="*/ 108 w 151"/>
                <a:gd name="T55" fmla="*/ 51 h 111"/>
                <a:gd name="T56" fmla="*/ 133 w 151"/>
                <a:gd name="T57" fmla="*/ 38 h 111"/>
                <a:gd name="T58" fmla="*/ 141 w 151"/>
                <a:gd name="T59" fmla="*/ 36 h 111"/>
                <a:gd name="T60" fmla="*/ 142 w 151"/>
                <a:gd name="T61" fmla="*/ 38 h 111"/>
                <a:gd name="T62" fmla="*/ 148 w 151"/>
                <a:gd name="T63" fmla="*/ 40 h 111"/>
                <a:gd name="T64" fmla="*/ 150 w 151"/>
                <a:gd name="T65" fmla="*/ 38 h 111"/>
                <a:gd name="T66" fmla="*/ 151 w 151"/>
                <a:gd name="T67" fmla="*/ 29 h 111"/>
                <a:gd name="T68" fmla="*/ 148 w 151"/>
                <a:gd name="T69" fmla="*/ 29 h 111"/>
                <a:gd name="T70" fmla="*/ 142 w 151"/>
                <a:gd name="T71" fmla="*/ 27 h 111"/>
                <a:gd name="T72" fmla="*/ 135 w 151"/>
                <a:gd name="T73" fmla="*/ 18 h 111"/>
                <a:gd name="T74" fmla="*/ 128 w 151"/>
                <a:gd name="T75" fmla="*/ 15 h 111"/>
                <a:gd name="T76" fmla="*/ 110 w 151"/>
                <a:gd name="T77" fmla="*/ 15 h 111"/>
                <a:gd name="T78" fmla="*/ 91 w 151"/>
                <a:gd name="T79" fmla="*/ 18 h 111"/>
                <a:gd name="T80" fmla="*/ 86 w 151"/>
                <a:gd name="T81" fmla="*/ 13 h 111"/>
                <a:gd name="T82" fmla="*/ 59 w 151"/>
                <a:gd name="T83" fmla="*/ 6 h 111"/>
                <a:gd name="T84" fmla="*/ 57 w 151"/>
                <a:gd name="T8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1" h="111">
                  <a:moveTo>
                    <a:pt x="55" y="0"/>
                  </a:moveTo>
                  <a:lnTo>
                    <a:pt x="55" y="0"/>
                  </a:lnTo>
                  <a:lnTo>
                    <a:pt x="48" y="4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24" y="13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9" y="36"/>
                  </a:lnTo>
                  <a:lnTo>
                    <a:pt x="9" y="46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9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7" y="60"/>
                  </a:lnTo>
                  <a:lnTo>
                    <a:pt x="9" y="62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9" y="91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8" y="104"/>
                  </a:lnTo>
                  <a:lnTo>
                    <a:pt x="20" y="108"/>
                  </a:lnTo>
                  <a:lnTo>
                    <a:pt x="22" y="111"/>
                  </a:lnTo>
                  <a:lnTo>
                    <a:pt x="22" y="111"/>
                  </a:lnTo>
                  <a:lnTo>
                    <a:pt x="26" y="111"/>
                  </a:lnTo>
                  <a:lnTo>
                    <a:pt x="29" y="111"/>
                  </a:lnTo>
                  <a:lnTo>
                    <a:pt x="31" y="109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48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53" y="97"/>
                  </a:lnTo>
                  <a:lnTo>
                    <a:pt x="55" y="97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66" y="97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7" y="91"/>
                  </a:lnTo>
                  <a:lnTo>
                    <a:pt x="79" y="86"/>
                  </a:lnTo>
                  <a:lnTo>
                    <a:pt x="79" y="80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84" y="69"/>
                  </a:lnTo>
                  <a:lnTo>
                    <a:pt x="91" y="64"/>
                  </a:lnTo>
                  <a:lnTo>
                    <a:pt x="108" y="51"/>
                  </a:lnTo>
                  <a:lnTo>
                    <a:pt x="126" y="42"/>
                  </a:lnTo>
                  <a:lnTo>
                    <a:pt x="133" y="38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4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50" y="38"/>
                  </a:lnTo>
                  <a:lnTo>
                    <a:pt x="151" y="35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48" y="29"/>
                  </a:lnTo>
                  <a:lnTo>
                    <a:pt x="142" y="27"/>
                  </a:lnTo>
                  <a:lnTo>
                    <a:pt x="142" y="27"/>
                  </a:lnTo>
                  <a:lnTo>
                    <a:pt x="139" y="22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28" y="15"/>
                  </a:lnTo>
                  <a:lnTo>
                    <a:pt x="122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91" y="18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71" y="9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7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8" name="Freeform 351">
              <a:extLst>
                <a:ext uri="{FF2B5EF4-FFF2-40B4-BE49-F238E27FC236}">
                  <a16:creationId xmlns:a16="http://schemas.microsoft.com/office/drawing/2014/main" id="{D6AD0DE8-AA57-4350-9153-086FF63E0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028" y="14847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0 h 6"/>
                <a:gd name="T6" fmla="*/ 0 w 6"/>
                <a:gd name="T7" fmla="*/ 2 h 6"/>
                <a:gd name="T8" fmla="*/ 2 w 6"/>
                <a:gd name="T9" fmla="*/ 4 h 6"/>
                <a:gd name="T10" fmla="*/ 6 w 6"/>
                <a:gd name="T11" fmla="*/ 6 h 6"/>
                <a:gd name="T12" fmla="*/ 6 w 6"/>
                <a:gd name="T13" fmla="*/ 6 h 6"/>
                <a:gd name="T14" fmla="*/ 6 w 6"/>
                <a:gd name="T15" fmla="*/ 2 h 6"/>
                <a:gd name="T16" fmla="*/ 6 w 6"/>
                <a:gd name="T17" fmla="*/ 0 h 6"/>
                <a:gd name="T18" fmla="*/ 2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9" name="Freeform 352">
              <a:extLst>
                <a:ext uri="{FF2B5EF4-FFF2-40B4-BE49-F238E27FC236}">
                  <a16:creationId xmlns:a16="http://schemas.microsoft.com/office/drawing/2014/main" id="{E363A414-407D-40F9-B0DE-8449721C3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727" y="1452156"/>
              <a:ext cx="5932" cy="19280"/>
            </a:xfrm>
            <a:custGeom>
              <a:avLst/>
              <a:gdLst>
                <a:gd name="T0" fmla="*/ 0 w 4"/>
                <a:gd name="T1" fmla="*/ 0 h 13"/>
                <a:gd name="T2" fmla="*/ 0 w 4"/>
                <a:gd name="T3" fmla="*/ 0 h 13"/>
                <a:gd name="T4" fmla="*/ 0 w 4"/>
                <a:gd name="T5" fmla="*/ 13 h 13"/>
                <a:gd name="T6" fmla="*/ 0 w 4"/>
                <a:gd name="T7" fmla="*/ 13 h 13"/>
                <a:gd name="T8" fmla="*/ 2 w 4"/>
                <a:gd name="T9" fmla="*/ 13 h 13"/>
                <a:gd name="T10" fmla="*/ 4 w 4"/>
                <a:gd name="T11" fmla="*/ 13 h 13"/>
                <a:gd name="T12" fmla="*/ 4 w 4"/>
                <a:gd name="T13" fmla="*/ 9 h 13"/>
                <a:gd name="T14" fmla="*/ 2 w 4"/>
                <a:gd name="T15" fmla="*/ 4 h 13"/>
                <a:gd name="T16" fmla="*/ 0 w 4"/>
                <a:gd name="T17" fmla="*/ 0 h 13"/>
                <a:gd name="T18" fmla="*/ 0 w 4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0" name="Freeform 353">
              <a:extLst>
                <a:ext uri="{FF2B5EF4-FFF2-40B4-BE49-F238E27FC236}">
                  <a16:creationId xmlns:a16="http://schemas.microsoft.com/office/drawing/2014/main" id="{66984A8E-313E-4350-B350-393453AF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435844"/>
              <a:ext cx="62286" cy="60804"/>
            </a:xfrm>
            <a:custGeom>
              <a:avLst/>
              <a:gdLst>
                <a:gd name="T0" fmla="*/ 15 w 42"/>
                <a:gd name="T1" fmla="*/ 0 h 41"/>
                <a:gd name="T2" fmla="*/ 15 w 42"/>
                <a:gd name="T3" fmla="*/ 0 h 41"/>
                <a:gd name="T4" fmla="*/ 13 w 42"/>
                <a:gd name="T5" fmla="*/ 4 h 41"/>
                <a:gd name="T6" fmla="*/ 13 w 42"/>
                <a:gd name="T7" fmla="*/ 8 h 41"/>
                <a:gd name="T8" fmla="*/ 11 w 42"/>
                <a:gd name="T9" fmla="*/ 13 h 41"/>
                <a:gd name="T10" fmla="*/ 6 w 42"/>
                <a:gd name="T11" fmla="*/ 13 h 41"/>
                <a:gd name="T12" fmla="*/ 6 w 42"/>
                <a:gd name="T13" fmla="*/ 13 h 41"/>
                <a:gd name="T14" fmla="*/ 4 w 42"/>
                <a:gd name="T15" fmla="*/ 20 h 41"/>
                <a:gd name="T16" fmla="*/ 0 w 42"/>
                <a:gd name="T17" fmla="*/ 28 h 41"/>
                <a:gd name="T18" fmla="*/ 0 w 42"/>
                <a:gd name="T19" fmla="*/ 28 h 41"/>
                <a:gd name="T20" fmla="*/ 6 w 42"/>
                <a:gd name="T21" fmla="*/ 28 h 41"/>
                <a:gd name="T22" fmla="*/ 11 w 42"/>
                <a:gd name="T23" fmla="*/ 28 h 41"/>
                <a:gd name="T24" fmla="*/ 13 w 42"/>
                <a:gd name="T25" fmla="*/ 33 h 41"/>
                <a:gd name="T26" fmla="*/ 13 w 42"/>
                <a:gd name="T27" fmla="*/ 33 h 41"/>
                <a:gd name="T28" fmla="*/ 19 w 42"/>
                <a:gd name="T29" fmla="*/ 35 h 41"/>
                <a:gd name="T30" fmla="*/ 22 w 42"/>
                <a:gd name="T31" fmla="*/ 35 h 41"/>
                <a:gd name="T32" fmla="*/ 26 w 42"/>
                <a:gd name="T33" fmla="*/ 35 h 41"/>
                <a:gd name="T34" fmla="*/ 29 w 42"/>
                <a:gd name="T35" fmla="*/ 35 h 41"/>
                <a:gd name="T36" fmla="*/ 29 w 42"/>
                <a:gd name="T37" fmla="*/ 35 h 41"/>
                <a:gd name="T38" fmla="*/ 31 w 42"/>
                <a:gd name="T39" fmla="*/ 39 h 41"/>
                <a:gd name="T40" fmla="*/ 35 w 42"/>
                <a:gd name="T41" fmla="*/ 41 h 41"/>
                <a:gd name="T42" fmla="*/ 35 w 42"/>
                <a:gd name="T43" fmla="*/ 41 h 41"/>
                <a:gd name="T44" fmla="*/ 39 w 42"/>
                <a:gd name="T45" fmla="*/ 35 h 41"/>
                <a:gd name="T46" fmla="*/ 42 w 42"/>
                <a:gd name="T47" fmla="*/ 28 h 41"/>
                <a:gd name="T48" fmla="*/ 42 w 42"/>
                <a:gd name="T49" fmla="*/ 28 h 41"/>
                <a:gd name="T50" fmla="*/ 42 w 42"/>
                <a:gd name="T51" fmla="*/ 20 h 41"/>
                <a:gd name="T52" fmla="*/ 39 w 42"/>
                <a:gd name="T53" fmla="*/ 13 h 41"/>
                <a:gd name="T54" fmla="*/ 33 w 42"/>
                <a:gd name="T55" fmla="*/ 0 h 41"/>
                <a:gd name="T56" fmla="*/ 33 w 42"/>
                <a:gd name="T57" fmla="*/ 0 h 41"/>
                <a:gd name="T58" fmla="*/ 24 w 42"/>
                <a:gd name="T59" fmla="*/ 2 h 41"/>
                <a:gd name="T60" fmla="*/ 20 w 42"/>
                <a:gd name="T61" fmla="*/ 2 h 41"/>
                <a:gd name="T62" fmla="*/ 20 w 42"/>
                <a:gd name="T63" fmla="*/ 4 h 41"/>
                <a:gd name="T64" fmla="*/ 20 w 42"/>
                <a:gd name="T65" fmla="*/ 4 h 41"/>
                <a:gd name="T66" fmla="*/ 20 w 42"/>
                <a:gd name="T67" fmla="*/ 4 h 41"/>
                <a:gd name="T68" fmla="*/ 19 w 42"/>
                <a:gd name="T69" fmla="*/ 2 h 41"/>
                <a:gd name="T70" fmla="*/ 15 w 42"/>
                <a:gd name="T71" fmla="*/ 0 h 41"/>
                <a:gd name="T72" fmla="*/ 15 w 42"/>
                <a:gd name="T7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41">
                  <a:moveTo>
                    <a:pt x="15" y="0"/>
                  </a:moveTo>
                  <a:lnTo>
                    <a:pt x="15" y="0"/>
                  </a:lnTo>
                  <a:lnTo>
                    <a:pt x="13" y="4"/>
                  </a:lnTo>
                  <a:lnTo>
                    <a:pt x="13" y="8"/>
                  </a:lnTo>
                  <a:lnTo>
                    <a:pt x="11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2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1" y="28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6" y="35"/>
                  </a:lnTo>
                  <a:lnTo>
                    <a:pt x="29" y="35"/>
                  </a:lnTo>
                  <a:lnTo>
                    <a:pt x="29" y="35"/>
                  </a:lnTo>
                  <a:lnTo>
                    <a:pt x="31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9" y="35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2" y="20"/>
                  </a:lnTo>
                  <a:lnTo>
                    <a:pt x="39" y="1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1" name="Freeform 354">
              <a:extLst>
                <a:ext uri="{FF2B5EF4-FFF2-40B4-BE49-F238E27FC236}">
                  <a16:creationId xmlns:a16="http://schemas.microsoft.com/office/drawing/2014/main" id="{1AE46067-94F2-4A1D-B885-EF96F891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273" y="1434360"/>
              <a:ext cx="23728" cy="17796"/>
            </a:xfrm>
            <a:custGeom>
              <a:avLst/>
              <a:gdLst>
                <a:gd name="T0" fmla="*/ 13 w 16"/>
                <a:gd name="T1" fmla="*/ 0 h 12"/>
                <a:gd name="T2" fmla="*/ 13 w 16"/>
                <a:gd name="T3" fmla="*/ 0 h 12"/>
                <a:gd name="T4" fmla="*/ 9 w 16"/>
                <a:gd name="T5" fmla="*/ 5 h 12"/>
                <a:gd name="T6" fmla="*/ 9 w 16"/>
                <a:gd name="T7" fmla="*/ 5 h 12"/>
                <a:gd name="T8" fmla="*/ 2 w 16"/>
                <a:gd name="T9" fmla="*/ 7 h 12"/>
                <a:gd name="T10" fmla="*/ 0 w 16"/>
                <a:gd name="T11" fmla="*/ 7 h 12"/>
                <a:gd name="T12" fmla="*/ 2 w 16"/>
                <a:gd name="T13" fmla="*/ 11 h 12"/>
                <a:gd name="T14" fmla="*/ 2 w 16"/>
                <a:gd name="T15" fmla="*/ 11 h 12"/>
                <a:gd name="T16" fmla="*/ 4 w 16"/>
                <a:gd name="T17" fmla="*/ 12 h 12"/>
                <a:gd name="T18" fmla="*/ 4 w 16"/>
                <a:gd name="T19" fmla="*/ 12 h 12"/>
                <a:gd name="T20" fmla="*/ 5 w 16"/>
                <a:gd name="T21" fmla="*/ 12 h 12"/>
                <a:gd name="T22" fmla="*/ 5 w 16"/>
                <a:gd name="T23" fmla="*/ 12 h 12"/>
                <a:gd name="T24" fmla="*/ 13 w 16"/>
                <a:gd name="T25" fmla="*/ 3 h 12"/>
                <a:gd name="T26" fmla="*/ 16 w 16"/>
                <a:gd name="T27" fmla="*/ 0 h 12"/>
                <a:gd name="T28" fmla="*/ 15 w 16"/>
                <a:gd name="T29" fmla="*/ 0 h 12"/>
                <a:gd name="T30" fmla="*/ 13 w 16"/>
                <a:gd name="T31" fmla="*/ 0 h 12"/>
                <a:gd name="T32" fmla="*/ 13 w 16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lnTo>
                    <a:pt x="13" y="0"/>
                  </a:lnTo>
                  <a:lnTo>
                    <a:pt x="9" y="5"/>
                  </a:lnTo>
                  <a:lnTo>
                    <a:pt x="9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2" name="Freeform 355">
              <a:extLst>
                <a:ext uri="{FF2B5EF4-FFF2-40B4-BE49-F238E27FC236}">
                  <a16:creationId xmlns:a16="http://schemas.microsoft.com/office/drawing/2014/main" id="{EEB5BEC9-BCFC-4293-B582-B283830A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415082"/>
              <a:ext cx="29660" cy="40042"/>
            </a:xfrm>
            <a:custGeom>
              <a:avLst/>
              <a:gdLst>
                <a:gd name="T0" fmla="*/ 15 w 20"/>
                <a:gd name="T1" fmla="*/ 0 h 27"/>
                <a:gd name="T2" fmla="*/ 15 w 20"/>
                <a:gd name="T3" fmla="*/ 0 h 27"/>
                <a:gd name="T4" fmla="*/ 13 w 20"/>
                <a:gd name="T5" fmla="*/ 2 h 27"/>
                <a:gd name="T6" fmla="*/ 13 w 20"/>
                <a:gd name="T7" fmla="*/ 5 h 27"/>
                <a:gd name="T8" fmla="*/ 13 w 20"/>
                <a:gd name="T9" fmla="*/ 7 h 27"/>
                <a:gd name="T10" fmla="*/ 13 w 20"/>
                <a:gd name="T11" fmla="*/ 11 h 27"/>
                <a:gd name="T12" fmla="*/ 13 w 20"/>
                <a:gd name="T13" fmla="*/ 11 h 27"/>
                <a:gd name="T14" fmla="*/ 7 w 20"/>
                <a:gd name="T15" fmla="*/ 14 h 27"/>
                <a:gd name="T16" fmla="*/ 4 w 20"/>
                <a:gd name="T17" fmla="*/ 16 h 27"/>
                <a:gd name="T18" fmla="*/ 0 w 20"/>
                <a:gd name="T19" fmla="*/ 18 h 27"/>
                <a:gd name="T20" fmla="*/ 0 w 20"/>
                <a:gd name="T21" fmla="*/ 18 h 27"/>
                <a:gd name="T22" fmla="*/ 0 w 20"/>
                <a:gd name="T23" fmla="*/ 22 h 27"/>
                <a:gd name="T24" fmla="*/ 0 w 20"/>
                <a:gd name="T25" fmla="*/ 24 h 27"/>
                <a:gd name="T26" fmla="*/ 0 w 20"/>
                <a:gd name="T27" fmla="*/ 25 h 27"/>
                <a:gd name="T28" fmla="*/ 0 w 20"/>
                <a:gd name="T29" fmla="*/ 27 h 27"/>
                <a:gd name="T30" fmla="*/ 0 w 20"/>
                <a:gd name="T31" fmla="*/ 27 h 27"/>
                <a:gd name="T32" fmla="*/ 7 w 20"/>
                <a:gd name="T33" fmla="*/ 27 h 27"/>
                <a:gd name="T34" fmla="*/ 13 w 20"/>
                <a:gd name="T35" fmla="*/ 27 h 27"/>
                <a:gd name="T36" fmla="*/ 13 w 20"/>
                <a:gd name="T37" fmla="*/ 27 h 27"/>
                <a:gd name="T38" fmla="*/ 18 w 20"/>
                <a:gd name="T39" fmla="*/ 13 h 27"/>
                <a:gd name="T40" fmla="*/ 20 w 20"/>
                <a:gd name="T41" fmla="*/ 4 h 27"/>
                <a:gd name="T42" fmla="*/ 18 w 20"/>
                <a:gd name="T43" fmla="*/ 0 h 27"/>
                <a:gd name="T44" fmla="*/ 15 w 20"/>
                <a:gd name="T45" fmla="*/ 0 h 27"/>
                <a:gd name="T46" fmla="*/ 15 w 20"/>
                <a:gd name="T4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7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7" y="14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8" y="13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3" name="Freeform 356">
              <a:extLst>
                <a:ext uri="{FF2B5EF4-FFF2-40B4-BE49-F238E27FC236}">
                  <a16:creationId xmlns:a16="http://schemas.microsoft.com/office/drawing/2014/main" id="{F7172E0A-3D83-4D1B-B377-D270D74A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405" y="1398768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7 h 7"/>
                <a:gd name="T4" fmla="*/ 3 w 3"/>
                <a:gd name="T5" fmla="*/ 7 h 7"/>
                <a:gd name="T6" fmla="*/ 3 w 3"/>
                <a:gd name="T7" fmla="*/ 7 h 7"/>
                <a:gd name="T8" fmla="*/ 3 w 3"/>
                <a:gd name="T9" fmla="*/ 4 h 7"/>
                <a:gd name="T10" fmla="*/ 3 w 3"/>
                <a:gd name="T11" fmla="*/ 2 h 7"/>
                <a:gd name="T12" fmla="*/ 3 w 3"/>
                <a:gd name="T13" fmla="*/ 0 h 7"/>
                <a:gd name="T14" fmla="*/ 0 w 3"/>
                <a:gd name="T15" fmla="*/ 0 h 7"/>
                <a:gd name="T16" fmla="*/ 0 w 3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4" name="Freeform 357">
              <a:extLst>
                <a:ext uri="{FF2B5EF4-FFF2-40B4-BE49-F238E27FC236}">
                  <a16:creationId xmlns:a16="http://schemas.microsoft.com/office/drawing/2014/main" id="{5D7CC759-E6D2-4D5E-A085-5057725F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153" y="1382455"/>
              <a:ext cx="10382" cy="16314"/>
            </a:xfrm>
            <a:custGeom>
              <a:avLst/>
              <a:gdLst>
                <a:gd name="T0" fmla="*/ 2 w 7"/>
                <a:gd name="T1" fmla="*/ 0 h 11"/>
                <a:gd name="T2" fmla="*/ 2 w 7"/>
                <a:gd name="T3" fmla="*/ 0 h 11"/>
                <a:gd name="T4" fmla="*/ 6 w 7"/>
                <a:gd name="T5" fmla="*/ 4 h 11"/>
                <a:gd name="T6" fmla="*/ 7 w 7"/>
                <a:gd name="T7" fmla="*/ 7 h 11"/>
                <a:gd name="T8" fmla="*/ 7 w 7"/>
                <a:gd name="T9" fmla="*/ 11 h 11"/>
                <a:gd name="T10" fmla="*/ 6 w 7"/>
                <a:gd name="T11" fmla="*/ 11 h 11"/>
                <a:gd name="T12" fmla="*/ 6 w 7"/>
                <a:gd name="T13" fmla="*/ 11 h 11"/>
                <a:gd name="T14" fmla="*/ 2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  <a:gd name="T20" fmla="*/ 2 w 7"/>
                <a:gd name="T21" fmla="*/ 0 h 11"/>
                <a:gd name="T22" fmla="*/ 2 w 7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2" y="0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5" name="Freeform 358">
              <a:extLst>
                <a:ext uri="{FF2B5EF4-FFF2-40B4-BE49-F238E27FC236}">
                  <a16:creationId xmlns:a16="http://schemas.microsoft.com/office/drawing/2014/main" id="{03966FC0-5B1A-49C4-9762-C6DB72B2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79489"/>
              <a:ext cx="19280" cy="19280"/>
            </a:xfrm>
            <a:custGeom>
              <a:avLst/>
              <a:gdLst>
                <a:gd name="T0" fmla="*/ 5 w 13"/>
                <a:gd name="T1" fmla="*/ 0 h 13"/>
                <a:gd name="T2" fmla="*/ 5 w 13"/>
                <a:gd name="T3" fmla="*/ 0 h 13"/>
                <a:gd name="T4" fmla="*/ 5 w 13"/>
                <a:gd name="T5" fmla="*/ 2 h 13"/>
                <a:gd name="T6" fmla="*/ 4 w 13"/>
                <a:gd name="T7" fmla="*/ 2 h 13"/>
                <a:gd name="T8" fmla="*/ 0 w 13"/>
                <a:gd name="T9" fmla="*/ 2 h 13"/>
                <a:gd name="T10" fmla="*/ 0 w 13"/>
                <a:gd name="T11" fmla="*/ 2 h 13"/>
                <a:gd name="T12" fmla="*/ 4 w 13"/>
                <a:gd name="T13" fmla="*/ 7 h 13"/>
                <a:gd name="T14" fmla="*/ 7 w 13"/>
                <a:gd name="T15" fmla="*/ 13 h 13"/>
                <a:gd name="T16" fmla="*/ 7 w 13"/>
                <a:gd name="T17" fmla="*/ 13 h 13"/>
                <a:gd name="T18" fmla="*/ 11 w 13"/>
                <a:gd name="T19" fmla="*/ 11 h 13"/>
                <a:gd name="T20" fmla="*/ 13 w 13"/>
                <a:gd name="T21" fmla="*/ 9 h 13"/>
                <a:gd name="T22" fmla="*/ 13 w 13"/>
                <a:gd name="T23" fmla="*/ 0 h 13"/>
                <a:gd name="T24" fmla="*/ 13 w 13"/>
                <a:gd name="T25" fmla="*/ 0 h 13"/>
                <a:gd name="T26" fmla="*/ 5 w 13"/>
                <a:gd name="T27" fmla="*/ 0 h 13"/>
                <a:gd name="T28" fmla="*/ 5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7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6" name="Freeform 359">
              <a:extLst>
                <a:ext uri="{FF2B5EF4-FFF2-40B4-BE49-F238E27FC236}">
                  <a16:creationId xmlns:a16="http://schemas.microsoft.com/office/drawing/2014/main" id="{1D3473BF-1527-4EE0-940E-728D2537B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312" y="1379489"/>
              <a:ext cx="53388" cy="71184"/>
            </a:xfrm>
            <a:custGeom>
              <a:avLst/>
              <a:gdLst>
                <a:gd name="T0" fmla="*/ 5 w 36"/>
                <a:gd name="T1" fmla="*/ 0 h 48"/>
                <a:gd name="T2" fmla="*/ 5 w 36"/>
                <a:gd name="T3" fmla="*/ 0 h 48"/>
                <a:gd name="T4" fmla="*/ 3 w 36"/>
                <a:gd name="T5" fmla="*/ 2 h 48"/>
                <a:gd name="T6" fmla="*/ 2 w 36"/>
                <a:gd name="T7" fmla="*/ 6 h 48"/>
                <a:gd name="T8" fmla="*/ 2 w 36"/>
                <a:gd name="T9" fmla="*/ 11 h 48"/>
                <a:gd name="T10" fmla="*/ 3 w 36"/>
                <a:gd name="T11" fmla="*/ 15 h 48"/>
                <a:gd name="T12" fmla="*/ 5 w 36"/>
                <a:gd name="T13" fmla="*/ 15 h 48"/>
                <a:gd name="T14" fmla="*/ 5 w 36"/>
                <a:gd name="T15" fmla="*/ 13 h 48"/>
                <a:gd name="T16" fmla="*/ 5 w 36"/>
                <a:gd name="T17" fmla="*/ 13 h 48"/>
                <a:gd name="T18" fmla="*/ 3 w 36"/>
                <a:gd name="T19" fmla="*/ 17 h 48"/>
                <a:gd name="T20" fmla="*/ 3 w 36"/>
                <a:gd name="T21" fmla="*/ 17 h 48"/>
                <a:gd name="T22" fmla="*/ 0 w 36"/>
                <a:gd name="T23" fmla="*/ 17 h 48"/>
                <a:gd name="T24" fmla="*/ 3 w 36"/>
                <a:gd name="T25" fmla="*/ 24 h 48"/>
                <a:gd name="T26" fmla="*/ 3 w 36"/>
                <a:gd name="T27" fmla="*/ 24 h 48"/>
                <a:gd name="T28" fmla="*/ 11 w 36"/>
                <a:gd name="T29" fmla="*/ 24 h 48"/>
                <a:gd name="T30" fmla="*/ 14 w 36"/>
                <a:gd name="T31" fmla="*/ 22 h 48"/>
                <a:gd name="T32" fmla="*/ 14 w 36"/>
                <a:gd name="T33" fmla="*/ 22 h 48"/>
                <a:gd name="T34" fmla="*/ 20 w 36"/>
                <a:gd name="T35" fmla="*/ 24 h 48"/>
                <a:gd name="T36" fmla="*/ 23 w 36"/>
                <a:gd name="T37" fmla="*/ 24 h 48"/>
                <a:gd name="T38" fmla="*/ 22 w 36"/>
                <a:gd name="T39" fmla="*/ 24 h 48"/>
                <a:gd name="T40" fmla="*/ 22 w 36"/>
                <a:gd name="T41" fmla="*/ 24 h 48"/>
                <a:gd name="T42" fmla="*/ 11 w 36"/>
                <a:gd name="T43" fmla="*/ 29 h 48"/>
                <a:gd name="T44" fmla="*/ 11 w 36"/>
                <a:gd name="T45" fmla="*/ 29 h 48"/>
                <a:gd name="T46" fmla="*/ 7 w 36"/>
                <a:gd name="T47" fmla="*/ 33 h 48"/>
                <a:gd name="T48" fmla="*/ 5 w 36"/>
                <a:gd name="T49" fmla="*/ 33 h 48"/>
                <a:gd name="T50" fmla="*/ 11 w 36"/>
                <a:gd name="T51" fmla="*/ 33 h 48"/>
                <a:gd name="T52" fmla="*/ 18 w 36"/>
                <a:gd name="T53" fmla="*/ 33 h 48"/>
                <a:gd name="T54" fmla="*/ 18 w 36"/>
                <a:gd name="T55" fmla="*/ 33 h 48"/>
                <a:gd name="T56" fmla="*/ 14 w 36"/>
                <a:gd name="T57" fmla="*/ 35 h 48"/>
                <a:gd name="T58" fmla="*/ 14 w 36"/>
                <a:gd name="T59" fmla="*/ 38 h 48"/>
                <a:gd name="T60" fmla="*/ 14 w 36"/>
                <a:gd name="T61" fmla="*/ 38 h 48"/>
                <a:gd name="T62" fmla="*/ 12 w 36"/>
                <a:gd name="T63" fmla="*/ 40 h 48"/>
                <a:gd name="T64" fmla="*/ 9 w 36"/>
                <a:gd name="T65" fmla="*/ 44 h 48"/>
                <a:gd name="T66" fmla="*/ 9 w 36"/>
                <a:gd name="T67" fmla="*/ 46 h 48"/>
                <a:gd name="T68" fmla="*/ 12 w 36"/>
                <a:gd name="T69" fmla="*/ 48 h 48"/>
                <a:gd name="T70" fmla="*/ 12 w 36"/>
                <a:gd name="T71" fmla="*/ 48 h 48"/>
                <a:gd name="T72" fmla="*/ 20 w 36"/>
                <a:gd name="T73" fmla="*/ 46 h 48"/>
                <a:gd name="T74" fmla="*/ 25 w 36"/>
                <a:gd name="T75" fmla="*/ 42 h 48"/>
                <a:gd name="T76" fmla="*/ 36 w 36"/>
                <a:gd name="T77" fmla="*/ 35 h 48"/>
                <a:gd name="T78" fmla="*/ 36 w 36"/>
                <a:gd name="T79" fmla="*/ 35 h 48"/>
                <a:gd name="T80" fmla="*/ 34 w 36"/>
                <a:gd name="T81" fmla="*/ 33 h 48"/>
                <a:gd name="T82" fmla="*/ 34 w 36"/>
                <a:gd name="T83" fmla="*/ 31 h 48"/>
                <a:gd name="T84" fmla="*/ 36 w 36"/>
                <a:gd name="T85" fmla="*/ 28 h 48"/>
                <a:gd name="T86" fmla="*/ 34 w 36"/>
                <a:gd name="T87" fmla="*/ 20 h 48"/>
                <a:gd name="T88" fmla="*/ 34 w 36"/>
                <a:gd name="T89" fmla="*/ 20 h 48"/>
                <a:gd name="T90" fmla="*/ 29 w 36"/>
                <a:gd name="T91" fmla="*/ 20 h 48"/>
                <a:gd name="T92" fmla="*/ 29 w 36"/>
                <a:gd name="T93" fmla="*/ 20 h 48"/>
                <a:gd name="T94" fmla="*/ 27 w 36"/>
                <a:gd name="T95" fmla="*/ 15 h 48"/>
                <a:gd name="T96" fmla="*/ 27 w 36"/>
                <a:gd name="T97" fmla="*/ 9 h 48"/>
                <a:gd name="T98" fmla="*/ 27 w 36"/>
                <a:gd name="T99" fmla="*/ 9 h 48"/>
                <a:gd name="T100" fmla="*/ 22 w 36"/>
                <a:gd name="T101" fmla="*/ 11 h 48"/>
                <a:gd name="T102" fmla="*/ 18 w 36"/>
                <a:gd name="T103" fmla="*/ 9 h 48"/>
                <a:gd name="T104" fmla="*/ 14 w 36"/>
                <a:gd name="T105" fmla="*/ 9 h 48"/>
                <a:gd name="T106" fmla="*/ 14 w 36"/>
                <a:gd name="T107" fmla="*/ 9 h 48"/>
                <a:gd name="T108" fmla="*/ 16 w 36"/>
                <a:gd name="T109" fmla="*/ 9 h 48"/>
                <a:gd name="T110" fmla="*/ 14 w 36"/>
                <a:gd name="T111" fmla="*/ 9 h 48"/>
                <a:gd name="T112" fmla="*/ 14 w 36"/>
                <a:gd name="T113" fmla="*/ 9 h 48"/>
                <a:gd name="T114" fmla="*/ 18 w 36"/>
                <a:gd name="T115" fmla="*/ 2 h 48"/>
                <a:gd name="T116" fmla="*/ 18 w 36"/>
                <a:gd name="T117" fmla="*/ 2 h 48"/>
                <a:gd name="T118" fmla="*/ 11 w 36"/>
                <a:gd name="T119" fmla="*/ 2 h 48"/>
                <a:gd name="T120" fmla="*/ 5 w 36"/>
                <a:gd name="T121" fmla="*/ 0 h 48"/>
                <a:gd name="T122" fmla="*/ 5 w 36"/>
                <a:gd name="T1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" h="48">
                  <a:moveTo>
                    <a:pt x="5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3" y="24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3"/>
                  </a:lnTo>
                  <a:lnTo>
                    <a:pt x="5" y="33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0"/>
                  </a:lnTo>
                  <a:lnTo>
                    <a:pt x="9" y="44"/>
                  </a:lnTo>
                  <a:lnTo>
                    <a:pt x="9" y="46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20" y="46"/>
                  </a:lnTo>
                  <a:lnTo>
                    <a:pt x="25" y="42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3"/>
                  </a:lnTo>
                  <a:lnTo>
                    <a:pt x="34" y="31"/>
                  </a:lnTo>
                  <a:lnTo>
                    <a:pt x="36" y="28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7" y="15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2" y="11"/>
                  </a:lnTo>
                  <a:lnTo>
                    <a:pt x="18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6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1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7" name="Freeform 360">
              <a:extLst>
                <a:ext uri="{FF2B5EF4-FFF2-40B4-BE49-F238E27FC236}">
                  <a16:creationId xmlns:a16="http://schemas.microsoft.com/office/drawing/2014/main" id="{C8D0165B-B009-48AE-8D3F-C2ADD3FC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320" y="1376523"/>
              <a:ext cx="127538" cy="100844"/>
            </a:xfrm>
            <a:custGeom>
              <a:avLst/>
              <a:gdLst>
                <a:gd name="T0" fmla="*/ 42 w 86"/>
                <a:gd name="T1" fmla="*/ 0 h 68"/>
                <a:gd name="T2" fmla="*/ 35 w 86"/>
                <a:gd name="T3" fmla="*/ 4 h 68"/>
                <a:gd name="T4" fmla="*/ 45 w 86"/>
                <a:gd name="T5" fmla="*/ 9 h 68"/>
                <a:gd name="T6" fmla="*/ 45 w 86"/>
                <a:gd name="T7" fmla="*/ 15 h 68"/>
                <a:gd name="T8" fmla="*/ 33 w 86"/>
                <a:gd name="T9" fmla="*/ 15 h 68"/>
                <a:gd name="T10" fmla="*/ 36 w 86"/>
                <a:gd name="T11" fmla="*/ 20 h 68"/>
                <a:gd name="T12" fmla="*/ 40 w 86"/>
                <a:gd name="T13" fmla="*/ 24 h 68"/>
                <a:gd name="T14" fmla="*/ 42 w 86"/>
                <a:gd name="T15" fmla="*/ 24 h 68"/>
                <a:gd name="T16" fmla="*/ 40 w 86"/>
                <a:gd name="T17" fmla="*/ 28 h 68"/>
                <a:gd name="T18" fmla="*/ 40 w 86"/>
                <a:gd name="T19" fmla="*/ 30 h 68"/>
                <a:gd name="T20" fmla="*/ 45 w 86"/>
                <a:gd name="T21" fmla="*/ 33 h 68"/>
                <a:gd name="T22" fmla="*/ 44 w 86"/>
                <a:gd name="T23" fmla="*/ 37 h 68"/>
                <a:gd name="T24" fmla="*/ 42 w 86"/>
                <a:gd name="T25" fmla="*/ 39 h 68"/>
                <a:gd name="T26" fmla="*/ 38 w 86"/>
                <a:gd name="T27" fmla="*/ 39 h 68"/>
                <a:gd name="T28" fmla="*/ 35 w 86"/>
                <a:gd name="T29" fmla="*/ 39 h 68"/>
                <a:gd name="T30" fmla="*/ 38 w 86"/>
                <a:gd name="T31" fmla="*/ 31 h 68"/>
                <a:gd name="T32" fmla="*/ 27 w 86"/>
                <a:gd name="T33" fmla="*/ 24 h 68"/>
                <a:gd name="T34" fmla="*/ 20 w 86"/>
                <a:gd name="T35" fmla="*/ 11 h 68"/>
                <a:gd name="T36" fmla="*/ 13 w 86"/>
                <a:gd name="T37" fmla="*/ 11 h 68"/>
                <a:gd name="T38" fmla="*/ 16 w 86"/>
                <a:gd name="T39" fmla="*/ 19 h 68"/>
                <a:gd name="T40" fmla="*/ 14 w 86"/>
                <a:gd name="T41" fmla="*/ 24 h 68"/>
                <a:gd name="T42" fmla="*/ 13 w 86"/>
                <a:gd name="T43" fmla="*/ 30 h 68"/>
                <a:gd name="T44" fmla="*/ 20 w 86"/>
                <a:gd name="T45" fmla="*/ 33 h 68"/>
                <a:gd name="T46" fmla="*/ 20 w 86"/>
                <a:gd name="T47" fmla="*/ 44 h 68"/>
                <a:gd name="T48" fmla="*/ 4 w 86"/>
                <a:gd name="T49" fmla="*/ 42 h 68"/>
                <a:gd name="T50" fmla="*/ 0 w 86"/>
                <a:gd name="T51" fmla="*/ 50 h 68"/>
                <a:gd name="T52" fmla="*/ 4 w 86"/>
                <a:gd name="T53" fmla="*/ 53 h 68"/>
                <a:gd name="T54" fmla="*/ 4 w 86"/>
                <a:gd name="T55" fmla="*/ 59 h 68"/>
                <a:gd name="T56" fmla="*/ 40 w 86"/>
                <a:gd name="T57" fmla="*/ 46 h 68"/>
                <a:gd name="T58" fmla="*/ 44 w 86"/>
                <a:gd name="T59" fmla="*/ 48 h 68"/>
                <a:gd name="T60" fmla="*/ 45 w 86"/>
                <a:gd name="T61" fmla="*/ 50 h 68"/>
                <a:gd name="T62" fmla="*/ 38 w 86"/>
                <a:gd name="T63" fmla="*/ 51 h 68"/>
                <a:gd name="T64" fmla="*/ 35 w 86"/>
                <a:gd name="T65" fmla="*/ 68 h 68"/>
                <a:gd name="T66" fmla="*/ 42 w 86"/>
                <a:gd name="T67" fmla="*/ 68 h 68"/>
                <a:gd name="T68" fmla="*/ 49 w 86"/>
                <a:gd name="T69" fmla="*/ 68 h 68"/>
                <a:gd name="T70" fmla="*/ 64 w 86"/>
                <a:gd name="T71" fmla="*/ 66 h 68"/>
                <a:gd name="T72" fmla="*/ 84 w 86"/>
                <a:gd name="T73" fmla="*/ 66 h 68"/>
                <a:gd name="T74" fmla="*/ 84 w 86"/>
                <a:gd name="T75" fmla="*/ 60 h 68"/>
                <a:gd name="T76" fmla="*/ 86 w 86"/>
                <a:gd name="T77" fmla="*/ 59 h 68"/>
                <a:gd name="T78" fmla="*/ 82 w 86"/>
                <a:gd name="T79" fmla="*/ 51 h 68"/>
                <a:gd name="T80" fmla="*/ 82 w 86"/>
                <a:gd name="T81" fmla="*/ 53 h 68"/>
                <a:gd name="T82" fmla="*/ 84 w 86"/>
                <a:gd name="T83" fmla="*/ 40 h 68"/>
                <a:gd name="T84" fmla="*/ 76 w 86"/>
                <a:gd name="T85" fmla="*/ 40 h 68"/>
                <a:gd name="T86" fmla="*/ 76 w 86"/>
                <a:gd name="T87" fmla="*/ 35 h 68"/>
                <a:gd name="T88" fmla="*/ 76 w 86"/>
                <a:gd name="T89" fmla="*/ 20 h 68"/>
                <a:gd name="T90" fmla="*/ 64 w 86"/>
                <a:gd name="T91" fmla="*/ 11 h 68"/>
                <a:gd name="T92" fmla="*/ 65 w 86"/>
                <a:gd name="T93" fmla="*/ 9 h 68"/>
                <a:gd name="T94" fmla="*/ 62 w 86"/>
                <a:gd name="T95" fmla="*/ 4 h 68"/>
                <a:gd name="T96" fmla="*/ 62 w 86"/>
                <a:gd name="T97" fmla="*/ 2 h 68"/>
                <a:gd name="T98" fmla="*/ 56 w 86"/>
                <a:gd name="T99" fmla="*/ 8 h 68"/>
                <a:gd name="T100" fmla="*/ 56 w 86"/>
                <a:gd name="T101" fmla="*/ 11 h 68"/>
                <a:gd name="T102" fmla="*/ 56 w 86"/>
                <a:gd name="T103" fmla="*/ 11 h 68"/>
                <a:gd name="T104" fmla="*/ 60 w 86"/>
                <a:gd name="T105" fmla="*/ 13 h 68"/>
                <a:gd name="T106" fmla="*/ 60 w 86"/>
                <a:gd name="T107" fmla="*/ 15 h 68"/>
                <a:gd name="T108" fmla="*/ 55 w 86"/>
                <a:gd name="T109" fmla="*/ 15 h 68"/>
                <a:gd name="T110" fmla="*/ 49 w 86"/>
                <a:gd name="T111" fmla="*/ 13 h 68"/>
                <a:gd name="T112" fmla="*/ 49 w 86"/>
                <a:gd name="T113" fmla="*/ 11 h 68"/>
                <a:gd name="T114" fmla="*/ 42 w 86"/>
                <a:gd name="T1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68">
                  <a:moveTo>
                    <a:pt x="42" y="0"/>
                  </a:moveTo>
                  <a:lnTo>
                    <a:pt x="42" y="0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6" y="8"/>
                  </a:lnTo>
                  <a:lnTo>
                    <a:pt x="45" y="9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38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20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40" y="30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38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6" y="13"/>
                  </a:lnTo>
                  <a:lnTo>
                    <a:pt x="13" y="11"/>
                  </a:lnTo>
                  <a:lnTo>
                    <a:pt x="11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4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44"/>
                  </a:lnTo>
                  <a:lnTo>
                    <a:pt x="20" y="44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20" y="51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5" y="50"/>
                  </a:lnTo>
                  <a:lnTo>
                    <a:pt x="45" y="50"/>
                  </a:lnTo>
                  <a:lnTo>
                    <a:pt x="38" y="51"/>
                  </a:lnTo>
                  <a:lnTo>
                    <a:pt x="33" y="57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42" y="68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6" y="66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4" y="60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4" y="53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4" y="48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35"/>
                  </a:lnTo>
                  <a:lnTo>
                    <a:pt x="76" y="28"/>
                  </a:lnTo>
                  <a:lnTo>
                    <a:pt x="76" y="20"/>
                  </a:lnTo>
                  <a:lnTo>
                    <a:pt x="75" y="15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5" y="9"/>
                  </a:lnTo>
                  <a:lnTo>
                    <a:pt x="64" y="8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8" y="4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3"/>
                  </a:lnTo>
                  <a:lnTo>
                    <a:pt x="62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5" y="15"/>
                  </a:lnTo>
                  <a:lnTo>
                    <a:pt x="51" y="15"/>
                  </a:lnTo>
                  <a:lnTo>
                    <a:pt x="49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8" name="Freeform 361">
              <a:extLst>
                <a:ext uri="{FF2B5EF4-FFF2-40B4-BE49-F238E27FC236}">
                  <a16:creationId xmlns:a16="http://schemas.microsoft.com/office/drawing/2014/main" id="{9D779646-8E00-478F-B5F1-82190876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235" y="1376523"/>
              <a:ext cx="11864" cy="11864"/>
            </a:xfrm>
            <a:custGeom>
              <a:avLst/>
              <a:gdLst>
                <a:gd name="T0" fmla="*/ 4 w 8"/>
                <a:gd name="T1" fmla="*/ 0 h 8"/>
                <a:gd name="T2" fmla="*/ 4 w 8"/>
                <a:gd name="T3" fmla="*/ 0 h 8"/>
                <a:gd name="T4" fmla="*/ 2 w 8"/>
                <a:gd name="T5" fmla="*/ 0 h 8"/>
                <a:gd name="T6" fmla="*/ 2 w 8"/>
                <a:gd name="T7" fmla="*/ 2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4 h 8"/>
                <a:gd name="T18" fmla="*/ 8 w 8"/>
                <a:gd name="T19" fmla="*/ 2 h 8"/>
                <a:gd name="T20" fmla="*/ 8 w 8"/>
                <a:gd name="T21" fmla="*/ 0 h 8"/>
                <a:gd name="T22" fmla="*/ 4 w 8"/>
                <a:gd name="T23" fmla="*/ 0 h 8"/>
                <a:gd name="T24" fmla="*/ 4 w 8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9" name="Freeform 362">
              <a:extLst>
                <a:ext uri="{FF2B5EF4-FFF2-40B4-BE49-F238E27FC236}">
                  <a16:creationId xmlns:a16="http://schemas.microsoft.com/office/drawing/2014/main" id="{19104FE3-B51D-41C0-81B2-F0D76FFB4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372074"/>
              <a:ext cx="394479" cy="131988"/>
            </a:xfrm>
            <a:custGeom>
              <a:avLst/>
              <a:gdLst>
                <a:gd name="T0" fmla="*/ 4 w 266"/>
                <a:gd name="T1" fmla="*/ 5 h 89"/>
                <a:gd name="T2" fmla="*/ 8 w 266"/>
                <a:gd name="T3" fmla="*/ 16 h 89"/>
                <a:gd name="T4" fmla="*/ 15 w 266"/>
                <a:gd name="T5" fmla="*/ 25 h 89"/>
                <a:gd name="T6" fmla="*/ 35 w 266"/>
                <a:gd name="T7" fmla="*/ 29 h 89"/>
                <a:gd name="T8" fmla="*/ 44 w 266"/>
                <a:gd name="T9" fmla="*/ 27 h 89"/>
                <a:gd name="T10" fmla="*/ 51 w 266"/>
                <a:gd name="T11" fmla="*/ 29 h 89"/>
                <a:gd name="T12" fmla="*/ 70 w 266"/>
                <a:gd name="T13" fmla="*/ 38 h 89"/>
                <a:gd name="T14" fmla="*/ 73 w 266"/>
                <a:gd name="T15" fmla="*/ 47 h 89"/>
                <a:gd name="T16" fmla="*/ 70 w 266"/>
                <a:gd name="T17" fmla="*/ 67 h 89"/>
                <a:gd name="T18" fmla="*/ 73 w 266"/>
                <a:gd name="T19" fmla="*/ 89 h 89"/>
                <a:gd name="T20" fmla="*/ 80 w 266"/>
                <a:gd name="T21" fmla="*/ 82 h 89"/>
                <a:gd name="T22" fmla="*/ 88 w 266"/>
                <a:gd name="T23" fmla="*/ 84 h 89"/>
                <a:gd name="T24" fmla="*/ 88 w 266"/>
                <a:gd name="T25" fmla="*/ 89 h 89"/>
                <a:gd name="T26" fmla="*/ 95 w 266"/>
                <a:gd name="T27" fmla="*/ 84 h 89"/>
                <a:gd name="T28" fmla="*/ 115 w 266"/>
                <a:gd name="T29" fmla="*/ 71 h 89"/>
                <a:gd name="T30" fmla="*/ 121 w 266"/>
                <a:gd name="T31" fmla="*/ 85 h 89"/>
                <a:gd name="T32" fmla="*/ 144 w 266"/>
                <a:gd name="T33" fmla="*/ 85 h 89"/>
                <a:gd name="T34" fmla="*/ 153 w 266"/>
                <a:gd name="T35" fmla="*/ 80 h 89"/>
                <a:gd name="T36" fmla="*/ 155 w 266"/>
                <a:gd name="T37" fmla="*/ 85 h 89"/>
                <a:gd name="T38" fmla="*/ 170 w 266"/>
                <a:gd name="T39" fmla="*/ 85 h 89"/>
                <a:gd name="T40" fmla="*/ 172 w 266"/>
                <a:gd name="T41" fmla="*/ 85 h 89"/>
                <a:gd name="T42" fmla="*/ 188 w 266"/>
                <a:gd name="T43" fmla="*/ 82 h 89"/>
                <a:gd name="T44" fmla="*/ 201 w 266"/>
                <a:gd name="T45" fmla="*/ 84 h 89"/>
                <a:gd name="T46" fmla="*/ 203 w 266"/>
                <a:gd name="T47" fmla="*/ 76 h 89"/>
                <a:gd name="T48" fmla="*/ 208 w 266"/>
                <a:gd name="T49" fmla="*/ 74 h 89"/>
                <a:gd name="T50" fmla="*/ 213 w 266"/>
                <a:gd name="T51" fmla="*/ 84 h 89"/>
                <a:gd name="T52" fmla="*/ 221 w 266"/>
                <a:gd name="T53" fmla="*/ 78 h 89"/>
                <a:gd name="T54" fmla="*/ 237 w 266"/>
                <a:gd name="T55" fmla="*/ 82 h 89"/>
                <a:gd name="T56" fmla="*/ 255 w 266"/>
                <a:gd name="T57" fmla="*/ 73 h 89"/>
                <a:gd name="T58" fmla="*/ 257 w 266"/>
                <a:gd name="T59" fmla="*/ 67 h 89"/>
                <a:gd name="T60" fmla="*/ 266 w 266"/>
                <a:gd name="T61" fmla="*/ 62 h 89"/>
                <a:gd name="T62" fmla="*/ 266 w 266"/>
                <a:gd name="T63" fmla="*/ 54 h 89"/>
                <a:gd name="T64" fmla="*/ 250 w 266"/>
                <a:gd name="T65" fmla="*/ 43 h 89"/>
                <a:gd name="T66" fmla="*/ 239 w 266"/>
                <a:gd name="T67" fmla="*/ 47 h 89"/>
                <a:gd name="T68" fmla="*/ 232 w 266"/>
                <a:gd name="T69" fmla="*/ 43 h 89"/>
                <a:gd name="T70" fmla="*/ 221 w 266"/>
                <a:gd name="T71" fmla="*/ 38 h 89"/>
                <a:gd name="T72" fmla="*/ 212 w 266"/>
                <a:gd name="T73" fmla="*/ 42 h 89"/>
                <a:gd name="T74" fmla="*/ 204 w 266"/>
                <a:gd name="T75" fmla="*/ 40 h 89"/>
                <a:gd name="T76" fmla="*/ 201 w 266"/>
                <a:gd name="T77" fmla="*/ 38 h 89"/>
                <a:gd name="T78" fmla="*/ 184 w 266"/>
                <a:gd name="T79" fmla="*/ 42 h 89"/>
                <a:gd name="T80" fmla="*/ 152 w 266"/>
                <a:gd name="T81" fmla="*/ 47 h 89"/>
                <a:gd name="T82" fmla="*/ 141 w 266"/>
                <a:gd name="T83" fmla="*/ 53 h 89"/>
                <a:gd name="T84" fmla="*/ 135 w 266"/>
                <a:gd name="T85" fmla="*/ 47 h 89"/>
                <a:gd name="T86" fmla="*/ 130 w 266"/>
                <a:gd name="T87" fmla="*/ 49 h 89"/>
                <a:gd name="T88" fmla="*/ 121 w 266"/>
                <a:gd name="T89" fmla="*/ 45 h 89"/>
                <a:gd name="T90" fmla="*/ 111 w 266"/>
                <a:gd name="T91" fmla="*/ 43 h 89"/>
                <a:gd name="T92" fmla="*/ 108 w 266"/>
                <a:gd name="T93" fmla="*/ 47 h 89"/>
                <a:gd name="T94" fmla="*/ 108 w 266"/>
                <a:gd name="T95" fmla="*/ 36 h 89"/>
                <a:gd name="T96" fmla="*/ 93 w 266"/>
                <a:gd name="T97" fmla="*/ 34 h 89"/>
                <a:gd name="T98" fmla="*/ 86 w 266"/>
                <a:gd name="T99" fmla="*/ 33 h 89"/>
                <a:gd name="T100" fmla="*/ 99 w 266"/>
                <a:gd name="T101" fmla="*/ 34 h 89"/>
                <a:gd name="T102" fmla="*/ 106 w 266"/>
                <a:gd name="T103" fmla="*/ 25 h 89"/>
                <a:gd name="T104" fmla="*/ 99 w 266"/>
                <a:gd name="T105" fmla="*/ 25 h 89"/>
                <a:gd name="T106" fmla="*/ 84 w 266"/>
                <a:gd name="T107" fmla="*/ 20 h 89"/>
                <a:gd name="T108" fmla="*/ 80 w 266"/>
                <a:gd name="T109" fmla="*/ 12 h 89"/>
                <a:gd name="T110" fmla="*/ 73 w 266"/>
                <a:gd name="T111" fmla="*/ 11 h 89"/>
                <a:gd name="T112" fmla="*/ 51 w 266"/>
                <a:gd name="T113" fmla="*/ 14 h 89"/>
                <a:gd name="T114" fmla="*/ 49 w 266"/>
                <a:gd name="T115" fmla="*/ 11 h 89"/>
                <a:gd name="T116" fmla="*/ 44 w 266"/>
                <a:gd name="T117" fmla="*/ 5 h 89"/>
                <a:gd name="T118" fmla="*/ 8 w 266"/>
                <a:gd name="T1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6" h="89">
                  <a:moveTo>
                    <a:pt x="8" y="0"/>
                  </a:moveTo>
                  <a:lnTo>
                    <a:pt x="8" y="0"/>
                  </a:lnTo>
                  <a:lnTo>
                    <a:pt x="4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8" y="16"/>
                  </a:lnTo>
                  <a:lnTo>
                    <a:pt x="11" y="22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22" y="25"/>
                  </a:lnTo>
                  <a:lnTo>
                    <a:pt x="29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0" y="29"/>
                  </a:lnTo>
                  <a:lnTo>
                    <a:pt x="44" y="27"/>
                  </a:lnTo>
                  <a:lnTo>
                    <a:pt x="46" y="25"/>
                  </a:lnTo>
                  <a:lnTo>
                    <a:pt x="49" y="25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62" y="33"/>
                  </a:lnTo>
                  <a:lnTo>
                    <a:pt x="70" y="38"/>
                  </a:lnTo>
                  <a:lnTo>
                    <a:pt x="73" y="42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3" y="53"/>
                  </a:lnTo>
                  <a:lnTo>
                    <a:pt x="71" y="58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1" y="78"/>
                  </a:lnTo>
                  <a:lnTo>
                    <a:pt x="73" y="89"/>
                  </a:lnTo>
                  <a:lnTo>
                    <a:pt x="73" y="89"/>
                  </a:lnTo>
                  <a:lnTo>
                    <a:pt x="80" y="85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7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91" y="87"/>
                  </a:lnTo>
                  <a:lnTo>
                    <a:pt x="93" y="85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108" y="80"/>
                  </a:lnTo>
                  <a:lnTo>
                    <a:pt x="115" y="71"/>
                  </a:lnTo>
                  <a:lnTo>
                    <a:pt x="115" y="71"/>
                  </a:lnTo>
                  <a:lnTo>
                    <a:pt x="121" y="85"/>
                  </a:lnTo>
                  <a:lnTo>
                    <a:pt x="121" y="85"/>
                  </a:lnTo>
                  <a:lnTo>
                    <a:pt x="133" y="85"/>
                  </a:lnTo>
                  <a:lnTo>
                    <a:pt x="144" y="85"/>
                  </a:lnTo>
                  <a:lnTo>
                    <a:pt x="144" y="85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3" y="80"/>
                  </a:lnTo>
                  <a:lnTo>
                    <a:pt x="153" y="82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81" y="84"/>
                  </a:lnTo>
                  <a:lnTo>
                    <a:pt x="188" y="82"/>
                  </a:lnTo>
                  <a:lnTo>
                    <a:pt x="188" y="82"/>
                  </a:lnTo>
                  <a:lnTo>
                    <a:pt x="193" y="84"/>
                  </a:lnTo>
                  <a:lnTo>
                    <a:pt x="197" y="84"/>
                  </a:lnTo>
                  <a:lnTo>
                    <a:pt x="201" y="84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3" y="76"/>
                  </a:lnTo>
                  <a:lnTo>
                    <a:pt x="204" y="76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10" y="80"/>
                  </a:lnTo>
                  <a:lnTo>
                    <a:pt x="212" y="82"/>
                  </a:lnTo>
                  <a:lnTo>
                    <a:pt x="213" y="84"/>
                  </a:lnTo>
                  <a:lnTo>
                    <a:pt x="213" y="84"/>
                  </a:lnTo>
                  <a:lnTo>
                    <a:pt x="217" y="80"/>
                  </a:lnTo>
                  <a:lnTo>
                    <a:pt x="221" y="78"/>
                  </a:lnTo>
                  <a:lnTo>
                    <a:pt x="221" y="82"/>
                  </a:lnTo>
                  <a:lnTo>
                    <a:pt x="221" y="82"/>
                  </a:lnTo>
                  <a:lnTo>
                    <a:pt x="237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5" y="73"/>
                  </a:lnTo>
                  <a:lnTo>
                    <a:pt x="255" y="6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63" y="63"/>
                  </a:lnTo>
                  <a:lnTo>
                    <a:pt x="266" y="63"/>
                  </a:lnTo>
                  <a:lnTo>
                    <a:pt x="266" y="62"/>
                  </a:lnTo>
                  <a:lnTo>
                    <a:pt x="266" y="62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54"/>
                  </a:lnTo>
                  <a:lnTo>
                    <a:pt x="250" y="43"/>
                  </a:lnTo>
                  <a:lnTo>
                    <a:pt x="250" y="43"/>
                  </a:lnTo>
                  <a:lnTo>
                    <a:pt x="246" y="45"/>
                  </a:lnTo>
                  <a:lnTo>
                    <a:pt x="243" y="45"/>
                  </a:lnTo>
                  <a:lnTo>
                    <a:pt x="239" y="47"/>
                  </a:lnTo>
                  <a:lnTo>
                    <a:pt x="235" y="47"/>
                  </a:lnTo>
                  <a:lnTo>
                    <a:pt x="235" y="47"/>
                  </a:lnTo>
                  <a:lnTo>
                    <a:pt x="232" y="43"/>
                  </a:lnTo>
                  <a:lnTo>
                    <a:pt x="230" y="40"/>
                  </a:lnTo>
                  <a:lnTo>
                    <a:pt x="230" y="40"/>
                  </a:lnTo>
                  <a:lnTo>
                    <a:pt x="221" y="38"/>
                  </a:lnTo>
                  <a:lnTo>
                    <a:pt x="213" y="36"/>
                  </a:lnTo>
                  <a:lnTo>
                    <a:pt x="212" y="42"/>
                  </a:lnTo>
                  <a:lnTo>
                    <a:pt x="212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1" y="40"/>
                  </a:lnTo>
                  <a:lnTo>
                    <a:pt x="201" y="40"/>
                  </a:lnTo>
                  <a:lnTo>
                    <a:pt x="201" y="38"/>
                  </a:lnTo>
                  <a:lnTo>
                    <a:pt x="199" y="38"/>
                  </a:lnTo>
                  <a:lnTo>
                    <a:pt x="193" y="36"/>
                  </a:lnTo>
                  <a:lnTo>
                    <a:pt x="184" y="42"/>
                  </a:lnTo>
                  <a:lnTo>
                    <a:pt x="184" y="42"/>
                  </a:lnTo>
                  <a:lnTo>
                    <a:pt x="161" y="47"/>
                  </a:lnTo>
                  <a:lnTo>
                    <a:pt x="152" y="47"/>
                  </a:lnTo>
                  <a:lnTo>
                    <a:pt x="141" y="4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7" y="49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47"/>
                  </a:lnTo>
                  <a:lnTo>
                    <a:pt x="131" y="47"/>
                  </a:lnTo>
                  <a:lnTo>
                    <a:pt x="130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1" y="45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3"/>
                  </a:lnTo>
                  <a:lnTo>
                    <a:pt x="110" y="45"/>
                  </a:lnTo>
                  <a:lnTo>
                    <a:pt x="108" y="47"/>
                  </a:lnTo>
                  <a:lnTo>
                    <a:pt x="108" y="47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1" y="38"/>
                  </a:lnTo>
                  <a:lnTo>
                    <a:pt x="93" y="4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93" y="33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102" y="33"/>
                  </a:lnTo>
                  <a:lnTo>
                    <a:pt x="106" y="29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2" y="25"/>
                  </a:lnTo>
                  <a:lnTo>
                    <a:pt x="99" y="25"/>
                  </a:lnTo>
                  <a:lnTo>
                    <a:pt x="99" y="25"/>
                  </a:lnTo>
                  <a:lnTo>
                    <a:pt x="91" y="23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0" y="14"/>
                  </a:lnTo>
                  <a:lnTo>
                    <a:pt x="80" y="12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3" y="11"/>
                  </a:lnTo>
                  <a:lnTo>
                    <a:pt x="66" y="12"/>
                  </a:lnTo>
                  <a:lnTo>
                    <a:pt x="60" y="16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2"/>
                  </a:lnTo>
                  <a:lnTo>
                    <a:pt x="49" y="1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5" y="3"/>
                  </a:lnTo>
                  <a:lnTo>
                    <a:pt x="26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0" name="Freeform 363">
              <a:extLst>
                <a:ext uri="{FF2B5EF4-FFF2-40B4-BE49-F238E27FC236}">
                  <a16:creationId xmlns:a16="http://schemas.microsoft.com/office/drawing/2014/main" id="{362B7509-AA97-42CA-AE7C-15B789378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160" y="1372074"/>
              <a:ext cx="259526" cy="131988"/>
            </a:xfrm>
            <a:custGeom>
              <a:avLst/>
              <a:gdLst>
                <a:gd name="T0" fmla="*/ 111 w 175"/>
                <a:gd name="T1" fmla="*/ 3 h 89"/>
                <a:gd name="T2" fmla="*/ 107 w 175"/>
                <a:gd name="T3" fmla="*/ 14 h 89"/>
                <a:gd name="T4" fmla="*/ 113 w 175"/>
                <a:gd name="T5" fmla="*/ 29 h 89"/>
                <a:gd name="T6" fmla="*/ 117 w 175"/>
                <a:gd name="T7" fmla="*/ 36 h 89"/>
                <a:gd name="T8" fmla="*/ 113 w 175"/>
                <a:gd name="T9" fmla="*/ 42 h 89"/>
                <a:gd name="T10" fmla="*/ 122 w 175"/>
                <a:gd name="T11" fmla="*/ 49 h 89"/>
                <a:gd name="T12" fmla="*/ 86 w 175"/>
                <a:gd name="T13" fmla="*/ 47 h 89"/>
                <a:gd name="T14" fmla="*/ 78 w 175"/>
                <a:gd name="T15" fmla="*/ 42 h 89"/>
                <a:gd name="T16" fmla="*/ 71 w 175"/>
                <a:gd name="T17" fmla="*/ 34 h 89"/>
                <a:gd name="T18" fmla="*/ 58 w 175"/>
                <a:gd name="T19" fmla="*/ 34 h 89"/>
                <a:gd name="T20" fmla="*/ 45 w 175"/>
                <a:gd name="T21" fmla="*/ 27 h 89"/>
                <a:gd name="T22" fmla="*/ 22 w 175"/>
                <a:gd name="T23" fmla="*/ 29 h 89"/>
                <a:gd name="T24" fmla="*/ 9 w 175"/>
                <a:gd name="T25" fmla="*/ 27 h 89"/>
                <a:gd name="T26" fmla="*/ 9 w 175"/>
                <a:gd name="T27" fmla="*/ 40 h 89"/>
                <a:gd name="T28" fmla="*/ 16 w 175"/>
                <a:gd name="T29" fmla="*/ 40 h 89"/>
                <a:gd name="T30" fmla="*/ 2 w 175"/>
                <a:gd name="T31" fmla="*/ 53 h 89"/>
                <a:gd name="T32" fmla="*/ 15 w 175"/>
                <a:gd name="T33" fmla="*/ 51 h 89"/>
                <a:gd name="T34" fmla="*/ 0 w 175"/>
                <a:gd name="T35" fmla="*/ 63 h 89"/>
                <a:gd name="T36" fmla="*/ 18 w 175"/>
                <a:gd name="T37" fmla="*/ 62 h 89"/>
                <a:gd name="T38" fmla="*/ 20 w 175"/>
                <a:gd name="T39" fmla="*/ 65 h 89"/>
                <a:gd name="T40" fmla="*/ 24 w 175"/>
                <a:gd name="T41" fmla="*/ 60 h 89"/>
                <a:gd name="T42" fmla="*/ 29 w 175"/>
                <a:gd name="T43" fmla="*/ 60 h 89"/>
                <a:gd name="T44" fmla="*/ 29 w 175"/>
                <a:gd name="T45" fmla="*/ 69 h 89"/>
                <a:gd name="T46" fmla="*/ 33 w 175"/>
                <a:gd name="T47" fmla="*/ 65 h 89"/>
                <a:gd name="T48" fmla="*/ 36 w 175"/>
                <a:gd name="T49" fmla="*/ 63 h 89"/>
                <a:gd name="T50" fmla="*/ 35 w 175"/>
                <a:gd name="T51" fmla="*/ 49 h 89"/>
                <a:gd name="T52" fmla="*/ 36 w 175"/>
                <a:gd name="T53" fmla="*/ 43 h 89"/>
                <a:gd name="T54" fmla="*/ 42 w 175"/>
                <a:gd name="T55" fmla="*/ 45 h 89"/>
                <a:gd name="T56" fmla="*/ 40 w 175"/>
                <a:gd name="T57" fmla="*/ 62 h 89"/>
                <a:gd name="T58" fmla="*/ 66 w 175"/>
                <a:gd name="T59" fmla="*/ 54 h 89"/>
                <a:gd name="T60" fmla="*/ 76 w 175"/>
                <a:gd name="T61" fmla="*/ 58 h 89"/>
                <a:gd name="T62" fmla="*/ 89 w 175"/>
                <a:gd name="T63" fmla="*/ 60 h 89"/>
                <a:gd name="T64" fmla="*/ 97 w 175"/>
                <a:gd name="T65" fmla="*/ 53 h 89"/>
                <a:gd name="T66" fmla="*/ 93 w 175"/>
                <a:gd name="T67" fmla="*/ 62 h 89"/>
                <a:gd name="T68" fmla="*/ 71 w 175"/>
                <a:gd name="T69" fmla="*/ 67 h 89"/>
                <a:gd name="T70" fmla="*/ 44 w 175"/>
                <a:gd name="T71" fmla="*/ 78 h 89"/>
                <a:gd name="T72" fmla="*/ 45 w 175"/>
                <a:gd name="T73" fmla="*/ 89 h 89"/>
                <a:gd name="T74" fmla="*/ 64 w 175"/>
                <a:gd name="T75" fmla="*/ 89 h 89"/>
                <a:gd name="T76" fmla="*/ 76 w 175"/>
                <a:gd name="T77" fmla="*/ 85 h 89"/>
                <a:gd name="T78" fmla="*/ 89 w 175"/>
                <a:gd name="T79" fmla="*/ 69 h 89"/>
                <a:gd name="T80" fmla="*/ 102 w 175"/>
                <a:gd name="T81" fmla="*/ 71 h 89"/>
                <a:gd name="T82" fmla="*/ 118 w 175"/>
                <a:gd name="T83" fmla="*/ 63 h 89"/>
                <a:gd name="T84" fmla="*/ 129 w 175"/>
                <a:gd name="T85" fmla="*/ 67 h 89"/>
                <a:gd name="T86" fmla="*/ 142 w 175"/>
                <a:gd name="T87" fmla="*/ 69 h 89"/>
                <a:gd name="T88" fmla="*/ 146 w 175"/>
                <a:gd name="T89" fmla="*/ 62 h 89"/>
                <a:gd name="T90" fmla="*/ 146 w 175"/>
                <a:gd name="T91" fmla="*/ 63 h 89"/>
                <a:gd name="T92" fmla="*/ 171 w 175"/>
                <a:gd name="T93" fmla="*/ 60 h 89"/>
                <a:gd name="T94" fmla="*/ 175 w 175"/>
                <a:gd name="T95" fmla="*/ 45 h 89"/>
                <a:gd name="T96" fmla="*/ 169 w 175"/>
                <a:gd name="T97" fmla="*/ 31 h 89"/>
                <a:gd name="T98" fmla="*/ 158 w 175"/>
                <a:gd name="T99" fmla="*/ 25 h 89"/>
                <a:gd name="T100" fmla="*/ 158 w 175"/>
                <a:gd name="T101" fmla="*/ 33 h 89"/>
                <a:gd name="T102" fmla="*/ 158 w 175"/>
                <a:gd name="T103" fmla="*/ 43 h 89"/>
                <a:gd name="T104" fmla="*/ 155 w 175"/>
                <a:gd name="T105" fmla="*/ 38 h 89"/>
                <a:gd name="T106" fmla="*/ 151 w 175"/>
                <a:gd name="T107" fmla="*/ 34 h 89"/>
                <a:gd name="T108" fmla="*/ 146 w 175"/>
                <a:gd name="T109" fmla="*/ 36 h 89"/>
                <a:gd name="T110" fmla="*/ 146 w 175"/>
                <a:gd name="T111" fmla="*/ 25 h 89"/>
                <a:gd name="T112" fmla="*/ 117 w 175"/>
                <a:gd name="T113" fmla="*/ 12 h 89"/>
                <a:gd name="T114" fmla="*/ 120 w 175"/>
                <a:gd name="T115" fmla="*/ 7 h 89"/>
                <a:gd name="T116" fmla="*/ 111 w 175"/>
                <a:gd name="T1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89">
                  <a:moveTo>
                    <a:pt x="111" y="0"/>
                  </a:moveTo>
                  <a:lnTo>
                    <a:pt x="111" y="0"/>
                  </a:lnTo>
                  <a:lnTo>
                    <a:pt x="111" y="3"/>
                  </a:lnTo>
                  <a:lnTo>
                    <a:pt x="107" y="3"/>
                  </a:lnTo>
                  <a:lnTo>
                    <a:pt x="107" y="3"/>
                  </a:lnTo>
                  <a:lnTo>
                    <a:pt x="107" y="14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13" y="29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7" y="36"/>
                  </a:lnTo>
                  <a:lnTo>
                    <a:pt x="113" y="40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8" y="42"/>
                  </a:lnTo>
                  <a:lnTo>
                    <a:pt x="122" y="49"/>
                  </a:lnTo>
                  <a:lnTo>
                    <a:pt x="122" y="49"/>
                  </a:lnTo>
                  <a:lnTo>
                    <a:pt x="104" y="49"/>
                  </a:lnTo>
                  <a:lnTo>
                    <a:pt x="95" y="49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2" y="45"/>
                  </a:lnTo>
                  <a:lnTo>
                    <a:pt x="78" y="42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64" y="34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53" y="31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35" y="25"/>
                  </a:lnTo>
                  <a:lnTo>
                    <a:pt x="24" y="25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3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18" y="38"/>
                  </a:lnTo>
                  <a:lnTo>
                    <a:pt x="16" y="40"/>
                  </a:lnTo>
                  <a:lnTo>
                    <a:pt x="2" y="4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5" y="51"/>
                  </a:lnTo>
                  <a:lnTo>
                    <a:pt x="0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2"/>
                  </a:lnTo>
                  <a:lnTo>
                    <a:pt x="15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7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5" y="62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3" y="65"/>
                  </a:lnTo>
                  <a:lnTo>
                    <a:pt x="31" y="63"/>
                  </a:lnTo>
                  <a:lnTo>
                    <a:pt x="36" y="63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5" y="54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40" y="43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2" y="58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9" y="54"/>
                  </a:lnTo>
                  <a:lnTo>
                    <a:pt x="76" y="58"/>
                  </a:lnTo>
                  <a:lnTo>
                    <a:pt x="82" y="60"/>
                  </a:lnTo>
                  <a:lnTo>
                    <a:pt x="89" y="60"/>
                  </a:lnTo>
                  <a:lnTo>
                    <a:pt x="89" y="60"/>
                  </a:lnTo>
                  <a:lnTo>
                    <a:pt x="93" y="56"/>
                  </a:lnTo>
                  <a:lnTo>
                    <a:pt x="97" y="53"/>
                  </a:lnTo>
                  <a:lnTo>
                    <a:pt x="97" y="53"/>
                  </a:lnTo>
                  <a:lnTo>
                    <a:pt x="95" y="56"/>
                  </a:lnTo>
                  <a:lnTo>
                    <a:pt x="93" y="62"/>
                  </a:lnTo>
                  <a:lnTo>
                    <a:pt x="93" y="62"/>
                  </a:lnTo>
                  <a:lnTo>
                    <a:pt x="86" y="65"/>
                  </a:lnTo>
                  <a:lnTo>
                    <a:pt x="78" y="67"/>
                  </a:lnTo>
                  <a:lnTo>
                    <a:pt x="71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5" y="84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56" y="89"/>
                  </a:lnTo>
                  <a:lnTo>
                    <a:pt x="64" y="89"/>
                  </a:lnTo>
                  <a:lnTo>
                    <a:pt x="71" y="89"/>
                  </a:lnTo>
                  <a:lnTo>
                    <a:pt x="71" y="89"/>
                  </a:lnTo>
                  <a:lnTo>
                    <a:pt x="76" y="85"/>
                  </a:lnTo>
                  <a:lnTo>
                    <a:pt x="80" y="78"/>
                  </a:lnTo>
                  <a:lnTo>
                    <a:pt x="86" y="73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95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11" y="67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24" y="65"/>
                  </a:lnTo>
                  <a:lnTo>
                    <a:pt x="129" y="67"/>
                  </a:lnTo>
                  <a:lnTo>
                    <a:pt x="135" y="69"/>
                  </a:lnTo>
                  <a:lnTo>
                    <a:pt x="142" y="69"/>
                  </a:lnTo>
                  <a:lnTo>
                    <a:pt x="142" y="69"/>
                  </a:lnTo>
                  <a:lnTo>
                    <a:pt x="142" y="62"/>
                  </a:lnTo>
                  <a:lnTo>
                    <a:pt x="142" y="62"/>
                  </a:lnTo>
                  <a:lnTo>
                    <a:pt x="146" y="62"/>
                  </a:lnTo>
                  <a:lnTo>
                    <a:pt x="148" y="62"/>
                  </a:lnTo>
                  <a:lnTo>
                    <a:pt x="146" y="63"/>
                  </a:lnTo>
                  <a:lnTo>
                    <a:pt x="146" y="63"/>
                  </a:lnTo>
                  <a:lnTo>
                    <a:pt x="160" y="62"/>
                  </a:lnTo>
                  <a:lnTo>
                    <a:pt x="166" y="62"/>
                  </a:lnTo>
                  <a:lnTo>
                    <a:pt x="171" y="60"/>
                  </a:lnTo>
                  <a:lnTo>
                    <a:pt x="173" y="56"/>
                  </a:lnTo>
                  <a:lnTo>
                    <a:pt x="175" y="51"/>
                  </a:lnTo>
                  <a:lnTo>
                    <a:pt x="175" y="45"/>
                  </a:lnTo>
                  <a:lnTo>
                    <a:pt x="173" y="36"/>
                  </a:lnTo>
                  <a:lnTo>
                    <a:pt x="173" y="36"/>
                  </a:lnTo>
                  <a:lnTo>
                    <a:pt x="169" y="31"/>
                  </a:lnTo>
                  <a:lnTo>
                    <a:pt x="166" y="27"/>
                  </a:lnTo>
                  <a:lnTo>
                    <a:pt x="162" y="27"/>
                  </a:lnTo>
                  <a:lnTo>
                    <a:pt x="158" y="25"/>
                  </a:lnTo>
                  <a:lnTo>
                    <a:pt x="158" y="25"/>
                  </a:lnTo>
                  <a:lnTo>
                    <a:pt x="158" y="27"/>
                  </a:lnTo>
                  <a:lnTo>
                    <a:pt x="158" y="33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3"/>
                  </a:lnTo>
                  <a:lnTo>
                    <a:pt x="153" y="43"/>
                  </a:lnTo>
                  <a:lnTo>
                    <a:pt x="153" y="42"/>
                  </a:lnTo>
                  <a:lnTo>
                    <a:pt x="155" y="38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1" y="34"/>
                  </a:lnTo>
                  <a:lnTo>
                    <a:pt x="149" y="34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1"/>
                  </a:lnTo>
                  <a:lnTo>
                    <a:pt x="146" y="25"/>
                  </a:lnTo>
                  <a:lnTo>
                    <a:pt x="146" y="25"/>
                  </a:lnTo>
                  <a:lnTo>
                    <a:pt x="137" y="25"/>
                  </a:lnTo>
                  <a:lnTo>
                    <a:pt x="131" y="23"/>
                  </a:lnTo>
                  <a:lnTo>
                    <a:pt x="117" y="12"/>
                  </a:lnTo>
                  <a:lnTo>
                    <a:pt x="117" y="12"/>
                  </a:lnTo>
                  <a:lnTo>
                    <a:pt x="118" y="9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1" name="Freeform 364">
              <a:extLst>
                <a:ext uri="{FF2B5EF4-FFF2-40B4-BE49-F238E27FC236}">
                  <a16:creationId xmlns:a16="http://schemas.microsoft.com/office/drawing/2014/main" id="{5C175979-6835-4CE2-8320-0E0572DD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552" y="1339448"/>
              <a:ext cx="78600" cy="26694"/>
            </a:xfrm>
            <a:custGeom>
              <a:avLst/>
              <a:gdLst>
                <a:gd name="T0" fmla="*/ 31 w 53"/>
                <a:gd name="T1" fmla="*/ 0 h 18"/>
                <a:gd name="T2" fmla="*/ 31 w 53"/>
                <a:gd name="T3" fmla="*/ 0 h 18"/>
                <a:gd name="T4" fmla="*/ 23 w 53"/>
                <a:gd name="T5" fmla="*/ 4 h 18"/>
                <a:gd name="T6" fmla="*/ 14 w 53"/>
                <a:gd name="T7" fmla="*/ 7 h 18"/>
                <a:gd name="T8" fmla="*/ 14 w 53"/>
                <a:gd name="T9" fmla="*/ 7 h 18"/>
                <a:gd name="T10" fmla="*/ 9 w 53"/>
                <a:gd name="T11" fmla="*/ 7 h 18"/>
                <a:gd name="T12" fmla="*/ 9 w 53"/>
                <a:gd name="T13" fmla="*/ 7 h 18"/>
                <a:gd name="T14" fmla="*/ 5 w 53"/>
                <a:gd name="T15" fmla="*/ 7 h 18"/>
                <a:gd name="T16" fmla="*/ 2 w 53"/>
                <a:gd name="T17" fmla="*/ 5 h 18"/>
                <a:gd name="T18" fmla="*/ 0 w 53"/>
                <a:gd name="T19" fmla="*/ 13 h 18"/>
                <a:gd name="T20" fmla="*/ 0 w 53"/>
                <a:gd name="T21" fmla="*/ 13 h 18"/>
                <a:gd name="T22" fmla="*/ 3 w 53"/>
                <a:gd name="T23" fmla="*/ 13 h 18"/>
                <a:gd name="T24" fmla="*/ 3 w 53"/>
                <a:gd name="T25" fmla="*/ 11 h 18"/>
                <a:gd name="T26" fmla="*/ 5 w 53"/>
                <a:gd name="T27" fmla="*/ 11 h 18"/>
                <a:gd name="T28" fmla="*/ 9 w 53"/>
                <a:gd name="T29" fmla="*/ 11 h 18"/>
                <a:gd name="T30" fmla="*/ 9 w 53"/>
                <a:gd name="T31" fmla="*/ 11 h 18"/>
                <a:gd name="T32" fmla="*/ 20 w 53"/>
                <a:gd name="T33" fmla="*/ 14 h 18"/>
                <a:gd name="T34" fmla="*/ 27 w 53"/>
                <a:gd name="T35" fmla="*/ 16 h 18"/>
                <a:gd name="T36" fmla="*/ 31 w 53"/>
                <a:gd name="T37" fmla="*/ 18 h 18"/>
                <a:gd name="T38" fmla="*/ 31 w 53"/>
                <a:gd name="T39" fmla="*/ 18 h 18"/>
                <a:gd name="T40" fmla="*/ 40 w 53"/>
                <a:gd name="T41" fmla="*/ 16 h 18"/>
                <a:gd name="T42" fmla="*/ 47 w 53"/>
                <a:gd name="T43" fmla="*/ 14 h 18"/>
                <a:gd name="T44" fmla="*/ 51 w 53"/>
                <a:gd name="T45" fmla="*/ 11 h 18"/>
                <a:gd name="T46" fmla="*/ 53 w 53"/>
                <a:gd name="T47" fmla="*/ 7 h 18"/>
                <a:gd name="T48" fmla="*/ 51 w 53"/>
                <a:gd name="T49" fmla="*/ 4 h 18"/>
                <a:gd name="T50" fmla="*/ 47 w 53"/>
                <a:gd name="T51" fmla="*/ 2 h 18"/>
                <a:gd name="T52" fmla="*/ 40 w 53"/>
                <a:gd name="T53" fmla="*/ 0 h 18"/>
                <a:gd name="T54" fmla="*/ 31 w 53"/>
                <a:gd name="T55" fmla="*/ 0 h 18"/>
                <a:gd name="T56" fmla="*/ 31 w 53"/>
                <a:gd name="T5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" h="18">
                  <a:moveTo>
                    <a:pt x="31" y="0"/>
                  </a:moveTo>
                  <a:lnTo>
                    <a:pt x="31" y="0"/>
                  </a:lnTo>
                  <a:lnTo>
                    <a:pt x="23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20" y="14"/>
                  </a:lnTo>
                  <a:lnTo>
                    <a:pt x="27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40" y="16"/>
                  </a:lnTo>
                  <a:lnTo>
                    <a:pt x="47" y="14"/>
                  </a:lnTo>
                  <a:lnTo>
                    <a:pt x="51" y="11"/>
                  </a:lnTo>
                  <a:lnTo>
                    <a:pt x="53" y="7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2" name="Freeform 365">
              <a:extLst>
                <a:ext uri="{FF2B5EF4-FFF2-40B4-BE49-F238E27FC236}">
                  <a16:creationId xmlns:a16="http://schemas.microsoft.com/office/drawing/2014/main" id="{AE03FF20-9DB9-44B6-85EC-3CB5E34A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33516"/>
              <a:ext cx="26694" cy="25212"/>
            </a:xfrm>
            <a:custGeom>
              <a:avLst/>
              <a:gdLst>
                <a:gd name="T0" fmla="*/ 7 w 18"/>
                <a:gd name="T1" fmla="*/ 0 h 17"/>
                <a:gd name="T2" fmla="*/ 7 w 18"/>
                <a:gd name="T3" fmla="*/ 0 h 17"/>
                <a:gd name="T4" fmla="*/ 4 w 18"/>
                <a:gd name="T5" fmla="*/ 4 h 17"/>
                <a:gd name="T6" fmla="*/ 0 w 18"/>
                <a:gd name="T7" fmla="*/ 9 h 17"/>
                <a:gd name="T8" fmla="*/ 0 w 18"/>
                <a:gd name="T9" fmla="*/ 9 h 17"/>
                <a:gd name="T10" fmla="*/ 2 w 18"/>
                <a:gd name="T11" fmla="*/ 13 h 17"/>
                <a:gd name="T12" fmla="*/ 2 w 18"/>
                <a:gd name="T13" fmla="*/ 17 h 17"/>
                <a:gd name="T14" fmla="*/ 2 w 18"/>
                <a:gd name="T15" fmla="*/ 17 h 17"/>
                <a:gd name="T16" fmla="*/ 9 w 18"/>
                <a:gd name="T17" fmla="*/ 17 h 17"/>
                <a:gd name="T18" fmla="*/ 13 w 18"/>
                <a:gd name="T19" fmla="*/ 17 h 17"/>
                <a:gd name="T20" fmla="*/ 13 w 18"/>
                <a:gd name="T21" fmla="*/ 17 h 17"/>
                <a:gd name="T22" fmla="*/ 18 w 18"/>
                <a:gd name="T23" fmla="*/ 4 h 17"/>
                <a:gd name="T24" fmla="*/ 18 w 18"/>
                <a:gd name="T25" fmla="*/ 4 h 17"/>
                <a:gd name="T26" fmla="*/ 13 w 18"/>
                <a:gd name="T27" fmla="*/ 2 h 17"/>
                <a:gd name="T28" fmla="*/ 7 w 18"/>
                <a:gd name="T29" fmla="*/ 0 h 17"/>
                <a:gd name="T30" fmla="*/ 7 w 18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17">
                  <a:moveTo>
                    <a:pt x="7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9" y="17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3" name="Freeform 366">
              <a:extLst>
                <a:ext uri="{FF2B5EF4-FFF2-40B4-BE49-F238E27FC236}">
                  <a16:creationId xmlns:a16="http://schemas.microsoft.com/office/drawing/2014/main" id="{303CE9F8-3DAC-471A-B61B-D4DB873C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333516"/>
              <a:ext cx="20762" cy="16314"/>
            </a:xfrm>
            <a:custGeom>
              <a:avLst/>
              <a:gdLst>
                <a:gd name="T0" fmla="*/ 5 w 14"/>
                <a:gd name="T1" fmla="*/ 0 h 11"/>
                <a:gd name="T2" fmla="*/ 5 w 14"/>
                <a:gd name="T3" fmla="*/ 0 h 11"/>
                <a:gd name="T4" fmla="*/ 0 w 14"/>
                <a:gd name="T5" fmla="*/ 8 h 11"/>
                <a:gd name="T6" fmla="*/ 2 w 14"/>
                <a:gd name="T7" fmla="*/ 8 h 11"/>
                <a:gd name="T8" fmla="*/ 2 w 14"/>
                <a:gd name="T9" fmla="*/ 8 h 11"/>
                <a:gd name="T10" fmla="*/ 9 w 14"/>
                <a:gd name="T11" fmla="*/ 11 h 11"/>
                <a:gd name="T12" fmla="*/ 9 w 14"/>
                <a:gd name="T13" fmla="*/ 9 h 11"/>
                <a:gd name="T14" fmla="*/ 9 w 14"/>
                <a:gd name="T15" fmla="*/ 9 h 11"/>
                <a:gd name="T16" fmla="*/ 13 w 14"/>
                <a:gd name="T17" fmla="*/ 11 h 11"/>
                <a:gd name="T18" fmla="*/ 14 w 14"/>
                <a:gd name="T19" fmla="*/ 9 h 11"/>
                <a:gd name="T20" fmla="*/ 14 w 14"/>
                <a:gd name="T21" fmla="*/ 4 h 11"/>
                <a:gd name="T22" fmla="*/ 14 w 14"/>
                <a:gd name="T23" fmla="*/ 4 h 11"/>
                <a:gd name="T24" fmla="*/ 5 w 14"/>
                <a:gd name="T25" fmla="*/ 0 h 11"/>
                <a:gd name="T26" fmla="*/ 5 w 14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lnTo>
                    <a:pt x="5" y="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9"/>
                  </a:lnTo>
                  <a:lnTo>
                    <a:pt x="13" y="11"/>
                  </a:lnTo>
                  <a:lnTo>
                    <a:pt x="14" y="9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4" name="Freeform 367">
              <a:extLst>
                <a:ext uri="{FF2B5EF4-FFF2-40B4-BE49-F238E27FC236}">
                  <a16:creationId xmlns:a16="http://schemas.microsoft.com/office/drawing/2014/main" id="{B8F61672-D948-4084-83A7-2FE1EF11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999" y="1333516"/>
              <a:ext cx="13348" cy="26694"/>
            </a:xfrm>
            <a:custGeom>
              <a:avLst/>
              <a:gdLst>
                <a:gd name="T0" fmla="*/ 0 w 9"/>
                <a:gd name="T1" fmla="*/ 0 h 18"/>
                <a:gd name="T2" fmla="*/ 0 w 9"/>
                <a:gd name="T3" fmla="*/ 0 h 18"/>
                <a:gd name="T4" fmla="*/ 3 w 9"/>
                <a:gd name="T5" fmla="*/ 18 h 18"/>
                <a:gd name="T6" fmla="*/ 9 w 9"/>
                <a:gd name="T7" fmla="*/ 18 h 18"/>
                <a:gd name="T8" fmla="*/ 9 w 9"/>
                <a:gd name="T9" fmla="*/ 18 h 18"/>
                <a:gd name="T10" fmla="*/ 9 w 9"/>
                <a:gd name="T11" fmla="*/ 9 h 18"/>
                <a:gd name="T12" fmla="*/ 9 w 9"/>
                <a:gd name="T13" fmla="*/ 9 h 18"/>
                <a:gd name="T14" fmla="*/ 3 w 9"/>
                <a:gd name="T15" fmla="*/ 0 h 18"/>
                <a:gd name="T16" fmla="*/ 0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0" y="0"/>
                  </a:lnTo>
                  <a:lnTo>
                    <a:pt x="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9"/>
                  </a:lnTo>
                  <a:lnTo>
                    <a:pt x="9" y="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5" name="Freeform 368">
              <a:extLst>
                <a:ext uri="{FF2B5EF4-FFF2-40B4-BE49-F238E27FC236}">
                  <a16:creationId xmlns:a16="http://schemas.microsoft.com/office/drawing/2014/main" id="{08E34B15-7D53-4249-9D5F-C585B954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1329067"/>
              <a:ext cx="194274" cy="106776"/>
            </a:xfrm>
            <a:custGeom>
              <a:avLst/>
              <a:gdLst>
                <a:gd name="T0" fmla="*/ 111 w 131"/>
                <a:gd name="T1" fmla="*/ 0 h 72"/>
                <a:gd name="T2" fmla="*/ 106 w 131"/>
                <a:gd name="T3" fmla="*/ 7 h 72"/>
                <a:gd name="T4" fmla="*/ 108 w 131"/>
                <a:gd name="T5" fmla="*/ 7 h 72"/>
                <a:gd name="T6" fmla="*/ 102 w 131"/>
                <a:gd name="T7" fmla="*/ 12 h 72"/>
                <a:gd name="T8" fmla="*/ 95 w 131"/>
                <a:gd name="T9" fmla="*/ 14 h 72"/>
                <a:gd name="T10" fmla="*/ 88 w 131"/>
                <a:gd name="T11" fmla="*/ 11 h 72"/>
                <a:gd name="T12" fmla="*/ 60 w 131"/>
                <a:gd name="T13" fmla="*/ 14 h 72"/>
                <a:gd name="T14" fmla="*/ 51 w 131"/>
                <a:gd name="T15" fmla="*/ 23 h 72"/>
                <a:gd name="T16" fmla="*/ 40 w 131"/>
                <a:gd name="T17" fmla="*/ 32 h 72"/>
                <a:gd name="T18" fmla="*/ 38 w 131"/>
                <a:gd name="T19" fmla="*/ 32 h 72"/>
                <a:gd name="T20" fmla="*/ 35 w 131"/>
                <a:gd name="T21" fmla="*/ 29 h 72"/>
                <a:gd name="T22" fmla="*/ 33 w 131"/>
                <a:gd name="T23" fmla="*/ 29 h 72"/>
                <a:gd name="T24" fmla="*/ 26 w 131"/>
                <a:gd name="T25" fmla="*/ 40 h 72"/>
                <a:gd name="T26" fmla="*/ 24 w 131"/>
                <a:gd name="T27" fmla="*/ 40 h 72"/>
                <a:gd name="T28" fmla="*/ 24 w 131"/>
                <a:gd name="T29" fmla="*/ 47 h 72"/>
                <a:gd name="T30" fmla="*/ 18 w 131"/>
                <a:gd name="T31" fmla="*/ 47 h 72"/>
                <a:gd name="T32" fmla="*/ 11 w 131"/>
                <a:gd name="T33" fmla="*/ 47 h 72"/>
                <a:gd name="T34" fmla="*/ 0 w 131"/>
                <a:gd name="T35" fmla="*/ 54 h 72"/>
                <a:gd name="T36" fmla="*/ 17 w 131"/>
                <a:gd name="T37" fmla="*/ 72 h 72"/>
                <a:gd name="T38" fmla="*/ 31 w 131"/>
                <a:gd name="T39" fmla="*/ 65 h 72"/>
                <a:gd name="T40" fmla="*/ 31 w 131"/>
                <a:gd name="T41" fmla="*/ 67 h 72"/>
                <a:gd name="T42" fmla="*/ 33 w 131"/>
                <a:gd name="T43" fmla="*/ 71 h 72"/>
                <a:gd name="T44" fmla="*/ 37 w 131"/>
                <a:gd name="T45" fmla="*/ 71 h 72"/>
                <a:gd name="T46" fmla="*/ 42 w 131"/>
                <a:gd name="T47" fmla="*/ 67 h 72"/>
                <a:gd name="T48" fmla="*/ 40 w 131"/>
                <a:gd name="T49" fmla="*/ 65 h 72"/>
                <a:gd name="T50" fmla="*/ 46 w 131"/>
                <a:gd name="T51" fmla="*/ 69 h 72"/>
                <a:gd name="T52" fmla="*/ 46 w 131"/>
                <a:gd name="T53" fmla="*/ 58 h 72"/>
                <a:gd name="T54" fmla="*/ 51 w 131"/>
                <a:gd name="T55" fmla="*/ 69 h 72"/>
                <a:gd name="T56" fmla="*/ 58 w 131"/>
                <a:gd name="T57" fmla="*/ 71 h 72"/>
                <a:gd name="T58" fmla="*/ 62 w 131"/>
                <a:gd name="T59" fmla="*/ 67 h 72"/>
                <a:gd name="T60" fmla="*/ 66 w 131"/>
                <a:gd name="T61" fmla="*/ 63 h 72"/>
                <a:gd name="T62" fmla="*/ 66 w 131"/>
                <a:gd name="T63" fmla="*/ 54 h 72"/>
                <a:gd name="T64" fmla="*/ 68 w 131"/>
                <a:gd name="T65" fmla="*/ 56 h 72"/>
                <a:gd name="T66" fmla="*/ 73 w 131"/>
                <a:gd name="T67" fmla="*/ 54 h 72"/>
                <a:gd name="T68" fmla="*/ 78 w 131"/>
                <a:gd name="T69" fmla="*/ 54 h 72"/>
                <a:gd name="T70" fmla="*/ 78 w 131"/>
                <a:gd name="T71" fmla="*/ 47 h 72"/>
                <a:gd name="T72" fmla="*/ 78 w 131"/>
                <a:gd name="T73" fmla="*/ 40 h 72"/>
                <a:gd name="T74" fmla="*/ 82 w 131"/>
                <a:gd name="T75" fmla="*/ 40 h 72"/>
                <a:gd name="T76" fmla="*/ 86 w 131"/>
                <a:gd name="T77" fmla="*/ 41 h 72"/>
                <a:gd name="T78" fmla="*/ 88 w 131"/>
                <a:gd name="T79" fmla="*/ 32 h 72"/>
                <a:gd name="T80" fmla="*/ 95 w 131"/>
                <a:gd name="T81" fmla="*/ 32 h 72"/>
                <a:gd name="T82" fmla="*/ 88 w 131"/>
                <a:gd name="T83" fmla="*/ 49 h 72"/>
                <a:gd name="T84" fmla="*/ 97 w 131"/>
                <a:gd name="T85" fmla="*/ 51 h 72"/>
                <a:gd name="T86" fmla="*/ 104 w 131"/>
                <a:gd name="T87" fmla="*/ 47 h 72"/>
                <a:gd name="T88" fmla="*/ 115 w 131"/>
                <a:gd name="T89" fmla="*/ 32 h 72"/>
                <a:gd name="T90" fmla="*/ 111 w 131"/>
                <a:gd name="T91" fmla="*/ 27 h 72"/>
                <a:gd name="T92" fmla="*/ 119 w 131"/>
                <a:gd name="T93" fmla="*/ 29 h 72"/>
                <a:gd name="T94" fmla="*/ 126 w 131"/>
                <a:gd name="T95" fmla="*/ 29 h 72"/>
                <a:gd name="T96" fmla="*/ 126 w 131"/>
                <a:gd name="T97" fmla="*/ 27 h 72"/>
                <a:gd name="T98" fmla="*/ 124 w 131"/>
                <a:gd name="T99" fmla="*/ 21 h 72"/>
                <a:gd name="T100" fmla="*/ 130 w 131"/>
                <a:gd name="T101" fmla="*/ 21 h 72"/>
                <a:gd name="T102" fmla="*/ 130 w 131"/>
                <a:gd name="T103" fmla="*/ 18 h 72"/>
                <a:gd name="T104" fmla="*/ 131 w 131"/>
                <a:gd name="T105" fmla="*/ 14 h 72"/>
                <a:gd name="T106" fmla="*/ 130 w 131"/>
                <a:gd name="T107" fmla="*/ 7 h 72"/>
                <a:gd name="T108" fmla="*/ 111 w 131"/>
                <a:gd name="T10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72">
                  <a:moveTo>
                    <a:pt x="111" y="0"/>
                  </a:moveTo>
                  <a:lnTo>
                    <a:pt x="111" y="0"/>
                  </a:lnTo>
                  <a:lnTo>
                    <a:pt x="108" y="5"/>
                  </a:lnTo>
                  <a:lnTo>
                    <a:pt x="106" y="7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9"/>
                  </a:lnTo>
                  <a:lnTo>
                    <a:pt x="102" y="12"/>
                  </a:lnTo>
                  <a:lnTo>
                    <a:pt x="100" y="14"/>
                  </a:lnTo>
                  <a:lnTo>
                    <a:pt x="95" y="14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73" y="1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1" y="23"/>
                  </a:lnTo>
                  <a:lnTo>
                    <a:pt x="46" y="29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38" y="32"/>
                  </a:lnTo>
                  <a:lnTo>
                    <a:pt x="37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34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9" y="62"/>
                  </a:lnTo>
                  <a:lnTo>
                    <a:pt x="17" y="72"/>
                  </a:lnTo>
                  <a:lnTo>
                    <a:pt x="17" y="72"/>
                  </a:lnTo>
                  <a:lnTo>
                    <a:pt x="31" y="65"/>
                  </a:lnTo>
                  <a:lnTo>
                    <a:pt x="31" y="65"/>
                  </a:lnTo>
                  <a:lnTo>
                    <a:pt x="31" y="67"/>
                  </a:lnTo>
                  <a:lnTo>
                    <a:pt x="31" y="69"/>
                  </a:lnTo>
                  <a:lnTo>
                    <a:pt x="33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40" y="69"/>
                  </a:lnTo>
                  <a:lnTo>
                    <a:pt x="42" y="67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4" y="67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62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8" y="56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8" y="56"/>
                  </a:lnTo>
                  <a:lnTo>
                    <a:pt x="73" y="58"/>
                  </a:lnTo>
                  <a:lnTo>
                    <a:pt x="73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1"/>
                  </a:lnTo>
                  <a:lnTo>
                    <a:pt x="78" y="47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38"/>
                  </a:lnTo>
                  <a:lnTo>
                    <a:pt x="82" y="40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5" y="32"/>
                  </a:lnTo>
                  <a:lnTo>
                    <a:pt x="95" y="32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3" y="49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104" y="47"/>
                  </a:lnTo>
                  <a:lnTo>
                    <a:pt x="111" y="40"/>
                  </a:lnTo>
                  <a:lnTo>
                    <a:pt x="115" y="32"/>
                  </a:lnTo>
                  <a:lnTo>
                    <a:pt x="115" y="29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9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4" y="25"/>
                  </a:lnTo>
                  <a:lnTo>
                    <a:pt x="124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0"/>
                  </a:lnTo>
                  <a:lnTo>
                    <a:pt x="130" y="18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1"/>
                  </a:lnTo>
                  <a:lnTo>
                    <a:pt x="130" y="7"/>
                  </a:lnTo>
                  <a:lnTo>
                    <a:pt x="124" y="3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6" name="Freeform 369">
              <a:extLst>
                <a:ext uri="{FF2B5EF4-FFF2-40B4-BE49-F238E27FC236}">
                  <a16:creationId xmlns:a16="http://schemas.microsoft.com/office/drawing/2014/main" id="{4B4D871E-6454-4939-92F6-C734FE71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00" y="1326101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0 h 5"/>
                <a:gd name="T4" fmla="*/ 4 w 4"/>
                <a:gd name="T5" fmla="*/ 2 h 5"/>
                <a:gd name="T6" fmla="*/ 4 w 4"/>
                <a:gd name="T7" fmla="*/ 3 h 5"/>
                <a:gd name="T8" fmla="*/ 0 w 4"/>
                <a:gd name="T9" fmla="*/ 5 h 5"/>
                <a:gd name="T10" fmla="*/ 0 w 4"/>
                <a:gd name="T11" fmla="*/ 5 h 5"/>
                <a:gd name="T12" fmla="*/ 0 w 4"/>
                <a:gd name="T13" fmla="*/ 0 h 5"/>
                <a:gd name="T14" fmla="*/ 0 w 4"/>
                <a:gd name="T15" fmla="*/ 0 h 5"/>
                <a:gd name="T16" fmla="*/ 4 w 4"/>
                <a:gd name="T17" fmla="*/ 0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7" name="Freeform 370">
              <a:extLst>
                <a:ext uri="{FF2B5EF4-FFF2-40B4-BE49-F238E27FC236}">
                  <a16:creationId xmlns:a16="http://schemas.microsoft.com/office/drawing/2014/main" id="{110DBDEE-8C4F-4C82-AF34-A4EA9D98F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5" y="1323135"/>
              <a:ext cx="86014" cy="56354"/>
            </a:xfrm>
            <a:custGeom>
              <a:avLst/>
              <a:gdLst>
                <a:gd name="T0" fmla="*/ 42 w 58"/>
                <a:gd name="T1" fmla="*/ 0 h 38"/>
                <a:gd name="T2" fmla="*/ 40 w 58"/>
                <a:gd name="T3" fmla="*/ 4 h 38"/>
                <a:gd name="T4" fmla="*/ 40 w 58"/>
                <a:gd name="T5" fmla="*/ 4 h 38"/>
                <a:gd name="T6" fmla="*/ 36 w 58"/>
                <a:gd name="T7" fmla="*/ 2 h 38"/>
                <a:gd name="T8" fmla="*/ 32 w 58"/>
                <a:gd name="T9" fmla="*/ 2 h 38"/>
                <a:gd name="T10" fmla="*/ 31 w 58"/>
                <a:gd name="T11" fmla="*/ 2 h 38"/>
                <a:gd name="T12" fmla="*/ 31 w 58"/>
                <a:gd name="T13" fmla="*/ 2 h 38"/>
                <a:gd name="T14" fmla="*/ 25 w 58"/>
                <a:gd name="T15" fmla="*/ 4 h 38"/>
                <a:gd name="T16" fmla="*/ 20 w 58"/>
                <a:gd name="T17" fmla="*/ 7 h 38"/>
                <a:gd name="T18" fmla="*/ 14 w 58"/>
                <a:gd name="T19" fmla="*/ 11 h 38"/>
                <a:gd name="T20" fmla="*/ 9 w 58"/>
                <a:gd name="T21" fmla="*/ 15 h 38"/>
                <a:gd name="T22" fmla="*/ 9 w 58"/>
                <a:gd name="T23" fmla="*/ 15 h 38"/>
                <a:gd name="T24" fmla="*/ 3 w 58"/>
                <a:gd name="T25" fmla="*/ 13 h 38"/>
                <a:gd name="T26" fmla="*/ 1 w 58"/>
                <a:gd name="T27" fmla="*/ 11 h 38"/>
                <a:gd name="T28" fmla="*/ 1 w 58"/>
                <a:gd name="T29" fmla="*/ 11 h 38"/>
                <a:gd name="T30" fmla="*/ 0 w 58"/>
                <a:gd name="T31" fmla="*/ 22 h 38"/>
                <a:gd name="T32" fmla="*/ 1 w 58"/>
                <a:gd name="T33" fmla="*/ 33 h 38"/>
                <a:gd name="T34" fmla="*/ 12 w 58"/>
                <a:gd name="T35" fmla="*/ 38 h 38"/>
                <a:gd name="T36" fmla="*/ 12 w 58"/>
                <a:gd name="T37" fmla="*/ 38 h 38"/>
                <a:gd name="T38" fmla="*/ 29 w 58"/>
                <a:gd name="T39" fmla="*/ 36 h 38"/>
                <a:gd name="T40" fmla="*/ 42 w 58"/>
                <a:gd name="T41" fmla="*/ 33 h 38"/>
                <a:gd name="T42" fmla="*/ 42 w 58"/>
                <a:gd name="T43" fmla="*/ 33 h 38"/>
                <a:gd name="T44" fmla="*/ 45 w 58"/>
                <a:gd name="T45" fmla="*/ 31 h 38"/>
                <a:gd name="T46" fmla="*/ 47 w 58"/>
                <a:gd name="T47" fmla="*/ 27 h 38"/>
                <a:gd name="T48" fmla="*/ 49 w 58"/>
                <a:gd name="T49" fmla="*/ 22 h 38"/>
                <a:gd name="T50" fmla="*/ 49 w 58"/>
                <a:gd name="T51" fmla="*/ 22 h 38"/>
                <a:gd name="T52" fmla="*/ 45 w 58"/>
                <a:gd name="T53" fmla="*/ 18 h 38"/>
                <a:gd name="T54" fmla="*/ 42 w 58"/>
                <a:gd name="T55" fmla="*/ 15 h 38"/>
                <a:gd name="T56" fmla="*/ 42 w 58"/>
                <a:gd name="T57" fmla="*/ 15 h 38"/>
                <a:gd name="T58" fmla="*/ 47 w 58"/>
                <a:gd name="T59" fmla="*/ 13 h 38"/>
                <a:gd name="T60" fmla="*/ 52 w 58"/>
                <a:gd name="T61" fmla="*/ 15 h 38"/>
                <a:gd name="T62" fmla="*/ 52 w 58"/>
                <a:gd name="T63" fmla="*/ 15 h 38"/>
                <a:gd name="T64" fmla="*/ 56 w 58"/>
                <a:gd name="T65" fmla="*/ 13 h 38"/>
                <a:gd name="T66" fmla="*/ 58 w 58"/>
                <a:gd name="T67" fmla="*/ 9 h 38"/>
                <a:gd name="T68" fmla="*/ 58 w 58"/>
                <a:gd name="T69" fmla="*/ 7 h 38"/>
                <a:gd name="T70" fmla="*/ 56 w 58"/>
                <a:gd name="T71" fmla="*/ 5 h 38"/>
                <a:gd name="T72" fmla="*/ 51 w 58"/>
                <a:gd name="T73" fmla="*/ 2 h 38"/>
                <a:gd name="T74" fmla="*/ 42 w 58"/>
                <a:gd name="T75" fmla="*/ 0 h 38"/>
                <a:gd name="T76" fmla="*/ 42 w 58"/>
                <a:gd name="T7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38">
                  <a:moveTo>
                    <a:pt x="42" y="0"/>
                  </a:moveTo>
                  <a:lnTo>
                    <a:pt x="40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5" y="4"/>
                  </a:lnTo>
                  <a:lnTo>
                    <a:pt x="20" y="7"/>
                  </a:lnTo>
                  <a:lnTo>
                    <a:pt x="14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22"/>
                  </a:lnTo>
                  <a:lnTo>
                    <a:pt x="1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9" y="36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3"/>
                  </a:lnTo>
                  <a:lnTo>
                    <a:pt x="58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1" y="2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8" name="Freeform 371">
              <a:extLst>
                <a:ext uri="{FF2B5EF4-FFF2-40B4-BE49-F238E27FC236}">
                  <a16:creationId xmlns:a16="http://schemas.microsoft.com/office/drawing/2014/main" id="{833AD406-93D2-4FEB-A724-1ED978F4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87" y="1314237"/>
              <a:ext cx="26694" cy="31144"/>
            </a:xfrm>
            <a:custGeom>
              <a:avLst/>
              <a:gdLst>
                <a:gd name="T0" fmla="*/ 9 w 18"/>
                <a:gd name="T1" fmla="*/ 0 h 21"/>
                <a:gd name="T2" fmla="*/ 9 w 18"/>
                <a:gd name="T3" fmla="*/ 0 h 21"/>
                <a:gd name="T4" fmla="*/ 0 w 18"/>
                <a:gd name="T5" fmla="*/ 6 h 21"/>
                <a:gd name="T6" fmla="*/ 0 w 18"/>
                <a:gd name="T7" fmla="*/ 6 h 21"/>
                <a:gd name="T8" fmla="*/ 0 w 18"/>
                <a:gd name="T9" fmla="*/ 10 h 21"/>
                <a:gd name="T10" fmla="*/ 0 w 18"/>
                <a:gd name="T11" fmla="*/ 15 h 21"/>
                <a:gd name="T12" fmla="*/ 0 w 18"/>
                <a:gd name="T13" fmla="*/ 15 h 21"/>
                <a:gd name="T14" fmla="*/ 2 w 18"/>
                <a:gd name="T15" fmla="*/ 17 h 21"/>
                <a:gd name="T16" fmla="*/ 3 w 18"/>
                <a:gd name="T17" fmla="*/ 21 h 21"/>
                <a:gd name="T18" fmla="*/ 3 w 18"/>
                <a:gd name="T19" fmla="*/ 21 h 21"/>
                <a:gd name="T20" fmla="*/ 9 w 18"/>
                <a:gd name="T21" fmla="*/ 19 h 21"/>
                <a:gd name="T22" fmla="*/ 14 w 18"/>
                <a:gd name="T23" fmla="*/ 21 h 21"/>
                <a:gd name="T24" fmla="*/ 14 w 18"/>
                <a:gd name="T25" fmla="*/ 21 h 21"/>
                <a:gd name="T26" fmla="*/ 18 w 18"/>
                <a:gd name="T27" fmla="*/ 10 h 21"/>
                <a:gd name="T28" fmla="*/ 18 w 18"/>
                <a:gd name="T29" fmla="*/ 10 h 21"/>
                <a:gd name="T30" fmla="*/ 14 w 18"/>
                <a:gd name="T31" fmla="*/ 4 h 21"/>
                <a:gd name="T32" fmla="*/ 9 w 18"/>
                <a:gd name="T33" fmla="*/ 0 h 21"/>
                <a:gd name="T34" fmla="*/ 9 w 18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1">
                  <a:moveTo>
                    <a:pt x="9" y="0"/>
                  </a:moveTo>
                  <a:lnTo>
                    <a:pt x="9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9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9" name="Freeform 372">
              <a:extLst>
                <a:ext uri="{FF2B5EF4-FFF2-40B4-BE49-F238E27FC236}">
                  <a16:creationId xmlns:a16="http://schemas.microsoft.com/office/drawing/2014/main" id="{B720322E-6DE5-404A-A9D7-26509A51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827" y="1299407"/>
              <a:ext cx="54872" cy="23728"/>
            </a:xfrm>
            <a:custGeom>
              <a:avLst/>
              <a:gdLst>
                <a:gd name="T0" fmla="*/ 4 w 37"/>
                <a:gd name="T1" fmla="*/ 0 h 16"/>
                <a:gd name="T2" fmla="*/ 4 w 37"/>
                <a:gd name="T3" fmla="*/ 0 h 16"/>
                <a:gd name="T4" fmla="*/ 0 w 37"/>
                <a:gd name="T5" fmla="*/ 10 h 16"/>
                <a:gd name="T6" fmla="*/ 0 w 37"/>
                <a:gd name="T7" fmla="*/ 10 h 16"/>
                <a:gd name="T8" fmla="*/ 18 w 37"/>
                <a:gd name="T9" fmla="*/ 9 h 16"/>
                <a:gd name="T10" fmla="*/ 18 w 37"/>
                <a:gd name="T11" fmla="*/ 9 h 16"/>
                <a:gd name="T12" fmla="*/ 22 w 37"/>
                <a:gd name="T13" fmla="*/ 10 h 16"/>
                <a:gd name="T14" fmla="*/ 26 w 37"/>
                <a:gd name="T15" fmla="*/ 12 h 16"/>
                <a:gd name="T16" fmla="*/ 26 w 37"/>
                <a:gd name="T17" fmla="*/ 16 h 16"/>
                <a:gd name="T18" fmla="*/ 37 w 37"/>
                <a:gd name="T19" fmla="*/ 9 h 16"/>
                <a:gd name="T20" fmla="*/ 37 w 37"/>
                <a:gd name="T21" fmla="*/ 9 h 16"/>
                <a:gd name="T22" fmla="*/ 35 w 37"/>
                <a:gd name="T23" fmla="*/ 7 h 16"/>
                <a:gd name="T24" fmla="*/ 35 w 37"/>
                <a:gd name="T25" fmla="*/ 5 h 16"/>
                <a:gd name="T26" fmla="*/ 33 w 37"/>
                <a:gd name="T27" fmla="*/ 0 h 16"/>
                <a:gd name="T28" fmla="*/ 33 w 37"/>
                <a:gd name="T29" fmla="*/ 0 h 16"/>
                <a:gd name="T30" fmla="*/ 4 w 37"/>
                <a:gd name="T31" fmla="*/ 0 h 16"/>
                <a:gd name="T32" fmla="*/ 4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4" y="0"/>
                  </a:moveTo>
                  <a:lnTo>
                    <a:pt x="4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22" y="10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35" y="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0" name="Freeform 373">
              <a:extLst>
                <a:ext uri="{FF2B5EF4-FFF2-40B4-BE49-F238E27FC236}">
                  <a16:creationId xmlns:a16="http://schemas.microsoft.com/office/drawing/2014/main" id="{6ABBA740-30C8-4173-8C59-1474FC5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181" y="1287543"/>
              <a:ext cx="48940" cy="29660"/>
            </a:xfrm>
            <a:custGeom>
              <a:avLst/>
              <a:gdLst>
                <a:gd name="T0" fmla="*/ 20 w 33"/>
                <a:gd name="T1" fmla="*/ 0 h 20"/>
                <a:gd name="T2" fmla="*/ 20 w 33"/>
                <a:gd name="T3" fmla="*/ 0 h 20"/>
                <a:gd name="T4" fmla="*/ 17 w 33"/>
                <a:gd name="T5" fmla="*/ 2 h 20"/>
                <a:gd name="T6" fmla="*/ 13 w 33"/>
                <a:gd name="T7" fmla="*/ 4 h 20"/>
                <a:gd name="T8" fmla="*/ 8 w 33"/>
                <a:gd name="T9" fmla="*/ 8 h 20"/>
                <a:gd name="T10" fmla="*/ 8 w 33"/>
                <a:gd name="T11" fmla="*/ 8 h 20"/>
                <a:gd name="T12" fmla="*/ 4 w 33"/>
                <a:gd name="T13" fmla="*/ 9 h 20"/>
                <a:gd name="T14" fmla="*/ 0 w 33"/>
                <a:gd name="T15" fmla="*/ 8 h 20"/>
                <a:gd name="T16" fmla="*/ 0 w 33"/>
                <a:gd name="T17" fmla="*/ 8 h 20"/>
                <a:gd name="T18" fmla="*/ 2 w 33"/>
                <a:gd name="T19" fmla="*/ 9 h 20"/>
                <a:gd name="T20" fmla="*/ 2 w 33"/>
                <a:gd name="T21" fmla="*/ 11 h 20"/>
                <a:gd name="T22" fmla="*/ 2 w 33"/>
                <a:gd name="T23" fmla="*/ 13 h 20"/>
                <a:gd name="T24" fmla="*/ 2 w 33"/>
                <a:gd name="T25" fmla="*/ 15 h 20"/>
                <a:gd name="T26" fmla="*/ 4 w 33"/>
                <a:gd name="T27" fmla="*/ 15 h 20"/>
                <a:gd name="T28" fmla="*/ 13 w 33"/>
                <a:gd name="T29" fmla="*/ 18 h 20"/>
                <a:gd name="T30" fmla="*/ 13 w 33"/>
                <a:gd name="T31" fmla="*/ 18 h 20"/>
                <a:gd name="T32" fmla="*/ 17 w 33"/>
                <a:gd name="T33" fmla="*/ 20 h 20"/>
                <a:gd name="T34" fmla="*/ 20 w 33"/>
                <a:gd name="T35" fmla="*/ 20 h 20"/>
                <a:gd name="T36" fmla="*/ 24 w 33"/>
                <a:gd name="T37" fmla="*/ 20 h 20"/>
                <a:gd name="T38" fmla="*/ 24 w 33"/>
                <a:gd name="T39" fmla="*/ 20 h 20"/>
                <a:gd name="T40" fmla="*/ 30 w 33"/>
                <a:gd name="T41" fmla="*/ 18 h 20"/>
                <a:gd name="T42" fmla="*/ 33 w 33"/>
                <a:gd name="T43" fmla="*/ 17 h 20"/>
                <a:gd name="T44" fmla="*/ 33 w 33"/>
                <a:gd name="T45" fmla="*/ 13 h 20"/>
                <a:gd name="T46" fmla="*/ 33 w 33"/>
                <a:gd name="T47" fmla="*/ 9 h 20"/>
                <a:gd name="T48" fmla="*/ 33 w 33"/>
                <a:gd name="T49" fmla="*/ 6 h 20"/>
                <a:gd name="T50" fmla="*/ 30 w 33"/>
                <a:gd name="T51" fmla="*/ 4 h 20"/>
                <a:gd name="T52" fmla="*/ 26 w 33"/>
                <a:gd name="T53" fmla="*/ 2 h 20"/>
                <a:gd name="T54" fmla="*/ 20 w 33"/>
                <a:gd name="T55" fmla="*/ 0 h 20"/>
                <a:gd name="T56" fmla="*/ 20 w 33"/>
                <a:gd name="T5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" h="20">
                  <a:moveTo>
                    <a:pt x="20" y="0"/>
                  </a:moveTo>
                  <a:lnTo>
                    <a:pt x="20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7" y="20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30" y="18"/>
                  </a:lnTo>
                  <a:lnTo>
                    <a:pt x="33" y="17"/>
                  </a:lnTo>
                  <a:lnTo>
                    <a:pt x="33" y="13"/>
                  </a:lnTo>
                  <a:lnTo>
                    <a:pt x="33" y="9"/>
                  </a:lnTo>
                  <a:lnTo>
                    <a:pt x="33" y="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1" name="Freeform 374">
              <a:extLst>
                <a:ext uri="{FF2B5EF4-FFF2-40B4-BE49-F238E27FC236}">
                  <a16:creationId xmlns:a16="http://schemas.microsoft.com/office/drawing/2014/main" id="{A5CA20B9-A9F0-4B0F-A7AD-659F454B5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1284577"/>
              <a:ext cx="5932" cy="889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0 h 6"/>
                <a:gd name="T4" fmla="*/ 4 w 4"/>
                <a:gd name="T5" fmla="*/ 2 h 6"/>
                <a:gd name="T6" fmla="*/ 2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2 w 4"/>
                <a:gd name="T17" fmla="*/ 0 h 6"/>
                <a:gd name="T18" fmla="*/ 2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2" name="Freeform 375">
              <a:extLst>
                <a:ext uri="{FF2B5EF4-FFF2-40B4-BE49-F238E27FC236}">
                  <a16:creationId xmlns:a16="http://schemas.microsoft.com/office/drawing/2014/main" id="{E00F26CA-FCCB-4CE8-9E6F-3F3FE13F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46" y="1284577"/>
              <a:ext cx="81566" cy="62286"/>
            </a:xfrm>
            <a:custGeom>
              <a:avLst/>
              <a:gdLst>
                <a:gd name="T0" fmla="*/ 0 w 55"/>
                <a:gd name="T1" fmla="*/ 0 h 42"/>
                <a:gd name="T2" fmla="*/ 0 w 55"/>
                <a:gd name="T3" fmla="*/ 20 h 42"/>
                <a:gd name="T4" fmla="*/ 0 w 55"/>
                <a:gd name="T5" fmla="*/ 20 h 42"/>
                <a:gd name="T6" fmla="*/ 9 w 55"/>
                <a:gd name="T7" fmla="*/ 22 h 42"/>
                <a:gd name="T8" fmla="*/ 17 w 55"/>
                <a:gd name="T9" fmla="*/ 26 h 42"/>
                <a:gd name="T10" fmla="*/ 17 w 55"/>
                <a:gd name="T11" fmla="*/ 26 h 42"/>
                <a:gd name="T12" fmla="*/ 18 w 55"/>
                <a:gd name="T13" fmla="*/ 26 h 42"/>
                <a:gd name="T14" fmla="*/ 17 w 55"/>
                <a:gd name="T15" fmla="*/ 28 h 42"/>
                <a:gd name="T16" fmla="*/ 13 w 55"/>
                <a:gd name="T17" fmla="*/ 28 h 42"/>
                <a:gd name="T18" fmla="*/ 13 w 55"/>
                <a:gd name="T19" fmla="*/ 28 h 42"/>
                <a:gd name="T20" fmla="*/ 18 w 55"/>
                <a:gd name="T21" fmla="*/ 37 h 42"/>
                <a:gd name="T22" fmla="*/ 22 w 55"/>
                <a:gd name="T23" fmla="*/ 42 h 42"/>
                <a:gd name="T24" fmla="*/ 24 w 55"/>
                <a:gd name="T25" fmla="*/ 42 h 42"/>
                <a:gd name="T26" fmla="*/ 27 w 55"/>
                <a:gd name="T27" fmla="*/ 42 h 42"/>
                <a:gd name="T28" fmla="*/ 40 w 55"/>
                <a:gd name="T29" fmla="*/ 41 h 42"/>
                <a:gd name="T30" fmla="*/ 40 w 55"/>
                <a:gd name="T31" fmla="*/ 41 h 42"/>
                <a:gd name="T32" fmla="*/ 55 w 55"/>
                <a:gd name="T33" fmla="*/ 37 h 42"/>
                <a:gd name="T34" fmla="*/ 49 w 55"/>
                <a:gd name="T35" fmla="*/ 20 h 42"/>
                <a:gd name="T36" fmla="*/ 49 w 55"/>
                <a:gd name="T37" fmla="*/ 20 h 42"/>
                <a:gd name="T38" fmla="*/ 46 w 55"/>
                <a:gd name="T39" fmla="*/ 19 h 42"/>
                <a:gd name="T40" fmla="*/ 42 w 55"/>
                <a:gd name="T41" fmla="*/ 19 h 42"/>
                <a:gd name="T42" fmla="*/ 38 w 55"/>
                <a:gd name="T43" fmla="*/ 19 h 42"/>
                <a:gd name="T44" fmla="*/ 35 w 55"/>
                <a:gd name="T45" fmla="*/ 19 h 42"/>
                <a:gd name="T46" fmla="*/ 35 w 55"/>
                <a:gd name="T47" fmla="*/ 19 h 42"/>
                <a:gd name="T48" fmla="*/ 27 w 55"/>
                <a:gd name="T49" fmla="*/ 10 h 42"/>
                <a:gd name="T50" fmla="*/ 27 w 55"/>
                <a:gd name="T51" fmla="*/ 10 h 42"/>
                <a:gd name="T52" fmla="*/ 13 w 55"/>
                <a:gd name="T53" fmla="*/ 6 h 42"/>
                <a:gd name="T54" fmla="*/ 0 w 55"/>
                <a:gd name="T55" fmla="*/ 0 h 42"/>
                <a:gd name="T56" fmla="*/ 0 w 55"/>
                <a:gd name="T5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42">
                  <a:moveTo>
                    <a:pt x="0" y="0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9" y="22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8" y="37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7" y="42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55" y="37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6" y="19"/>
                  </a:lnTo>
                  <a:lnTo>
                    <a:pt x="42" y="19"/>
                  </a:lnTo>
                  <a:lnTo>
                    <a:pt x="3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1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3" name="Freeform 376">
              <a:extLst>
                <a:ext uri="{FF2B5EF4-FFF2-40B4-BE49-F238E27FC236}">
                  <a16:creationId xmlns:a16="http://schemas.microsoft.com/office/drawing/2014/main" id="{F2C64D57-CD81-4FFB-9FEC-1FE9613D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754" y="1266781"/>
              <a:ext cx="164614" cy="83048"/>
            </a:xfrm>
            <a:custGeom>
              <a:avLst/>
              <a:gdLst>
                <a:gd name="T0" fmla="*/ 4 w 111"/>
                <a:gd name="T1" fmla="*/ 0 h 56"/>
                <a:gd name="T2" fmla="*/ 0 w 111"/>
                <a:gd name="T3" fmla="*/ 5 h 56"/>
                <a:gd name="T4" fmla="*/ 0 w 111"/>
                <a:gd name="T5" fmla="*/ 14 h 56"/>
                <a:gd name="T6" fmla="*/ 8 w 111"/>
                <a:gd name="T7" fmla="*/ 12 h 56"/>
                <a:gd name="T8" fmla="*/ 8 w 111"/>
                <a:gd name="T9" fmla="*/ 20 h 56"/>
                <a:gd name="T10" fmla="*/ 9 w 111"/>
                <a:gd name="T11" fmla="*/ 18 h 56"/>
                <a:gd name="T12" fmla="*/ 15 w 111"/>
                <a:gd name="T13" fmla="*/ 18 h 56"/>
                <a:gd name="T14" fmla="*/ 11 w 111"/>
                <a:gd name="T15" fmla="*/ 25 h 56"/>
                <a:gd name="T16" fmla="*/ 15 w 111"/>
                <a:gd name="T17" fmla="*/ 25 h 56"/>
                <a:gd name="T18" fmla="*/ 22 w 111"/>
                <a:gd name="T19" fmla="*/ 22 h 56"/>
                <a:gd name="T20" fmla="*/ 20 w 111"/>
                <a:gd name="T21" fmla="*/ 23 h 56"/>
                <a:gd name="T22" fmla="*/ 22 w 111"/>
                <a:gd name="T23" fmla="*/ 27 h 56"/>
                <a:gd name="T24" fmla="*/ 18 w 111"/>
                <a:gd name="T25" fmla="*/ 27 h 56"/>
                <a:gd name="T26" fmla="*/ 24 w 111"/>
                <a:gd name="T27" fmla="*/ 32 h 56"/>
                <a:gd name="T28" fmla="*/ 17 w 111"/>
                <a:gd name="T29" fmla="*/ 34 h 56"/>
                <a:gd name="T30" fmla="*/ 17 w 111"/>
                <a:gd name="T31" fmla="*/ 36 h 56"/>
                <a:gd name="T32" fmla="*/ 17 w 111"/>
                <a:gd name="T33" fmla="*/ 38 h 56"/>
                <a:gd name="T34" fmla="*/ 46 w 111"/>
                <a:gd name="T35" fmla="*/ 29 h 56"/>
                <a:gd name="T36" fmla="*/ 60 w 111"/>
                <a:gd name="T37" fmla="*/ 31 h 56"/>
                <a:gd name="T38" fmla="*/ 75 w 111"/>
                <a:gd name="T39" fmla="*/ 38 h 56"/>
                <a:gd name="T40" fmla="*/ 79 w 111"/>
                <a:gd name="T41" fmla="*/ 42 h 56"/>
                <a:gd name="T42" fmla="*/ 80 w 111"/>
                <a:gd name="T43" fmla="*/ 45 h 56"/>
                <a:gd name="T44" fmla="*/ 90 w 111"/>
                <a:gd name="T45" fmla="*/ 47 h 56"/>
                <a:gd name="T46" fmla="*/ 93 w 111"/>
                <a:gd name="T47" fmla="*/ 53 h 56"/>
                <a:gd name="T48" fmla="*/ 97 w 111"/>
                <a:gd name="T49" fmla="*/ 56 h 56"/>
                <a:gd name="T50" fmla="*/ 108 w 111"/>
                <a:gd name="T51" fmla="*/ 56 h 56"/>
                <a:gd name="T52" fmla="*/ 108 w 111"/>
                <a:gd name="T53" fmla="*/ 54 h 56"/>
                <a:gd name="T54" fmla="*/ 111 w 111"/>
                <a:gd name="T55" fmla="*/ 47 h 56"/>
                <a:gd name="T56" fmla="*/ 108 w 111"/>
                <a:gd name="T57" fmla="*/ 40 h 56"/>
                <a:gd name="T58" fmla="*/ 99 w 111"/>
                <a:gd name="T59" fmla="*/ 29 h 56"/>
                <a:gd name="T60" fmla="*/ 97 w 111"/>
                <a:gd name="T61" fmla="*/ 27 h 56"/>
                <a:gd name="T62" fmla="*/ 90 w 111"/>
                <a:gd name="T63" fmla="*/ 29 h 56"/>
                <a:gd name="T64" fmla="*/ 82 w 111"/>
                <a:gd name="T65" fmla="*/ 27 h 56"/>
                <a:gd name="T66" fmla="*/ 73 w 111"/>
                <a:gd name="T67" fmla="*/ 14 h 56"/>
                <a:gd name="T68" fmla="*/ 71 w 111"/>
                <a:gd name="T69" fmla="*/ 14 h 56"/>
                <a:gd name="T70" fmla="*/ 69 w 111"/>
                <a:gd name="T71" fmla="*/ 18 h 56"/>
                <a:gd name="T72" fmla="*/ 68 w 111"/>
                <a:gd name="T73" fmla="*/ 18 h 56"/>
                <a:gd name="T74" fmla="*/ 64 w 111"/>
                <a:gd name="T75" fmla="*/ 12 h 56"/>
                <a:gd name="T76" fmla="*/ 55 w 111"/>
                <a:gd name="T77" fmla="*/ 11 h 56"/>
                <a:gd name="T78" fmla="*/ 55 w 111"/>
                <a:gd name="T79" fmla="*/ 11 h 56"/>
                <a:gd name="T80" fmla="*/ 51 w 111"/>
                <a:gd name="T81" fmla="*/ 14 h 56"/>
                <a:gd name="T82" fmla="*/ 48 w 111"/>
                <a:gd name="T83" fmla="*/ 11 h 56"/>
                <a:gd name="T84" fmla="*/ 40 w 111"/>
                <a:gd name="T85" fmla="*/ 9 h 56"/>
                <a:gd name="T86" fmla="*/ 33 w 111"/>
                <a:gd name="T87" fmla="*/ 5 h 56"/>
                <a:gd name="T88" fmla="*/ 33 w 111"/>
                <a:gd name="T89" fmla="*/ 12 h 56"/>
                <a:gd name="T90" fmla="*/ 26 w 111"/>
                <a:gd name="T91" fmla="*/ 14 h 56"/>
                <a:gd name="T92" fmla="*/ 24 w 111"/>
                <a:gd name="T93" fmla="*/ 5 h 56"/>
                <a:gd name="T94" fmla="*/ 13 w 111"/>
                <a:gd name="T95" fmla="*/ 1 h 56"/>
                <a:gd name="T96" fmla="*/ 4 w 111"/>
                <a:gd name="T9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1" h="56">
                  <a:moveTo>
                    <a:pt x="4" y="0"/>
                  </a:move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2" y="25"/>
                  </a:lnTo>
                  <a:lnTo>
                    <a:pt x="22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17" y="34"/>
                  </a:lnTo>
                  <a:lnTo>
                    <a:pt x="15" y="36"/>
                  </a:lnTo>
                  <a:lnTo>
                    <a:pt x="17" y="36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33" y="32"/>
                  </a:lnTo>
                  <a:lnTo>
                    <a:pt x="46" y="29"/>
                  </a:lnTo>
                  <a:lnTo>
                    <a:pt x="53" y="29"/>
                  </a:lnTo>
                  <a:lnTo>
                    <a:pt x="60" y="31"/>
                  </a:lnTo>
                  <a:lnTo>
                    <a:pt x="68" y="3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9" y="42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6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53"/>
                  </a:lnTo>
                  <a:lnTo>
                    <a:pt x="97" y="56"/>
                  </a:lnTo>
                  <a:lnTo>
                    <a:pt x="97" y="56"/>
                  </a:lnTo>
                  <a:lnTo>
                    <a:pt x="102" y="56"/>
                  </a:lnTo>
                  <a:lnTo>
                    <a:pt x="108" y="56"/>
                  </a:lnTo>
                  <a:lnTo>
                    <a:pt x="108" y="56"/>
                  </a:lnTo>
                  <a:lnTo>
                    <a:pt x="108" y="54"/>
                  </a:lnTo>
                  <a:lnTo>
                    <a:pt x="111" y="51"/>
                  </a:lnTo>
                  <a:lnTo>
                    <a:pt x="111" y="47"/>
                  </a:lnTo>
                  <a:lnTo>
                    <a:pt x="111" y="42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99" y="29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3" y="29"/>
                  </a:lnTo>
                  <a:lnTo>
                    <a:pt x="90" y="29"/>
                  </a:lnTo>
                  <a:lnTo>
                    <a:pt x="82" y="27"/>
                  </a:lnTo>
                  <a:lnTo>
                    <a:pt x="82" y="27"/>
                  </a:lnTo>
                  <a:lnTo>
                    <a:pt x="79" y="22"/>
                  </a:lnTo>
                  <a:lnTo>
                    <a:pt x="73" y="14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4" y="12"/>
                  </a:lnTo>
                  <a:lnTo>
                    <a:pt x="60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48" y="14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40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1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4" name="Freeform 377">
              <a:extLst>
                <a:ext uri="{FF2B5EF4-FFF2-40B4-BE49-F238E27FC236}">
                  <a16:creationId xmlns:a16="http://schemas.microsoft.com/office/drawing/2014/main" id="{11AA3002-CC43-4C38-B539-EBE18C823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765" y="1247502"/>
              <a:ext cx="78600" cy="48940"/>
            </a:xfrm>
            <a:custGeom>
              <a:avLst/>
              <a:gdLst>
                <a:gd name="T0" fmla="*/ 14 w 53"/>
                <a:gd name="T1" fmla="*/ 2 h 33"/>
                <a:gd name="T2" fmla="*/ 14 w 53"/>
                <a:gd name="T3" fmla="*/ 2 h 33"/>
                <a:gd name="T4" fmla="*/ 18 w 53"/>
                <a:gd name="T5" fmla="*/ 9 h 33"/>
                <a:gd name="T6" fmla="*/ 22 w 53"/>
                <a:gd name="T7" fmla="*/ 13 h 33"/>
                <a:gd name="T8" fmla="*/ 31 w 53"/>
                <a:gd name="T9" fmla="*/ 16 h 33"/>
                <a:gd name="T10" fmla="*/ 31 w 53"/>
                <a:gd name="T11" fmla="*/ 16 h 33"/>
                <a:gd name="T12" fmla="*/ 34 w 53"/>
                <a:gd name="T13" fmla="*/ 20 h 33"/>
                <a:gd name="T14" fmla="*/ 34 w 53"/>
                <a:gd name="T15" fmla="*/ 20 h 33"/>
                <a:gd name="T16" fmla="*/ 20 w 53"/>
                <a:gd name="T17" fmla="*/ 24 h 33"/>
                <a:gd name="T18" fmla="*/ 22 w 53"/>
                <a:gd name="T19" fmla="*/ 24 h 33"/>
                <a:gd name="T20" fmla="*/ 25 w 53"/>
                <a:gd name="T21" fmla="*/ 25 h 33"/>
                <a:gd name="T22" fmla="*/ 53 w 53"/>
                <a:gd name="T23" fmla="*/ 25 h 33"/>
                <a:gd name="T24" fmla="*/ 53 w 53"/>
                <a:gd name="T25" fmla="*/ 25 h 33"/>
                <a:gd name="T26" fmla="*/ 53 w 53"/>
                <a:gd name="T27" fmla="*/ 33 h 33"/>
                <a:gd name="T28" fmla="*/ 53 w 53"/>
                <a:gd name="T29" fmla="*/ 33 h 33"/>
                <a:gd name="T30" fmla="*/ 0 w 53"/>
                <a:gd name="T31" fmla="*/ 27 h 33"/>
                <a:gd name="T32" fmla="*/ 0 w 53"/>
                <a:gd name="T33" fmla="*/ 24 h 33"/>
                <a:gd name="T34" fmla="*/ 0 w 53"/>
                <a:gd name="T35" fmla="*/ 24 h 33"/>
                <a:gd name="T36" fmla="*/ 16 w 53"/>
                <a:gd name="T37" fmla="*/ 18 h 33"/>
                <a:gd name="T38" fmla="*/ 16 w 53"/>
                <a:gd name="T39" fmla="*/ 18 h 33"/>
                <a:gd name="T40" fmla="*/ 16 w 53"/>
                <a:gd name="T41" fmla="*/ 11 h 33"/>
                <a:gd name="T42" fmla="*/ 16 w 53"/>
                <a:gd name="T43" fmla="*/ 11 h 33"/>
                <a:gd name="T44" fmla="*/ 11 w 53"/>
                <a:gd name="T45" fmla="*/ 5 h 33"/>
                <a:gd name="T46" fmla="*/ 11 w 53"/>
                <a:gd name="T47" fmla="*/ 5 h 33"/>
                <a:gd name="T48" fmla="*/ 13 w 53"/>
                <a:gd name="T49" fmla="*/ 2 h 33"/>
                <a:gd name="T50" fmla="*/ 13 w 53"/>
                <a:gd name="T51" fmla="*/ 0 h 33"/>
                <a:gd name="T52" fmla="*/ 14 w 53"/>
                <a:gd name="T53" fmla="*/ 2 h 33"/>
                <a:gd name="T54" fmla="*/ 14 w 53"/>
                <a:gd name="T5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33">
                  <a:moveTo>
                    <a:pt x="14" y="2"/>
                  </a:moveTo>
                  <a:lnTo>
                    <a:pt x="14" y="2"/>
                  </a:lnTo>
                  <a:lnTo>
                    <a:pt x="18" y="9"/>
                  </a:lnTo>
                  <a:lnTo>
                    <a:pt x="22" y="13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5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5" name="Freeform 378">
              <a:extLst>
                <a:ext uri="{FF2B5EF4-FFF2-40B4-BE49-F238E27FC236}">
                  <a16:creationId xmlns:a16="http://schemas.microsoft.com/office/drawing/2014/main" id="{42BA9F1F-48E4-491B-9BB8-9FE5DA94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967" y="1066575"/>
              <a:ext cx="818619" cy="355921"/>
            </a:xfrm>
            <a:custGeom>
              <a:avLst/>
              <a:gdLst>
                <a:gd name="T0" fmla="*/ 224 w 552"/>
                <a:gd name="T1" fmla="*/ 116 h 240"/>
                <a:gd name="T2" fmla="*/ 241 w 552"/>
                <a:gd name="T3" fmla="*/ 126 h 240"/>
                <a:gd name="T4" fmla="*/ 159 w 552"/>
                <a:gd name="T5" fmla="*/ 100 h 240"/>
                <a:gd name="T6" fmla="*/ 146 w 552"/>
                <a:gd name="T7" fmla="*/ 109 h 240"/>
                <a:gd name="T8" fmla="*/ 122 w 552"/>
                <a:gd name="T9" fmla="*/ 102 h 240"/>
                <a:gd name="T10" fmla="*/ 33 w 552"/>
                <a:gd name="T11" fmla="*/ 65 h 240"/>
                <a:gd name="T12" fmla="*/ 18 w 552"/>
                <a:gd name="T13" fmla="*/ 84 h 240"/>
                <a:gd name="T14" fmla="*/ 15 w 552"/>
                <a:gd name="T15" fmla="*/ 96 h 240"/>
                <a:gd name="T16" fmla="*/ 31 w 552"/>
                <a:gd name="T17" fmla="*/ 109 h 240"/>
                <a:gd name="T18" fmla="*/ 20 w 552"/>
                <a:gd name="T19" fmla="*/ 131 h 240"/>
                <a:gd name="T20" fmla="*/ 40 w 552"/>
                <a:gd name="T21" fmla="*/ 147 h 240"/>
                <a:gd name="T22" fmla="*/ 53 w 552"/>
                <a:gd name="T23" fmla="*/ 167 h 240"/>
                <a:gd name="T24" fmla="*/ 86 w 552"/>
                <a:gd name="T25" fmla="*/ 173 h 240"/>
                <a:gd name="T26" fmla="*/ 115 w 552"/>
                <a:gd name="T27" fmla="*/ 164 h 240"/>
                <a:gd name="T28" fmla="*/ 137 w 552"/>
                <a:gd name="T29" fmla="*/ 151 h 240"/>
                <a:gd name="T30" fmla="*/ 130 w 552"/>
                <a:gd name="T31" fmla="*/ 160 h 240"/>
                <a:gd name="T32" fmla="*/ 177 w 552"/>
                <a:gd name="T33" fmla="*/ 162 h 240"/>
                <a:gd name="T34" fmla="*/ 195 w 552"/>
                <a:gd name="T35" fmla="*/ 202 h 240"/>
                <a:gd name="T36" fmla="*/ 153 w 552"/>
                <a:gd name="T37" fmla="*/ 182 h 240"/>
                <a:gd name="T38" fmla="*/ 111 w 552"/>
                <a:gd name="T39" fmla="*/ 209 h 240"/>
                <a:gd name="T40" fmla="*/ 110 w 552"/>
                <a:gd name="T41" fmla="*/ 228 h 240"/>
                <a:gd name="T42" fmla="*/ 139 w 552"/>
                <a:gd name="T43" fmla="*/ 228 h 240"/>
                <a:gd name="T44" fmla="*/ 173 w 552"/>
                <a:gd name="T45" fmla="*/ 220 h 240"/>
                <a:gd name="T46" fmla="*/ 224 w 552"/>
                <a:gd name="T47" fmla="*/ 226 h 240"/>
                <a:gd name="T48" fmla="*/ 261 w 552"/>
                <a:gd name="T49" fmla="*/ 224 h 240"/>
                <a:gd name="T50" fmla="*/ 277 w 552"/>
                <a:gd name="T51" fmla="*/ 211 h 240"/>
                <a:gd name="T52" fmla="*/ 284 w 552"/>
                <a:gd name="T53" fmla="*/ 188 h 240"/>
                <a:gd name="T54" fmla="*/ 323 w 552"/>
                <a:gd name="T55" fmla="*/ 169 h 240"/>
                <a:gd name="T56" fmla="*/ 341 w 552"/>
                <a:gd name="T57" fmla="*/ 160 h 240"/>
                <a:gd name="T58" fmla="*/ 319 w 552"/>
                <a:gd name="T59" fmla="*/ 146 h 240"/>
                <a:gd name="T60" fmla="*/ 310 w 552"/>
                <a:gd name="T61" fmla="*/ 142 h 240"/>
                <a:gd name="T62" fmla="*/ 326 w 552"/>
                <a:gd name="T63" fmla="*/ 131 h 240"/>
                <a:gd name="T64" fmla="*/ 315 w 552"/>
                <a:gd name="T65" fmla="*/ 122 h 240"/>
                <a:gd name="T66" fmla="*/ 363 w 552"/>
                <a:gd name="T67" fmla="*/ 127 h 240"/>
                <a:gd name="T68" fmla="*/ 387 w 552"/>
                <a:gd name="T69" fmla="*/ 106 h 240"/>
                <a:gd name="T70" fmla="*/ 416 w 552"/>
                <a:gd name="T71" fmla="*/ 91 h 240"/>
                <a:gd name="T72" fmla="*/ 503 w 552"/>
                <a:gd name="T73" fmla="*/ 60 h 240"/>
                <a:gd name="T74" fmla="*/ 549 w 552"/>
                <a:gd name="T75" fmla="*/ 34 h 240"/>
                <a:gd name="T76" fmla="*/ 523 w 552"/>
                <a:gd name="T77" fmla="*/ 25 h 240"/>
                <a:gd name="T78" fmla="*/ 467 w 552"/>
                <a:gd name="T79" fmla="*/ 9 h 240"/>
                <a:gd name="T80" fmla="*/ 454 w 552"/>
                <a:gd name="T81" fmla="*/ 11 h 240"/>
                <a:gd name="T82" fmla="*/ 394 w 552"/>
                <a:gd name="T83" fmla="*/ 2 h 240"/>
                <a:gd name="T84" fmla="*/ 365 w 552"/>
                <a:gd name="T85" fmla="*/ 16 h 240"/>
                <a:gd name="T86" fmla="*/ 301 w 552"/>
                <a:gd name="T87" fmla="*/ 14 h 240"/>
                <a:gd name="T88" fmla="*/ 305 w 552"/>
                <a:gd name="T89" fmla="*/ 25 h 240"/>
                <a:gd name="T90" fmla="*/ 268 w 552"/>
                <a:gd name="T91" fmla="*/ 20 h 240"/>
                <a:gd name="T92" fmla="*/ 219 w 552"/>
                <a:gd name="T93" fmla="*/ 27 h 240"/>
                <a:gd name="T94" fmla="*/ 193 w 552"/>
                <a:gd name="T95" fmla="*/ 33 h 240"/>
                <a:gd name="T96" fmla="*/ 161 w 552"/>
                <a:gd name="T97" fmla="*/ 34 h 240"/>
                <a:gd name="T98" fmla="*/ 162 w 552"/>
                <a:gd name="T99" fmla="*/ 47 h 240"/>
                <a:gd name="T100" fmla="*/ 139 w 552"/>
                <a:gd name="T101" fmla="*/ 49 h 240"/>
                <a:gd name="T102" fmla="*/ 106 w 552"/>
                <a:gd name="T103" fmla="*/ 53 h 240"/>
                <a:gd name="T104" fmla="*/ 73 w 552"/>
                <a:gd name="T105" fmla="*/ 65 h 240"/>
                <a:gd name="T106" fmla="*/ 108 w 552"/>
                <a:gd name="T107" fmla="*/ 75 h 240"/>
                <a:gd name="T108" fmla="*/ 137 w 552"/>
                <a:gd name="T109" fmla="*/ 89 h 240"/>
                <a:gd name="T110" fmla="*/ 182 w 552"/>
                <a:gd name="T111" fmla="*/ 87 h 240"/>
                <a:gd name="T112" fmla="*/ 241 w 552"/>
                <a:gd name="T113" fmla="*/ 80 h 240"/>
                <a:gd name="T114" fmla="*/ 292 w 552"/>
                <a:gd name="T115" fmla="*/ 80 h 240"/>
                <a:gd name="T116" fmla="*/ 275 w 552"/>
                <a:gd name="T117" fmla="*/ 95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2" h="240">
                  <a:moveTo>
                    <a:pt x="252" y="95"/>
                  </a:moveTo>
                  <a:lnTo>
                    <a:pt x="252" y="95"/>
                  </a:lnTo>
                  <a:lnTo>
                    <a:pt x="235" y="98"/>
                  </a:lnTo>
                  <a:lnTo>
                    <a:pt x="217" y="102"/>
                  </a:lnTo>
                  <a:lnTo>
                    <a:pt x="217" y="102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1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4" y="111"/>
                  </a:lnTo>
                  <a:lnTo>
                    <a:pt x="224" y="115"/>
                  </a:lnTo>
                  <a:lnTo>
                    <a:pt x="224" y="116"/>
                  </a:lnTo>
                  <a:lnTo>
                    <a:pt x="226" y="118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9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6" y="116"/>
                  </a:lnTo>
                  <a:lnTo>
                    <a:pt x="248" y="118"/>
                  </a:lnTo>
                  <a:lnTo>
                    <a:pt x="246" y="120"/>
                  </a:lnTo>
                  <a:lnTo>
                    <a:pt x="244" y="124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32" y="126"/>
                  </a:lnTo>
                  <a:lnTo>
                    <a:pt x="226" y="124"/>
                  </a:lnTo>
                  <a:lnTo>
                    <a:pt x="223" y="120"/>
                  </a:lnTo>
                  <a:lnTo>
                    <a:pt x="219" y="115"/>
                  </a:lnTo>
                  <a:lnTo>
                    <a:pt x="213" y="106"/>
                  </a:lnTo>
                  <a:lnTo>
                    <a:pt x="212" y="102"/>
                  </a:lnTo>
                  <a:lnTo>
                    <a:pt x="208" y="98"/>
                  </a:lnTo>
                  <a:lnTo>
                    <a:pt x="208" y="98"/>
                  </a:lnTo>
                  <a:lnTo>
                    <a:pt x="197" y="96"/>
                  </a:lnTo>
                  <a:lnTo>
                    <a:pt x="184" y="96"/>
                  </a:lnTo>
                  <a:lnTo>
                    <a:pt x="161" y="96"/>
                  </a:lnTo>
                  <a:lnTo>
                    <a:pt x="161" y="96"/>
                  </a:lnTo>
                  <a:lnTo>
                    <a:pt x="159" y="100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4"/>
                  </a:lnTo>
                  <a:lnTo>
                    <a:pt x="157" y="106"/>
                  </a:lnTo>
                  <a:lnTo>
                    <a:pt x="159" y="109"/>
                  </a:lnTo>
                  <a:lnTo>
                    <a:pt x="159" y="109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2" y="118"/>
                  </a:lnTo>
                  <a:lnTo>
                    <a:pt x="144" y="115"/>
                  </a:lnTo>
                  <a:lnTo>
                    <a:pt x="146" y="111"/>
                  </a:lnTo>
                  <a:lnTo>
                    <a:pt x="146" y="109"/>
                  </a:lnTo>
                  <a:lnTo>
                    <a:pt x="146" y="109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104"/>
                  </a:lnTo>
                  <a:lnTo>
                    <a:pt x="139" y="100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7" y="96"/>
                  </a:lnTo>
                  <a:lnTo>
                    <a:pt x="137" y="96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2" y="96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02" y="102"/>
                  </a:lnTo>
                  <a:lnTo>
                    <a:pt x="84" y="102"/>
                  </a:lnTo>
                  <a:lnTo>
                    <a:pt x="80" y="96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3" y="96"/>
                  </a:lnTo>
                  <a:lnTo>
                    <a:pt x="73" y="96"/>
                  </a:lnTo>
                  <a:lnTo>
                    <a:pt x="69" y="82"/>
                  </a:lnTo>
                  <a:lnTo>
                    <a:pt x="66" y="76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51" y="67"/>
                  </a:lnTo>
                  <a:lnTo>
                    <a:pt x="33" y="65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6" y="69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11" y="7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84"/>
                  </a:lnTo>
                  <a:lnTo>
                    <a:pt x="18" y="84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28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7" y="87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6"/>
                  </a:lnTo>
                  <a:lnTo>
                    <a:pt x="17" y="106"/>
                  </a:lnTo>
                  <a:lnTo>
                    <a:pt x="11" y="107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17" y="109"/>
                  </a:lnTo>
                  <a:lnTo>
                    <a:pt x="29" y="111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1" y="107"/>
                  </a:lnTo>
                  <a:lnTo>
                    <a:pt x="31" y="109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8" y="113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6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2" y="115"/>
                  </a:lnTo>
                  <a:lnTo>
                    <a:pt x="15" y="113"/>
                  </a:lnTo>
                  <a:lnTo>
                    <a:pt x="15" y="113"/>
                  </a:lnTo>
                  <a:lnTo>
                    <a:pt x="18" y="127"/>
                  </a:lnTo>
                  <a:lnTo>
                    <a:pt x="20" y="131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36"/>
                  </a:lnTo>
                  <a:lnTo>
                    <a:pt x="42" y="136"/>
                  </a:lnTo>
                  <a:lnTo>
                    <a:pt x="46" y="136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9" y="142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6" y="147"/>
                  </a:lnTo>
                  <a:lnTo>
                    <a:pt x="48" y="144"/>
                  </a:lnTo>
                  <a:lnTo>
                    <a:pt x="51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62" y="140"/>
                  </a:lnTo>
                  <a:lnTo>
                    <a:pt x="69" y="140"/>
                  </a:lnTo>
                  <a:lnTo>
                    <a:pt x="69" y="146"/>
                  </a:lnTo>
                  <a:lnTo>
                    <a:pt x="69" y="146"/>
                  </a:lnTo>
                  <a:lnTo>
                    <a:pt x="57" y="147"/>
                  </a:lnTo>
                  <a:lnTo>
                    <a:pt x="46" y="149"/>
                  </a:lnTo>
                  <a:lnTo>
                    <a:pt x="46" y="149"/>
                  </a:lnTo>
                  <a:lnTo>
                    <a:pt x="53" y="167"/>
                  </a:lnTo>
                  <a:lnTo>
                    <a:pt x="59" y="167"/>
                  </a:lnTo>
                  <a:lnTo>
                    <a:pt x="59" y="167"/>
                  </a:lnTo>
                  <a:lnTo>
                    <a:pt x="57" y="171"/>
                  </a:lnTo>
                  <a:lnTo>
                    <a:pt x="55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77" y="177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84" y="169"/>
                  </a:lnTo>
                  <a:lnTo>
                    <a:pt x="86" y="173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95" y="177"/>
                  </a:lnTo>
                  <a:lnTo>
                    <a:pt x="100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4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1" y="164"/>
                  </a:lnTo>
                  <a:lnTo>
                    <a:pt x="115" y="164"/>
                  </a:lnTo>
                  <a:lnTo>
                    <a:pt x="119" y="162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9" y="157"/>
                  </a:lnTo>
                  <a:lnTo>
                    <a:pt x="117" y="153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20" y="149"/>
                  </a:lnTo>
                  <a:lnTo>
                    <a:pt x="122" y="153"/>
                  </a:lnTo>
                  <a:lnTo>
                    <a:pt x="122" y="157"/>
                  </a:lnTo>
                  <a:lnTo>
                    <a:pt x="126" y="157"/>
                  </a:lnTo>
                  <a:lnTo>
                    <a:pt x="126" y="157"/>
                  </a:lnTo>
                  <a:lnTo>
                    <a:pt x="137" y="151"/>
                  </a:lnTo>
                  <a:lnTo>
                    <a:pt x="141" y="149"/>
                  </a:lnTo>
                  <a:lnTo>
                    <a:pt x="148" y="147"/>
                  </a:lnTo>
                  <a:lnTo>
                    <a:pt x="148" y="147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8" y="153"/>
                  </a:lnTo>
                  <a:lnTo>
                    <a:pt x="150" y="155"/>
                  </a:lnTo>
                  <a:lnTo>
                    <a:pt x="146" y="157"/>
                  </a:lnTo>
                  <a:lnTo>
                    <a:pt x="146" y="157"/>
                  </a:lnTo>
                  <a:lnTo>
                    <a:pt x="137" y="158"/>
                  </a:lnTo>
                  <a:lnTo>
                    <a:pt x="133" y="158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7"/>
                  </a:lnTo>
                  <a:lnTo>
                    <a:pt x="130" y="167"/>
                  </a:lnTo>
                  <a:lnTo>
                    <a:pt x="126" y="167"/>
                  </a:lnTo>
                  <a:lnTo>
                    <a:pt x="126" y="171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42" y="175"/>
                  </a:lnTo>
                  <a:lnTo>
                    <a:pt x="155" y="175"/>
                  </a:lnTo>
                  <a:lnTo>
                    <a:pt x="161" y="173"/>
                  </a:lnTo>
                  <a:lnTo>
                    <a:pt x="166" y="171"/>
                  </a:lnTo>
                  <a:lnTo>
                    <a:pt x="172" y="167"/>
                  </a:lnTo>
                  <a:lnTo>
                    <a:pt x="177" y="162"/>
                  </a:lnTo>
                  <a:lnTo>
                    <a:pt x="177" y="162"/>
                  </a:lnTo>
                  <a:lnTo>
                    <a:pt x="175" y="173"/>
                  </a:lnTo>
                  <a:lnTo>
                    <a:pt x="175" y="180"/>
                  </a:lnTo>
                  <a:lnTo>
                    <a:pt x="177" y="184"/>
                  </a:lnTo>
                  <a:lnTo>
                    <a:pt x="179" y="186"/>
                  </a:lnTo>
                  <a:lnTo>
                    <a:pt x="190" y="186"/>
                  </a:lnTo>
                  <a:lnTo>
                    <a:pt x="202" y="188"/>
                  </a:lnTo>
                  <a:lnTo>
                    <a:pt x="202" y="188"/>
                  </a:lnTo>
                  <a:lnTo>
                    <a:pt x="201" y="191"/>
                  </a:lnTo>
                  <a:lnTo>
                    <a:pt x="201" y="197"/>
                  </a:lnTo>
                  <a:lnTo>
                    <a:pt x="201" y="197"/>
                  </a:lnTo>
                  <a:lnTo>
                    <a:pt x="197" y="198"/>
                  </a:lnTo>
                  <a:lnTo>
                    <a:pt x="195" y="198"/>
                  </a:lnTo>
                  <a:lnTo>
                    <a:pt x="195" y="202"/>
                  </a:lnTo>
                  <a:lnTo>
                    <a:pt x="195" y="202"/>
                  </a:lnTo>
                  <a:lnTo>
                    <a:pt x="190" y="202"/>
                  </a:lnTo>
                  <a:lnTo>
                    <a:pt x="184" y="200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0" y="193"/>
                  </a:lnTo>
                  <a:lnTo>
                    <a:pt x="168" y="189"/>
                  </a:lnTo>
                  <a:lnTo>
                    <a:pt x="168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46" y="180"/>
                  </a:lnTo>
                  <a:lnTo>
                    <a:pt x="137" y="182"/>
                  </a:lnTo>
                  <a:lnTo>
                    <a:pt x="122" y="184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30" y="195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26" y="204"/>
                  </a:lnTo>
                  <a:lnTo>
                    <a:pt x="111" y="209"/>
                  </a:lnTo>
                  <a:lnTo>
                    <a:pt x="111" y="209"/>
                  </a:lnTo>
                  <a:lnTo>
                    <a:pt x="100" y="213"/>
                  </a:lnTo>
                  <a:lnTo>
                    <a:pt x="99" y="215"/>
                  </a:lnTo>
                  <a:lnTo>
                    <a:pt x="97" y="217"/>
                  </a:lnTo>
                  <a:lnTo>
                    <a:pt x="97" y="224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4" y="231"/>
                  </a:lnTo>
                  <a:lnTo>
                    <a:pt x="104" y="229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8" y="228"/>
                  </a:lnTo>
                  <a:lnTo>
                    <a:pt x="110" y="228"/>
                  </a:lnTo>
                  <a:lnTo>
                    <a:pt x="113" y="231"/>
                  </a:lnTo>
                  <a:lnTo>
                    <a:pt x="119" y="233"/>
                  </a:lnTo>
                  <a:lnTo>
                    <a:pt x="122" y="233"/>
                  </a:lnTo>
                  <a:lnTo>
                    <a:pt x="126" y="233"/>
                  </a:lnTo>
                  <a:lnTo>
                    <a:pt x="126" y="233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5" y="229"/>
                  </a:lnTo>
                  <a:lnTo>
                    <a:pt x="139" y="233"/>
                  </a:lnTo>
                  <a:lnTo>
                    <a:pt x="139" y="233"/>
                  </a:lnTo>
                  <a:lnTo>
                    <a:pt x="139" y="228"/>
                  </a:lnTo>
                  <a:lnTo>
                    <a:pt x="139" y="226"/>
                  </a:lnTo>
                  <a:lnTo>
                    <a:pt x="141" y="226"/>
                  </a:lnTo>
                  <a:lnTo>
                    <a:pt x="141" y="231"/>
                  </a:lnTo>
                  <a:lnTo>
                    <a:pt x="141" y="231"/>
                  </a:lnTo>
                  <a:lnTo>
                    <a:pt x="155" y="235"/>
                  </a:lnTo>
                  <a:lnTo>
                    <a:pt x="168" y="239"/>
                  </a:lnTo>
                  <a:lnTo>
                    <a:pt x="168" y="239"/>
                  </a:lnTo>
                  <a:lnTo>
                    <a:pt x="172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73" y="220"/>
                  </a:lnTo>
                  <a:lnTo>
                    <a:pt x="175" y="222"/>
                  </a:lnTo>
                  <a:lnTo>
                    <a:pt x="181" y="224"/>
                  </a:lnTo>
                  <a:lnTo>
                    <a:pt x="181" y="224"/>
                  </a:lnTo>
                  <a:lnTo>
                    <a:pt x="184" y="218"/>
                  </a:lnTo>
                  <a:lnTo>
                    <a:pt x="188" y="213"/>
                  </a:lnTo>
                  <a:lnTo>
                    <a:pt x="188" y="228"/>
                  </a:lnTo>
                  <a:lnTo>
                    <a:pt x="188" y="228"/>
                  </a:lnTo>
                  <a:lnTo>
                    <a:pt x="217" y="226"/>
                  </a:lnTo>
                  <a:lnTo>
                    <a:pt x="217" y="226"/>
                  </a:lnTo>
                  <a:lnTo>
                    <a:pt x="219" y="220"/>
                  </a:lnTo>
                  <a:lnTo>
                    <a:pt x="219" y="217"/>
                  </a:lnTo>
                  <a:lnTo>
                    <a:pt x="223" y="217"/>
                  </a:lnTo>
                  <a:lnTo>
                    <a:pt x="224" y="226"/>
                  </a:lnTo>
                  <a:lnTo>
                    <a:pt x="224" y="226"/>
                  </a:lnTo>
                  <a:lnTo>
                    <a:pt x="228" y="226"/>
                  </a:lnTo>
                  <a:lnTo>
                    <a:pt x="228" y="224"/>
                  </a:lnTo>
                  <a:lnTo>
                    <a:pt x="228" y="222"/>
                  </a:lnTo>
                  <a:lnTo>
                    <a:pt x="230" y="220"/>
                  </a:lnTo>
                  <a:lnTo>
                    <a:pt x="230" y="220"/>
                  </a:lnTo>
                  <a:lnTo>
                    <a:pt x="233" y="222"/>
                  </a:lnTo>
                  <a:lnTo>
                    <a:pt x="239" y="224"/>
                  </a:lnTo>
                  <a:lnTo>
                    <a:pt x="239" y="224"/>
                  </a:lnTo>
                  <a:lnTo>
                    <a:pt x="239" y="231"/>
                  </a:lnTo>
                  <a:lnTo>
                    <a:pt x="239" y="240"/>
                  </a:lnTo>
                  <a:lnTo>
                    <a:pt x="239" y="240"/>
                  </a:lnTo>
                  <a:lnTo>
                    <a:pt x="261" y="224"/>
                  </a:lnTo>
                  <a:lnTo>
                    <a:pt x="261" y="224"/>
                  </a:lnTo>
                  <a:lnTo>
                    <a:pt x="264" y="228"/>
                  </a:lnTo>
                  <a:lnTo>
                    <a:pt x="268" y="228"/>
                  </a:lnTo>
                  <a:lnTo>
                    <a:pt x="270" y="228"/>
                  </a:lnTo>
                  <a:lnTo>
                    <a:pt x="270" y="228"/>
                  </a:lnTo>
                  <a:lnTo>
                    <a:pt x="277" y="222"/>
                  </a:lnTo>
                  <a:lnTo>
                    <a:pt x="283" y="217"/>
                  </a:lnTo>
                  <a:lnTo>
                    <a:pt x="283" y="217"/>
                  </a:lnTo>
                  <a:lnTo>
                    <a:pt x="286" y="217"/>
                  </a:lnTo>
                  <a:lnTo>
                    <a:pt x="286" y="215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277" y="211"/>
                  </a:lnTo>
                  <a:lnTo>
                    <a:pt x="274" y="211"/>
                  </a:lnTo>
                  <a:lnTo>
                    <a:pt x="274" y="211"/>
                  </a:lnTo>
                  <a:lnTo>
                    <a:pt x="272" y="209"/>
                  </a:lnTo>
                  <a:lnTo>
                    <a:pt x="270" y="206"/>
                  </a:lnTo>
                  <a:lnTo>
                    <a:pt x="268" y="204"/>
                  </a:lnTo>
                  <a:lnTo>
                    <a:pt x="266" y="202"/>
                  </a:lnTo>
                  <a:lnTo>
                    <a:pt x="266" y="202"/>
                  </a:lnTo>
                  <a:lnTo>
                    <a:pt x="248" y="197"/>
                  </a:lnTo>
                  <a:lnTo>
                    <a:pt x="248" y="197"/>
                  </a:lnTo>
                  <a:lnTo>
                    <a:pt x="268" y="197"/>
                  </a:lnTo>
                  <a:lnTo>
                    <a:pt x="286" y="195"/>
                  </a:lnTo>
                  <a:lnTo>
                    <a:pt x="286" y="195"/>
                  </a:lnTo>
                  <a:lnTo>
                    <a:pt x="284" y="188"/>
                  </a:lnTo>
                  <a:lnTo>
                    <a:pt x="283" y="180"/>
                  </a:lnTo>
                  <a:lnTo>
                    <a:pt x="283" y="180"/>
                  </a:lnTo>
                  <a:lnTo>
                    <a:pt x="299" y="182"/>
                  </a:lnTo>
                  <a:lnTo>
                    <a:pt x="308" y="182"/>
                  </a:lnTo>
                  <a:lnTo>
                    <a:pt x="317" y="180"/>
                  </a:lnTo>
                  <a:lnTo>
                    <a:pt x="319" y="175"/>
                  </a:lnTo>
                  <a:lnTo>
                    <a:pt x="319" y="175"/>
                  </a:lnTo>
                  <a:lnTo>
                    <a:pt x="315" y="175"/>
                  </a:lnTo>
                  <a:lnTo>
                    <a:pt x="315" y="173"/>
                  </a:lnTo>
                  <a:lnTo>
                    <a:pt x="315" y="171"/>
                  </a:lnTo>
                  <a:lnTo>
                    <a:pt x="315" y="169"/>
                  </a:lnTo>
                  <a:lnTo>
                    <a:pt x="315" y="169"/>
                  </a:lnTo>
                  <a:lnTo>
                    <a:pt x="323" y="169"/>
                  </a:lnTo>
                  <a:lnTo>
                    <a:pt x="330" y="169"/>
                  </a:lnTo>
                  <a:lnTo>
                    <a:pt x="330" y="169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5" y="164"/>
                  </a:lnTo>
                  <a:lnTo>
                    <a:pt x="323" y="162"/>
                  </a:lnTo>
                  <a:lnTo>
                    <a:pt x="323" y="162"/>
                  </a:lnTo>
                  <a:lnTo>
                    <a:pt x="330" y="162"/>
                  </a:lnTo>
                  <a:lnTo>
                    <a:pt x="335" y="164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1" y="160"/>
                  </a:lnTo>
                  <a:lnTo>
                    <a:pt x="345" y="157"/>
                  </a:lnTo>
                  <a:lnTo>
                    <a:pt x="345" y="157"/>
                  </a:lnTo>
                  <a:lnTo>
                    <a:pt x="343" y="157"/>
                  </a:lnTo>
                  <a:lnTo>
                    <a:pt x="343" y="155"/>
                  </a:lnTo>
                  <a:lnTo>
                    <a:pt x="341" y="149"/>
                  </a:lnTo>
                  <a:lnTo>
                    <a:pt x="341" y="149"/>
                  </a:lnTo>
                  <a:lnTo>
                    <a:pt x="337" y="151"/>
                  </a:lnTo>
                  <a:lnTo>
                    <a:pt x="335" y="151"/>
                  </a:lnTo>
                  <a:lnTo>
                    <a:pt x="334" y="153"/>
                  </a:lnTo>
                  <a:lnTo>
                    <a:pt x="330" y="153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2" y="146"/>
                  </a:lnTo>
                  <a:lnTo>
                    <a:pt x="303" y="149"/>
                  </a:lnTo>
                  <a:lnTo>
                    <a:pt x="288" y="155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4" y="149"/>
                  </a:lnTo>
                  <a:lnTo>
                    <a:pt x="294" y="147"/>
                  </a:lnTo>
                  <a:lnTo>
                    <a:pt x="294" y="147"/>
                  </a:lnTo>
                  <a:lnTo>
                    <a:pt x="290" y="144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310" y="142"/>
                  </a:lnTo>
                  <a:lnTo>
                    <a:pt x="321" y="142"/>
                  </a:lnTo>
                  <a:lnTo>
                    <a:pt x="321" y="142"/>
                  </a:lnTo>
                  <a:lnTo>
                    <a:pt x="321" y="140"/>
                  </a:lnTo>
                  <a:lnTo>
                    <a:pt x="317" y="138"/>
                  </a:lnTo>
                  <a:lnTo>
                    <a:pt x="317" y="138"/>
                  </a:lnTo>
                  <a:lnTo>
                    <a:pt x="312" y="136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6" y="135"/>
                  </a:lnTo>
                  <a:lnTo>
                    <a:pt x="308" y="135"/>
                  </a:lnTo>
                  <a:lnTo>
                    <a:pt x="314" y="135"/>
                  </a:lnTo>
                  <a:lnTo>
                    <a:pt x="330" y="135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21" y="129"/>
                  </a:lnTo>
                  <a:lnTo>
                    <a:pt x="314" y="129"/>
                  </a:lnTo>
                  <a:lnTo>
                    <a:pt x="301" y="127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4"/>
                  </a:lnTo>
                  <a:lnTo>
                    <a:pt x="306" y="126"/>
                  </a:lnTo>
                  <a:lnTo>
                    <a:pt x="308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4" y="122"/>
                  </a:lnTo>
                  <a:lnTo>
                    <a:pt x="315" y="122"/>
                  </a:lnTo>
                  <a:lnTo>
                    <a:pt x="317" y="120"/>
                  </a:lnTo>
                  <a:lnTo>
                    <a:pt x="317" y="120"/>
                  </a:lnTo>
                  <a:lnTo>
                    <a:pt x="323" y="126"/>
                  </a:lnTo>
                  <a:lnTo>
                    <a:pt x="326" y="129"/>
                  </a:lnTo>
                  <a:lnTo>
                    <a:pt x="330" y="131"/>
                  </a:lnTo>
                  <a:lnTo>
                    <a:pt x="330" y="131"/>
                  </a:lnTo>
                  <a:lnTo>
                    <a:pt x="332" y="131"/>
                  </a:lnTo>
                  <a:lnTo>
                    <a:pt x="332" y="129"/>
                  </a:lnTo>
                  <a:lnTo>
                    <a:pt x="332" y="126"/>
                  </a:lnTo>
                  <a:lnTo>
                    <a:pt x="332" y="126"/>
                  </a:lnTo>
                  <a:lnTo>
                    <a:pt x="356" y="126"/>
                  </a:lnTo>
                  <a:lnTo>
                    <a:pt x="356" y="126"/>
                  </a:lnTo>
                  <a:lnTo>
                    <a:pt x="363" y="127"/>
                  </a:lnTo>
                  <a:lnTo>
                    <a:pt x="370" y="127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2"/>
                  </a:lnTo>
                  <a:lnTo>
                    <a:pt x="374" y="118"/>
                  </a:lnTo>
                  <a:lnTo>
                    <a:pt x="374" y="118"/>
                  </a:lnTo>
                  <a:lnTo>
                    <a:pt x="392" y="113"/>
                  </a:lnTo>
                  <a:lnTo>
                    <a:pt x="394" y="113"/>
                  </a:lnTo>
                  <a:lnTo>
                    <a:pt x="396" y="111"/>
                  </a:lnTo>
                  <a:lnTo>
                    <a:pt x="392" y="109"/>
                  </a:lnTo>
                  <a:lnTo>
                    <a:pt x="387" y="106"/>
                  </a:lnTo>
                  <a:lnTo>
                    <a:pt x="387" y="106"/>
                  </a:lnTo>
                  <a:lnTo>
                    <a:pt x="388" y="106"/>
                  </a:lnTo>
                  <a:lnTo>
                    <a:pt x="390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97" y="106"/>
                  </a:lnTo>
                  <a:lnTo>
                    <a:pt x="403" y="106"/>
                  </a:lnTo>
                  <a:lnTo>
                    <a:pt x="407" y="104"/>
                  </a:lnTo>
                  <a:lnTo>
                    <a:pt x="416" y="98"/>
                  </a:lnTo>
                  <a:lnTo>
                    <a:pt x="416" y="98"/>
                  </a:lnTo>
                  <a:lnTo>
                    <a:pt x="414" y="98"/>
                  </a:lnTo>
                  <a:lnTo>
                    <a:pt x="414" y="96"/>
                  </a:lnTo>
                  <a:lnTo>
                    <a:pt x="416" y="91"/>
                  </a:lnTo>
                  <a:lnTo>
                    <a:pt x="416" y="91"/>
                  </a:lnTo>
                  <a:lnTo>
                    <a:pt x="423" y="98"/>
                  </a:lnTo>
                  <a:lnTo>
                    <a:pt x="423" y="98"/>
                  </a:lnTo>
                  <a:lnTo>
                    <a:pt x="436" y="89"/>
                  </a:lnTo>
                  <a:lnTo>
                    <a:pt x="448" y="80"/>
                  </a:lnTo>
                  <a:lnTo>
                    <a:pt x="448" y="80"/>
                  </a:lnTo>
                  <a:lnTo>
                    <a:pt x="461" y="76"/>
                  </a:lnTo>
                  <a:lnTo>
                    <a:pt x="474" y="76"/>
                  </a:lnTo>
                  <a:lnTo>
                    <a:pt x="487" y="75"/>
                  </a:lnTo>
                  <a:lnTo>
                    <a:pt x="498" y="73"/>
                  </a:lnTo>
                  <a:lnTo>
                    <a:pt x="498" y="73"/>
                  </a:lnTo>
                  <a:lnTo>
                    <a:pt x="503" y="69"/>
                  </a:lnTo>
                  <a:lnTo>
                    <a:pt x="505" y="64"/>
                  </a:lnTo>
                  <a:lnTo>
                    <a:pt x="503" y="60"/>
                  </a:lnTo>
                  <a:lnTo>
                    <a:pt x="498" y="56"/>
                  </a:lnTo>
                  <a:lnTo>
                    <a:pt x="498" y="56"/>
                  </a:lnTo>
                  <a:lnTo>
                    <a:pt x="510" y="53"/>
                  </a:lnTo>
                  <a:lnTo>
                    <a:pt x="525" y="47"/>
                  </a:lnTo>
                  <a:lnTo>
                    <a:pt x="525" y="47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40" y="38"/>
                  </a:lnTo>
                  <a:lnTo>
                    <a:pt x="547" y="38"/>
                  </a:lnTo>
                  <a:lnTo>
                    <a:pt x="547" y="38"/>
                  </a:lnTo>
                  <a:lnTo>
                    <a:pt x="547" y="36"/>
                  </a:lnTo>
                  <a:lnTo>
                    <a:pt x="549" y="34"/>
                  </a:lnTo>
                  <a:lnTo>
                    <a:pt x="552" y="33"/>
                  </a:lnTo>
                  <a:lnTo>
                    <a:pt x="552" y="33"/>
                  </a:lnTo>
                  <a:lnTo>
                    <a:pt x="551" y="31"/>
                  </a:lnTo>
                  <a:lnTo>
                    <a:pt x="549" y="27"/>
                  </a:lnTo>
                  <a:lnTo>
                    <a:pt x="549" y="27"/>
                  </a:lnTo>
                  <a:lnTo>
                    <a:pt x="540" y="27"/>
                  </a:lnTo>
                  <a:lnTo>
                    <a:pt x="534" y="27"/>
                  </a:lnTo>
                  <a:lnTo>
                    <a:pt x="534" y="27"/>
                  </a:lnTo>
                  <a:lnTo>
                    <a:pt x="532" y="25"/>
                  </a:lnTo>
                  <a:lnTo>
                    <a:pt x="527" y="24"/>
                  </a:lnTo>
                  <a:lnTo>
                    <a:pt x="527" y="24"/>
                  </a:lnTo>
                  <a:lnTo>
                    <a:pt x="525" y="25"/>
                  </a:lnTo>
                  <a:lnTo>
                    <a:pt x="523" y="25"/>
                  </a:lnTo>
                  <a:lnTo>
                    <a:pt x="520" y="25"/>
                  </a:lnTo>
                  <a:lnTo>
                    <a:pt x="520" y="25"/>
                  </a:lnTo>
                  <a:lnTo>
                    <a:pt x="518" y="18"/>
                  </a:lnTo>
                  <a:lnTo>
                    <a:pt x="518" y="18"/>
                  </a:lnTo>
                  <a:lnTo>
                    <a:pt x="510" y="14"/>
                  </a:lnTo>
                  <a:lnTo>
                    <a:pt x="499" y="13"/>
                  </a:lnTo>
                  <a:lnTo>
                    <a:pt x="479" y="11"/>
                  </a:lnTo>
                  <a:lnTo>
                    <a:pt x="479" y="11"/>
                  </a:lnTo>
                  <a:lnTo>
                    <a:pt x="472" y="11"/>
                  </a:lnTo>
                  <a:lnTo>
                    <a:pt x="472" y="11"/>
                  </a:lnTo>
                  <a:lnTo>
                    <a:pt x="472" y="9"/>
                  </a:lnTo>
                  <a:lnTo>
                    <a:pt x="470" y="9"/>
                  </a:lnTo>
                  <a:lnTo>
                    <a:pt x="467" y="9"/>
                  </a:lnTo>
                  <a:lnTo>
                    <a:pt x="467" y="9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41" y="27"/>
                  </a:lnTo>
                  <a:lnTo>
                    <a:pt x="441" y="27"/>
                  </a:lnTo>
                  <a:lnTo>
                    <a:pt x="439" y="27"/>
                  </a:lnTo>
                  <a:lnTo>
                    <a:pt x="439" y="25"/>
                  </a:lnTo>
                  <a:lnTo>
                    <a:pt x="439" y="25"/>
                  </a:lnTo>
                  <a:lnTo>
                    <a:pt x="438" y="25"/>
                  </a:lnTo>
                  <a:lnTo>
                    <a:pt x="438" y="25"/>
                  </a:lnTo>
                  <a:lnTo>
                    <a:pt x="454" y="16"/>
                  </a:lnTo>
                  <a:lnTo>
                    <a:pt x="454" y="16"/>
                  </a:lnTo>
                  <a:lnTo>
                    <a:pt x="454" y="11"/>
                  </a:lnTo>
                  <a:lnTo>
                    <a:pt x="454" y="9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45" y="5"/>
                  </a:lnTo>
                  <a:lnTo>
                    <a:pt x="439" y="5"/>
                  </a:lnTo>
                  <a:lnTo>
                    <a:pt x="432" y="7"/>
                  </a:lnTo>
                  <a:lnTo>
                    <a:pt x="425" y="9"/>
                  </a:lnTo>
                  <a:lnTo>
                    <a:pt x="425" y="9"/>
                  </a:lnTo>
                  <a:lnTo>
                    <a:pt x="417" y="7"/>
                  </a:lnTo>
                  <a:lnTo>
                    <a:pt x="408" y="4"/>
                  </a:lnTo>
                  <a:lnTo>
                    <a:pt x="401" y="0"/>
                  </a:lnTo>
                  <a:lnTo>
                    <a:pt x="394" y="2"/>
                  </a:lnTo>
                  <a:lnTo>
                    <a:pt x="394" y="2"/>
                  </a:lnTo>
                  <a:lnTo>
                    <a:pt x="388" y="4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5" y="11"/>
                  </a:lnTo>
                  <a:lnTo>
                    <a:pt x="387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79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0" y="13"/>
                  </a:lnTo>
                  <a:lnTo>
                    <a:pt x="365" y="16"/>
                  </a:lnTo>
                  <a:lnTo>
                    <a:pt x="359" y="20"/>
                  </a:lnTo>
                  <a:lnTo>
                    <a:pt x="359" y="20"/>
                  </a:lnTo>
                  <a:lnTo>
                    <a:pt x="354" y="20"/>
                  </a:lnTo>
                  <a:lnTo>
                    <a:pt x="352" y="18"/>
                  </a:lnTo>
                  <a:lnTo>
                    <a:pt x="352" y="14"/>
                  </a:lnTo>
                  <a:lnTo>
                    <a:pt x="348" y="13"/>
                  </a:lnTo>
                  <a:lnTo>
                    <a:pt x="308" y="13"/>
                  </a:lnTo>
                  <a:lnTo>
                    <a:pt x="308" y="13"/>
                  </a:lnTo>
                  <a:lnTo>
                    <a:pt x="306" y="14"/>
                  </a:lnTo>
                  <a:lnTo>
                    <a:pt x="305" y="16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1" y="14"/>
                  </a:lnTo>
                  <a:lnTo>
                    <a:pt x="303" y="13"/>
                  </a:lnTo>
                  <a:lnTo>
                    <a:pt x="303" y="13"/>
                  </a:lnTo>
                  <a:lnTo>
                    <a:pt x="301" y="13"/>
                  </a:lnTo>
                  <a:lnTo>
                    <a:pt x="301" y="13"/>
                  </a:lnTo>
                  <a:lnTo>
                    <a:pt x="295" y="16"/>
                  </a:lnTo>
                  <a:lnTo>
                    <a:pt x="292" y="18"/>
                  </a:lnTo>
                  <a:lnTo>
                    <a:pt x="294" y="20"/>
                  </a:lnTo>
                  <a:lnTo>
                    <a:pt x="295" y="20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301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1" y="29"/>
                  </a:lnTo>
                  <a:lnTo>
                    <a:pt x="297" y="29"/>
                  </a:lnTo>
                  <a:lnTo>
                    <a:pt x="294" y="27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84" y="24"/>
                  </a:lnTo>
                  <a:lnTo>
                    <a:pt x="270" y="25"/>
                  </a:lnTo>
                  <a:lnTo>
                    <a:pt x="270" y="25"/>
                  </a:lnTo>
                  <a:lnTo>
                    <a:pt x="272" y="22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59" y="33"/>
                  </a:lnTo>
                  <a:lnTo>
                    <a:pt x="254" y="33"/>
                  </a:lnTo>
                  <a:lnTo>
                    <a:pt x="254" y="33"/>
                  </a:lnTo>
                  <a:lnTo>
                    <a:pt x="255" y="33"/>
                  </a:lnTo>
                  <a:lnTo>
                    <a:pt x="255" y="31"/>
                  </a:lnTo>
                  <a:lnTo>
                    <a:pt x="252" y="29"/>
                  </a:lnTo>
                  <a:lnTo>
                    <a:pt x="246" y="27"/>
                  </a:lnTo>
                  <a:lnTo>
                    <a:pt x="246" y="27"/>
                  </a:lnTo>
                  <a:lnTo>
                    <a:pt x="246" y="34"/>
                  </a:lnTo>
                  <a:lnTo>
                    <a:pt x="246" y="34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9" y="44"/>
                  </a:lnTo>
                  <a:lnTo>
                    <a:pt x="215" y="42"/>
                  </a:lnTo>
                  <a:lnTo>
                    <a:pt x="215" y="42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08" y="42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197" y="34"/>
                  </a:lnTo>
                  <a:lnTo>
                    <a:pt x="193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79" y="31"/>
                  </a:lnTo>
                  <a:lnTo>
                    <a:pt x="175" y="27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2" y="24"/>
                  </a:lnTo>
                  <a:lnTo>
                    <a:pt x="155" y="24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5" y="40"/>
                  </a:lnTo>
                  <a:lnTo>
                    <a:pt x="137" y="45"/>
                  </a:lnTo>
                  <a:lnTo>
                    <a:pt x="137" y="45"/>
                  </a:lnTo>
                  <a:lnTo>
                    <a:pt x="139" y="45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2"/>
                  </a:lnTo>
                  <a:lnTo>
                    <a:pt x="148" y="47"/>
                  </a:lnTo>
                  <a:lnTo>
                    <a:pt x="148" y="47"/>
                  </a:lnTo>
                  <a:lnTo>
                    <a:pt x="155" y="47"/>
                  </a:lnTo>
                  <a:lnTo>
                    <a:pt x="162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0" y="60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61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0" y="51"/>
                  </a:lnTo>
                  <a:lnTo>
                    <a:pt x="144" y="49"/>
                  </a:lnTo>
                  <a:lnTo>
                    <a:pt x="141" y="47"/>
                  </a:lnTo>
                  <a:lnTo>
                    <a:pt x="141" y="47"/>
                  </a:lnTo>
                  <a:lnTo>
                    <a:pt x="139" y="49"/>
                  </a:lnTo>
                  <a:lnTo>
                    <a:pt x="141" y="51"/>
                  </a:lnTo>
                  <a:lnTo>
                    <a:pt x="141" y="55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33" y="51"/>
                  </a:lnTo>
                  <a:lnTo>
                    <a:pt x="128" y="45"/>
                  </a:lnTo>
                  <a:lnTo>
                    <a:pt x="126" y="44"/>
                  </a:lnTo>
                  <a:lnTo>
                    <a:pt x="122" y="44"/>
                  </a:lnTo>
                  <a:lnTo>
                    <a:pt x="117" y="44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0" y="47"/>
                  </a:lnTo>
                  <a:lnTo>
                    <a:pt x="106" y="53"/>
                  </a:lnTo>
                  <a:lnTo>
                    <a:pt x="102" y="56"/>
                  </a:lnTo>
                  <a:lnTo>
                    <a:pt x="100" y="60"/>
                  </a:lnTo>
                  <a:lnTo>
                    <a:pt x="100" y="60"/>
                  </a:lnTo>
                  <a:lnTo>
                    <a:pt x="90" y="56"/>
                  </a:lnTo>
                  <a:lnTo>
                    <a:pt x="82" y="55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66" y="56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9" y="67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95" y="69"/>
                  </a:lnTo>
                  <a:lnTo>
                    <a:pt x="77" y="73"/>
                  </a:lnTo>
                  <a:lnTo>
                    <a:pt x="75" y="80"/>
                  </a:lnTo>
                  <a:lnTo>
                    <a:pt x="75" y="80"/>
                  </a:lnTo>
                  <a:lnTo>
                    <a:pt x="97" y="73"/>
                  </a:lnTo>
                  <a:lnTo>
                    <a:pt x="119" y="69"/>
                  </a:lnTo>
                  <a:lnTo>
                    <a:pt x="115" y="75"/>
                  </a:lnTo>
                  <a:lnTo>
                    <a:pt x="115" y="75"/>
                  </a:lnTo>
                  <a:lnTo>
                    <a:pt x="108" y="75"/>
                  </a:lnTo>
                  <a:lnTo>
                    <a:pt x="102" y="75"/>
                  </a:lnTo>
                  <a:lnTo>
                    <a:pt x="97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86" y="82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106" y="85"/>
                  </a:lnTo>
                  <a:lnTo>
                    <a:pt x="131" y="84"/>
                  </a:lnTo>
                  <a:lnTo>
                    <a:pt x="131" y="84"/>
                  </a:lnTo>
                  <a:lnTo>
                    <a:pt x="133" y="85"/>
                  </a:lnTo>
                  <a:lnTo>
                    <a:pt x="135" y="87"/>
                  </a:lnTo>
                  <a:lnTo>
                    <a:pt x="137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6" y="85"/>
                  </a:lnTo>
                  <a:lnTo>
                    <a:pt x="148" y="82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1" y="91"/>
                  </a:lnTo>
                  <a:lnTo>
                    <a:pt x="151" y="91"/>
                  </a:lnTo>
                  <a:lnTo>
                    <a:pt x="173" y="95"/>
                  </a:lnTo>
                  <a:lnTo>
                    <a:pt x="175" y="95"/>
                  </a:lnTo>
                  <a:lnTo>
                    <a:pt x="177" y="87"/>
                  </a:lnTo>
                  <a:lnTo>
                    <a:pt x="182" y="87"/>
                  </a:lnTo>
                  <a:lnTo>
                    <a:pt x="182" y="87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6" y="82"/>
                  </a:lnTo>
                  <a:lnTo>
                    <a:pt x="188" y="84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95" y="87"/>
                  </a:lnTo>
                  <a:lnTo>
                    <a:pt x="204" y="85"/>
                  </a:lnTo>
                  <a:lnTo>
                    <a:pt x="217" y="82"/>
                  </a:lnTo>
                  <a:lnTo>
                    <a:pt x="217" y="82"/>
                  </a:lnTo>
                  <a:lnTo>
                    <a:pt x="24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83" y="75"/>
                  </a:lnTo>
                  <a:lnTo>
                    <a:pt x="303" y="69"/>
                  </a:lnTo>
                  <a:lnTo>
                    <a:pt x="303" y="69"/>
                  </a:lnTo>
                  <a:lnTo>
                    <a:pt x="299" y="71"/>
                  </a:lnTo>
                  <a:lnTo>
                    <a:pt x="294" y="73"/>
                  </a:lnTo>
                  <a:lnTo>
                    <a:pt x="294" y="76"/>
                  </a:lnTo>
                  <a:lnTo>
                    <a:pt x="294" y="76"/>
                  </a:lnTo>
                  <a:lnTo>
                    <a:pt x="301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292" y="80"/>
                  </a:lnTo>
                  <a:lnTo>
                    <a:pt x="270" y="84"/>
                  </a:lnTo>
                  <a:lnTo>
                    <a:pt x="270" y="84"/>
                  </a:lnTo>
                  <a:lnTo>
                    <a:pt x="268" y="89"/>
                  </a:lnTo>
                  <a:lnTo>
                    <a:pt x="268" y="89"/>
                  </a:lnTo>
                  <a:lnTo>
                    <a:pt x="277" y="89"/>
                  </a:lnTo>
                  <a:lnTo>
                    <a:pt x="286" y="89"/>
                  </a:lnTo>
                  <a:lnTo>
                    <a:pt x="286" y="89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0" y="91"/>
                  </a:lnTo>
                  <a:lnTo>
                    <a:pt x="286" y="95"/>
                  </a:lnTo>
                  <a:lnTo>
                    <a:pt x="286" y="95"/>
                  </a:lnTo>
                  <a:lnTo>
                    <a:pt x="275" y="95"/>
                  </a:lnTo>
                  <a:lnTo>
                    <a:pt x="266" y="95"/>
                  </a:lnTo>
                  <a:lnTo>
                    <a:pt x="257" y="95"/>
                  </a:lnTo>
                  <a:lnTo>
                    <a:pt x="252" y="95"/>
                  </a:lnTo>
                  <a:lnTo>
                    <a:pt x="252" y="9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6" name="Freeform 379">
              <a:extLst>
                <a:ext uri="{FF2B5EF4-FFF2-40B4-BE49-F238E27FC236}">
                  <a16:creationId xmlns:a16="http://schemas.microsoft.com/office/drawing/2014/main" id="{C0D124E9-FFCB-4F65-BF8E-B6F0782A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437" y="1517408"/>
              <a:ext cx="685148" cy="516086"/>
            </a:xfrm>
            <a:custGeom>
              <a:avLst/>
              <a:gdLst>
                <a:gd name="T0" fmla="*/ 457 w 462"/>
                <a:gd name="T1" fmla="*/ 233 h 348"/>
                <a:gd name="T2" fmla="*/ 446 w 462"/>
                <a:gd name="T3" fmla="*/ 210 h 348"/>
                <a:gd name="T4" fmla="*/ 435 w 462"/>
                <a:gd name="T5" fmla="*/ 206 h 348"/>
                <a:gd name="T6" fmla="*/ 411 w 462"/>
                <a:gd name="T7" fmla="*/ 200 h 348"/>
                <a:gd name="T8" fmla="*/ 397 w 462"/>
                <a:gd name="T9" fmla="*/ 186 h 348"/>
                <a:gd name="T10" fmla="*/ 386 w 462"/>
                <a:gd name="T11" fmla="*/ 193 h 348"/>
                <a:gd name="T12" fmla="*/ 362 w 462"/>
                <a:gd name="T13" fmla="*/ 175 h 348"/>
                <a:gd name="T14" fmla="*/ 348 w 462"/>
                <a:gd name="T15" fmla="*/ 148 h 348"/>
                <a:gd name="T16" fmla="*/ 344 w 462"/>
                <a:gd name="T17" fmla="*/ 140 h 348"/>
                <a:gd name="T18" fmla="*/ 355 w 462"/>
                <a:gd name="T19" fmla="*/ 113 h 348"/>
                <a:gd name="T20" fmla="*/ 337 w 462"/>
                <a:gd name="T21" fmla="*/ 115 h 348"/>
                <a:gd name="T22" fmla="*/ 335 w 462"/>
                <a:gd name="T23" fmla="*/ 106 h 348"/>
                <a:gd name="T24" fmla="*/ 313 w 462"/>
                <a:gd name="T25" fmla="*/ 95 h 348"/>
                <a:gd name="T26" fmla="*/ 297 w 462"/>
                <a:gd name="T27" fmla="*/ 91 h 348"/>
                <a:gd name="T28" fmla="*/ 280 w 462"/>
                <a:gd name="T29" fmla="*/ 78 h 348"/>
                <a:gd name="T30" fmla="*/ 256 w 462"/>
                <a:gd name="T31" fmla="*/ 78 h 348"/>
                <a:gd name="T32" fmla="*/ 251 w 462"/>
                <a:gd name="T33" fmla="*/ 44 h 348"/>
                <a:gd name="T34" fmla="*/ 198 w 462"/>
                <a:gd name="T35" fmla="*/ 27 h 348"/>
                <a:gd name="T36" fmla="*/ 173 w 462"/>
                <a:gd name="T37" fmla="*/ 7 h 348"/>
                <a:gd name="T38" fmla="*/ 123 w 462"/>
                <a:gd name="T39" fmla="*/ 6 h 348"/>
                <a:gd name="T40" fmla="*/ 82 w 462"/>
                <a:gd name="T41" fmla="*/ 29 h 348"/>
                <a:gd name="T42" fmla="*/ 91 w 462"/>
                <a:gd name="T43" fmla="*/ 47 h 348"/>
                <a:gd name="T44" fmla="*/ 71 w 462"/>
                <a:gd name="T45" fmla="*/ 57 h 348"/>
                <a:gd name="T46" fmla="*/ 83 w 462"/>
                <a:gd name="T47" fmla="*/ 86 h 348"/>
                <a:gd name="T48" fmla="*/ 71 w 462"/>
                <a:gd name="T49" fmla="*/ 69 h 348"/>
                <a:gd name="T50" fmla="*/ 83 w 462"/>
                <a:gd name="T51" fmla="*/ 13 h 348"/>
                <a:gd name="T52" fmla="*/ 25 w 462"/>
                <a:gd name="T53" fmla="*/ 22 h 348"/>
                <a:gd name="T54" fmla="*/ 0 w 462"/>
                <a:gd name="T55" fmla="*/ 69 h 348"/>
                <a:gd name="T56" fmla="*/ 27 w 462"/>
                <a:gd name="T57" fmla="*/ 88 h 348"/>
                <a:gd name="T58" fmla="*/ 54 w 462"/>
                <a:gd name="T59" fmla="*/ 102 h 348"/>
                <a:gd name="T60" fmla="*/ 102 w 462"/>
                <a:gd name="T61" fmla="*/ 120 h 348"/>
                <a:gd name="T62" fmla="*/ 136 w 462"/>
                <a:gd name="T63" fmla="*/ 117 h 348"/>
                <a:gd name="T64" fmla="*/ 143 w 462"/>
                <a:gd name="T65" fmla="*/ 113 h 348"/>
                <a:gd name="T66" fmla="*/ 182 w 462"/>
                <a:gd name="T67" fmla="*/ 108 h 348"/>
                <a:gd name="T68" fmla="*/ 196 w 462"/>
                <a:gd name="T69" fmla="*/ 113 h 348"/>
                <a:gd name="T70" fmla="*/ 218 w 462"/>
                <a:gd name="T71" fmla="*/ 120 h 348"/>
                <a:gd name="T72" fmla="*/ 235 w 462"/>
                <a:gd name="T73" fmla="*/ 149 h 348"/>
                <a:gd name="T74" fmla="*/ 240 w 462"/>
                <a:gd name="T75" fmla="*/ 170 h 348"/>
                <a:gd name="T76" fmla="*/ 264 w 462"/>
                <a:gd name="T77" fmla="*/ 170 h 348"/>
                <a:gd name="T78" fmla="*/ 284 w 462"/>
                <a:gd name="T79" fmla="*/ 206 h 348"/>
                <a:gd name="T80" fmla="*/ 271 w 462"/>
                <a:gd name="T81" fmla="*/ 222 h 348"/>
                <a:gd name="T82" fmla="*/ 193 w 462"/>
                <a:gd name="T83" fmla="*/ 306 h 348"/>
                <a:gd name="T84" fmla="*/ 229 w 462"/>
                <a:gd name="T85" fmla="*/ 304 h 348"/>
                <a:gd name="T86" fmla="*/ 242 w 462"/>
                <a:gd name="T87" fmla="*/ 295 h 348"/>
                <a:gd name="T88" fmla="*/ 273 w 462"/>
                <a:gd name="T89" fmla="*/ 306 h 348"/>
                <a:gd name="T90" fmla="*/ 291 w 462"/>
                <a:gd name="T91" fmla="*/ 326 h 348"/>
                <a:gd name="T92" fmla="*/ 298 w 462"/>
                <a:gd name="T93" fmla="*/ 343 h 348"/>
                <a:gd name="T94" fmla="*/ 349 w 462"/>
                <a:gd name="T95" fmla="*/ 343 h 348"/>
                <a:gd name="T96" fmla="*/ 377 w 462"/>
                <a:gd name="T97" fmla="*/ 335 h 348"/>
                <a:gd name="T98" fmla="*/ 333 w 462"/>
                <a:gd name="T99" fmla="*/ 306 h 348"/>
                <a:gd name="T100" fmla="*/ 358 w 462"/>
                <a:gd name="T101" fmla="*/ 303 h 348"/>
                <a:gd name="T102" fmla="*/ 400 w 462"/>
                <a:gd name="T103" fmla="*/ 321 h 348"/>
                <a:gd name="T104" fmla="*/ 400 w 462"/>
                <a:gd name="T105" fmla="*/ 295 h 348"/>
                <a:gd name="T106" fmla="*/ 362 w 462"/>
                <a:gd name="T107" fmla="*/ 257 h 348"/>
                <a:gd name="T108" fmla="*/ 357 w 462"/>
                <a:gd name="T109" fmla="*/ 246 h 348"/>
                <a:gd name="T110" fmla="*/ 362 w 462"/>
                <a:gd name="T111" fmla="*/ 230 h 348"/>
                <a:gd name="T112" fmla="*/ 391 w 462"/>
                <a:gd name="T113" fmla="*/ 252 h 348"/>
                <a:gd name="T114" fmla="*/ 408 w 462"/>
                <a:gd name="T115" fmla="*/ 262 h 348"/>
                <a:gd name="T116" fmla="*/ 428 w 462"/>
                <a:gd name="T117" fmla="*/ 25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2" h="348">
                  <a:moveTo>
                    <a:pt x="440" y="235"/>
                  </a:moveTo>
                  <a:lnTo>
                    <a:pt x="440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6" y="231"/>
                  </a:lnTo>
                  <a:lnTo>
                    <a:pt x="444" y="230"/>
                  </a:lnTo>
                  <a:lnTo>
                    <a:pt x="444" y="228"/>
                  </a:lnTo>
                  <a:lnTo>
                    <a:pt x="444" y="228"/>
                  </a:lnTo>
                  <a:lnTo>
                    <a:pt x="448" y="228"/>
                  </a:lnTo>
                  <a:lnTo>
                    <a:pt x="450" y="230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57" y="233"/>
                  </a:lnTo>
                  <a:lnTo>
                    <a:pt x="459" y="224"/>
                  </a:lnTo>
                  <a:lnTo>
                    <a:pt x="462" y="215"/>
                  </a:lnTo>
                  <a:lnTo>
                    <a:pt x="462" y="215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7" y="208"/>
                  </a:lnTo>
                  <a:lnTo>
                    <a:pt x="455" y="206"/>
                  </a:lnTo>
                  <a:lnTo>
                    <a:pt x="450" y="206"/>
                  </a:lnTo>
                  <a:lnTo>
                    <a:pt x="450" y="206"/>
                  </a:lnTo>
                  <a:lnTo>
                    <a:pt x="450" y="202"/>
                  </a:lnTo>
                  <a:lnTo>
                    <a:pt x="448" y="204"/>
                  </a:lnTo>
                  <a:lnTo>
                    <a:pt x="446" y="208"/>
                  </a:lnTo>
                  <a:lnTo>
                    <a:pt x="446" y="210"/>
                  </a:lnTo>
                  <a:lnTo>
                    <a:pt x="448" y="210"/>
                  </a:lnTo>
                  <a:lnTo>
                    <a:pt x="448" y="210"/>
                  </a:lnTo>
                  <a:lnTo>
                    <a:pt x="444" y="211"/>
                  </a:lnTo>
                  <a:lnTo>
                    <a:pt x="440" y="210"/>
                  </a:lnTo>
                  <a:lnTo>
                    <a:pt x="439" y="210"/>
                  </a:lnTo>
                  <a:lnTo>
                    <a:pt x="435" y="210"/>
                  </a:lnTo>
                  <a:lnTo>
                    <a:pt x="435" y="210"/>
                  </a:lnTo>
                  <a:lnTo>
                    <a:pt x="435" y="213"/>
                  </a:lnTo>
                  <a:lnTo>
                    <a:pt x="433" y="215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5" y="206"/>
                  </a:lnTo>
                  <a:lnTo>
                    <a:pt x="435" y="206"/>
                  </a:lnTo>
                  <a:lnTo>
                    <a:pt x="428" y="206"/>
                  </a:lnTo>
                  <a:lnTo>
                    <a:pt x="428" y="206"/>
                  </a:lnTo>
                  <a:lnTo>
                    <a:pt x="428" y="213"/>
                  </a:lnTo>
                  <a:lnTo>
                    <a:pt x="428" y="213"/>
                  </a:lnTo>
                  <a:lnTo>
                    <a:pt x="426" y="213"/>
                  </a:lnTo>
                  <a:lnTo>
                    <a:pt x="424" y="211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17" y="208"/>
                  </a:lnTo>
                  <a:lnTo>
                    <a:pt x="408" y="208"/>
                  </a:lnTo>
                  <a:lnTo>
                    <a:pt x="408" y="208"/>
                  </a:lnTo>
                  <a:lnTo>
                    <a:pt x="411" y="204"/>
                  </a:lnTo>
                  <a:lnTo>
                    <a:pt x="411" y="200"/>
                  </a:lnTo>
                  <a:lnTo>
                    <a:pt x="411" y="199"/>
                  </a:lnTo>
                  <a:lnTo>
                    <a:pt x="411" y="193"/>
                  </a:lnTo>
                  <a:lnTo>
                    <a:pt x="411" y="193"/>
                  </a:lnTo>
                  <a:lnTo>
                    <a:pt x="408" y="193"/>
                  </a:lnTo>
                  <a:lnTo>
                    <a:pt x="406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99"/>
                  </a:lnTo>
                  <a:lnTo>
                    <a:pt x="399" y="199"/>
                  </a:lnTo>
                  <a:lnTo>
                    <a:pt x="399" y="199"/>
                  </a:lnTo>
                  <a:lnTo>
                    <a:pt x="400" y="186"/>
                  </a:lnTo>
                  <a:lnTo>
                    <a:pt x="400" y="186"/>
                  </a:lnTo>
                  <a:lnTo>
                    <a:pt x="397" y="186"/>
                  </a:lnTo>
                  <a:lnTo>
                    <a:pt x="393" y="186"/>
                  </a:lnTo>
                  <a:lnTo>
                    <a:pt x="393" y="186"/>
                  </a:lnTo>
                  <a:lnTo>
                    <a:pt x="393" y="193"/>
                  </a:lnTo>
                  <a:lnTo>
                    <a:pt x="393" y="193"/>
                  </a:lnTo>
                  <a:lnTo>
                    <a:pt x="391" y="193"/>
                  </a:lnTo>
                  <a:lnTo>
                    <a:pt x="389" y="191"/>
                  </a:lnTo>
                  <a:lnTo>
                    <a:pt x="391" y="191"/>
                  </a:lnTo>
                  <a:lnTo>
                    <a:pt x="391" y="191"/>
                  </a:lnTo>
                  <a:lnTo>
                    <a:pt x="389" y="191"/>
                  </a:lnTo>
                  <a:lnTo>
                    <a:pt x="389" y="190"/>
                  </a:lnTo>
                  <a:lnTo>
                    <a:pt x="388" y="188"/>
                  </a:lnTo>
                  <a:lnTo>
                    <a:pt x="386" y="188"/>
                  </a:lnTo>
                  <a:lnTo>
                    <a:pt x="386" y="193"/>
                  </a:lnTo>
                  <a:lnTo>
                    <a:pt x="386" y="193"/>
                  </a:lnTo>
                  <a:lnTo>
                    <a:pt x="380" y="195"/>
                  </a:lnTo>
                  <a:lnTo>
                    <a:pt x="373" y="199"/>
                  </a:lnTo>
                  <a:lnTo>
                    <a:pt x="373" y="199"/>
                  </a:lnTo>
                  <a:lnTo>
                    <a:pt x="377" y="186"/>
                  </a:lnTo>
                  <a:lnTo>
                    <a:pt x="377" y="186"/>
                  </a:lnTo>
                  <a:lnTo>
                    <a:pt x="373" y="186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0"/>
                  </a:lnTo>
                  <a:lnTo>
                    <a:pt x="366" y="177"/>
                  </a:lnTo>
                  <a:lnTo>
                    <a:pt x="366" y="177"/>
                  </a:lnTo>
                  <a:lnTo>
                    <a:pt x="362" y="175"/>
                  </a:lnTo>
                  <a:lnTo>
                    <a:pt x="358" y="173"/>
                  </a:lnTo>
                  <a:lnTo>
                    <a:pt x="351" y="173"/>
                  </a:lnTo>
                  <a:lnTo>
                    <a:pt x="344" y="171"/>
                  </a:lnTo>
                  <a:lnTo>
                    <a:pt x="344" y="171"/>
                  </a:lnTo>
                  <a:lnTo>
                    <a:pt x="340" y="164"/>
                  </a:lnTo>
                  <a:lnTo>
                    <a:pt x="340" y="164"/>
                  </a:lnTo>
                  <a:lnTo>
                    <a:pt x="351" y="162"/>
                  </a:lnTo>
                  <a:lnTo>
                    <a:pt x="351" y="162"/>
                  </a:lnTo>
                  <a:lnTo>
                    <a:pt x="351" y="159"/>
                  </a:lnTo>
                  <a:lnTo>
                    <a:pt x="353" y="157"/>
                  </a:lnTo>
                  <a:lnTo>
                    <a:pt x="355" y="155"/>
                  </a:lnTo>
                  <a:lnTo>
                    <a:pt x="355" y="155"/>
                  </a:lnTo>
                  <a:lnTo>
                    <a:pt x="348" y="148"/>
                  </a:lnTo>
                  <a:lnTo>
                    <a:pt x="348" y="146"/>
                  </a:lnTo>
                  <a:lnTo>
                    <a:pt x="349" y="146"/>
                  </a:lnTo>
                  <a:lnTo>
                    <a:pt x="366" y="148"/>
                  </a:lnTo>
                  <a:lnTo>
                    <a:pt x="366" y="148"/>
                  </a:lnTo>
                  <a:lnTo>
                    <a:pt x="360" y="142"/>
                  </a:lnTo>
                  <a:lnTo>
                    <a:pt x="357" y="139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49" y="137"/>
                  </a:lnTo>
                  <a:lnTo>
                    <a:pt x="348" y="139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4" y="140"/>
                  </a:lnTo>
                  <a:lnTo>
                    <a:pt x="340" y="133"/>
                  </a:lnTo>
                  <a:lnTo>
                    <a:pt x="340" y="133"/>
                  </a:lnTo>
                  <a:lnTo>
                    <a:pt x="346" y="131"/>
                  </a:lnTo>
                  <a:lnTo>
                    <a:pt x="349" y="129"/>
                  </a:lnTo>
                  <a:lnTo>
                    <a:pt x="349" y="129"/>
                  </a:lnTo>
                  <a:lnTo>
                    <a:pt x="353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0"/>
                  </a:lnTo>
                  <a:lnTo>
                    <a:pt x="357" y="117"/>
                  </a:lnTo>
                  <a:lnTo>
                    <a:pt x="357" y="117"/>
                  </a:lnTo>
                  <a:lnTo>
                    <a:pt x="355" y="117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1" y="113"/>
                  </a:lnTo>
                  <a:lnTo>
                    <a:pt x="349" y="113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15"/>
                  </a:lnTo>
                  <a:lnTo>
                    <a:pt x="344" y="120"/>
                  </a:lnTo>
                  <a:lnTo>
                    <a:pt x="344" y="120"/>
                  </a:lnTo>
                  <a:lnTo>
                    <a:pt x="340" y="120"/>
                  </a:lnTo>
                  <a:lnTo>
                    <a:pt x="338" y="122"/>
                  </a:lnTo>
                  <a:lnTo>
                    <a:pt x="337" y="122"/>
                  </a:lnTo>
                  <a:lnTo>
                    <a:pt x="337" y="122"/>
                  </a:lnTo>
                  <a:lnTo>
                    <a:pt x="337" y="115"/>
                  </a:lnTo>
                  <a:lnTo>
                    <a:pt x="337" y="115"/>
                  </a:lnTo>
                  <a:lnTo>
                    <a:pt x="333" y="117"/>
                  </a:lnTo>
                  <a:lnTo>
                    <a:pt x="333" y="113"/>
                  </a:lnTo>
                  <a:lnTo>
                    <a:pt x="337" y="108"/>
                  </a:lnTo>
                  <a:lnTo>
                    <a:pt x="337" y="108"/>
                  </a:lnTo>
                  <a:lnTo>
                    <a:pt x="340" y="108"/>
                  </a:lnTo>
                  <a:lnTo>
                    <a:pt x="340" y="109"/>
                  </a:lnTo>
                  <a:lnTo>
                    <a:pt x="340" y="111"/>
                  </a:lnTo>
                  <a:lnTo>
                    <a:pt x="342" y="109"/>
                  </a:lnTo>
                  <a:lnTo>
                    <a:pt x="342" y="106"/>
                  </a:lnTo>
                  <a:lnTo>
                    <a:pt x="342" y="106"/>
                  </a:lnTo>
                  <a:lnTo>
                    <a:pt x="338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3" y="104"/>
                  </a:lnTo>
                  <a:lnTo>
                    <a:pt x="331" y="100"/>
                  </a:lnTo>
                  <a:lnTo>
                    <a:pt x="329" y="98"/>
                  </a:lnTo>
                  <a:lnTo>
                    <a:pt x="326" y="98"/>
                  </a:lnTo>
                  <a:lnTo>
                    <a:pt x="326" y="98"/>
                  </a:lnTo>
                  <a:lnTo>
                    <a:pt x="324" y="98"/>
                  </a:lnTo>
                  <a:lnTo>
                    <a:pt x="322" y="100"/>
                  </a:lnTo>
                  <a:lnTo>
                    <a:pt x="32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0" y="98"/>
                  </a:lnTo>
                  <a:lnTo>
                    <a:pt x="313" y="95"/>
                  </a:lnTo>
                  <a:lnTo>
                    <a:pt x="311" y="93"/>
                  </a:lnTo>
                  <a:lnTo>
                    <a:pt x="311" y="93"/>
                  </a:lnTo>
                  <a:lnTo>
                    <a:pt x="307" y="93"/>
                  </a:lnTo>
                  <a:lnTo>
                    <a:pt x="306" y="91"/>
                  </a:lnTo>
                  <a:lnTo>
                    <a:pt x="306" y="91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95"/>
                  </a:lnTo>
                  <a:lnTo>
                    <a:pt x="304" y="95"/>
                  </a:lnTo>
                  <a:lnTo>
                    <a:pt x="298" y="95"/>
                  </a:lnTo>
                  <a:lnTo>
                    <a:pt x="293" y="95"/>
                  </a:lnTo>
                  <a:lnTo>
                    <a:pt x="293" y="95"/>
                  </a:lnTo>
                  <a:lnTo>
                    <a:pt x="297" y="91"/>
                  </a:lnTo>
                  <a:lnTo>
                    <a:pt x="297" y="91"/>
                  </a:lnTo>
                  <a:lnTo>
                    <a:pt x="298" y="91"/>
                  </a:lnTo>
                  <a:lnTo>
                    <a:pt x="300" y="89"/>
                  </a:lnTo>
                  <a:lnTo>
                    <a:pt x="300" y="88"/>
                  </a:lnTo>
                  <a:lnTo>
                    <a:pt x="300" y="86"/>
                  </a:lnTo>
                  <a:lnTo>
                    <a:pt x="300" y="86"/>
                  </a:lnTo>
                  <a:lnTo>
                    <a:pt x="291" y="84"/>
                  </a:lnTo>
                  <a:lnTo>
                    <a:pt x="291" y="84"/>
                  </a:lnTo>
                  <a:lnTo>
                    <a:pt x="293" y="82"/>
                  </a:lnTo>
                  <a:lnTo>
                    <a:pt x="291" y="80"/>
                  </a:lnTo>
                  <a:lnTo>
                    <a:pt x="286" y="78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0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5" y="88"/>
                  </a:lnTo>
                  <a:lnTo>
                    <a:pt x="271" y="88"/>
                  </a:lnTo>
                  <a:lnTo>
                    <a:pt x="271" y="88"/>
                  </a:lnTo>
                  <a:lnTo>
                    <a:pt x="271" y="78"/>
                  </a:lnTo>
                  <a:lnTo>
                    <a:pt x="269" y="77"/>
                  </a:lnTo>
                  <a:lnTo>
                    <a:pt x="266" y="78"/>
                  </a:lnTo>
                  <a:lnTo>
                    <a:pt x="266" y="78"/>
                  </a:lnTo>
                  <a:lnTo>
                    <a:pt x="258" y="88"/>
                  </a:lnTo>
                  <a:lnTo>
                    <a:pt x="258" y="88"/>
                  </a:lnTo>
                  <a:lnTo>
                    <a:pt x="256" y="78"/>
                  </a:lnTo>
                  <a:lnTo>
                    <a:pt x="256" y="75"/>
                  </a:lnTo>
                  <a:lnTo>
                    <a:pt x="262" y="73"/>
                  </a:lnTo>
                  <a:lnTo>
                    <a:pt x="262" y="73"/>
                  </a:lnTo>
                  <a:lnTo>
                    <a:pt x="262" y="68"/>
                  </a:lnTo>
                  <a:lnTo>
                    <a:pt x="264" y="64"/>
                  </a:lnTo>
                  <a:lnTo>
                    <a:pt x="264" y="64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255" y="57"/>
                  </a:lnTo>
                  <a:lnTo>
                    <a:pt x="256" y="55"/>
                  </a:lnTo>
                  <a:lnTo>
                    <a:pt x="255" y="51"/>
                  </a:lnTo>
                  <a:lnTo>
                    <a:pt x="251" y="49"/>
                  </a:lnTo>
                  <a:lnTo>
                    <a:pt x="251" y="44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5" y="44"/>
                  </a:lnTo>
                  <a:lnTo>
                    <a:pt x="238" y="46"/>
                  </a:lnTo>
                  <a:lnTo>
                    <a:pt x="233" y="47"/>
                  </a:lnTo>
                  <a:lnTo>
                    <a:pt x="227" y="49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04" y="38"/>
                  </a:lnTo>
                  <a:lnTo>
                    <a:pt x="184" y="37"/>
                  </a:lnTo>
                  <a:lnTo>
                    <a:pt x="185" y="31"/>
                  </a:lnTo>
                  <a:lnTo>
                    <a:pt x="185" y="31"/>
                  </a:lnTo>
                  <a:lnTo>
                    <a:pt x="198" y="27"/>
                  </a:lnTo>
                  <a:lnTo>
                    <a:pt x="207" y="26"/>
                  </a:lnTo>
                  <a:lnTo>
                    <a:pt x="207" y="24"/>
                  </a:lnTo>
                  <a:lnTo>
                    <a:pt x="207" y="20"/>
                  </a:lnTo>
                  <a:lnTo>
                    <a:pt x="198" y="7"/>
                  </a:lnTo>
                  <a:lnTo>
                    <a:pt x="198" y="7"/>
                  </a:lnTo>
                  <a:lnTo>
                    <a:pt x="194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2" y="4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1" y="6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58" y="2"/>
                  </a:lnTo>
                  <a:lnTo>
                    <a:pt x="153" y="4"/>
                  </a:lnTo>
                  <a:lnTo>
                    <a:pt x="142" y="9"/>
                  </a:lnTo>
                  <a:lnTo>
                    <a:pt x="142" y="15"/>
                  </a:lnTo>
                  <a:lnTo>
                    <a:pt x="142" y="15"/>
                  </a:lnTo>
                  <a:lnTo>
                    <a:pt x="140" y="13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1" y="6"/>
                  </a:lnTo>
                  <a:lnTo>
                    <a:pt x="123" y="6"/>
                  </a:lnTo>
                  <a:lnTo>
                    <a:pt x="116" y="6"/>
                  </a:lnTo>
                  <a:lnTo>
                    <a:pt x="111" y="7"/>
                  </a:lnTo>
                  <a:lnTo>
                    <a:pt x="100" y="13"/>
                  </a:lnTo>
                  <a:lnTo>
                    <a:pt x="85" y="20"/>
                  </a:lnTo>
                  <a:lnTo>
                    <a:pt x="85" y="20"/>
                  </a:lnTo>
                  <a:lnTo>
                    <a:pt x="89" y="22"/>
                  </a:lnTo>
                  <a:lnTo>
                    <a:pt x="89" y="24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3" y="29"/>
                  </a:lnTo>
                  <a:lnTo>
                    <a:pt x="82" y="29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72" y="31"/>
                  </a:lnTo>
                  <a:lnTo>
                    <a:pt x="72" y="31"/>
                  </a:lnTo>
                  <a:lnTo>
                    <a:pt x="74" y="37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6" y="44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83" y="46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5"/>
                  </a:lnTo>
                  <a:lnTo>
                    <a:pt x="87" y="55"/>
                  </a:lnTo>
                  <a:lnTo>
                    <a:pt x="85" y="51"/>
                  </a:lnTo>
                  <a:lnTo>
                    <a:pt x="85" y="51"/>
                  </a:lnTo>
                  <a:lnTo>
                    <a:pt x="80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4" y="53"/>
                  </a:lnTo>
                  <a:lnTo>
                    <a:pt x="72" y="55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6" y="62"/>
                  </a:lnTo>
                  <a:lnTo>
                    <a:pt x="80" y="62"/>
                  </a:lnTo>
                  <a:lnTo>
                    <a:pt x="85" y="64"/>
                  </a:lnTo>
                  <a:lnTo>
                    <a:pt x="85" y="69"/>
                  </a:lnTo>
                  <a:lnTo>
                    <a:pt x="85" y="69"/>
                  </a:lnTo>
                  <a:lnTo>
                    <a:pt x="82" y="69"/>
                  </a:lnTo>
                  <a:lnTo>
                    <a:pt x="82" y="73"/>
                  </a:lnTo>
                  <a:lnTo>
                    <a:pt x="82" y="78"/>
                  </a:lnTo>
                  <a:lnTo>
                    <a:pt x="83" y="82"/>
                  </a:lnTo>
                  <a:lnTo>
                    <a:pt x="83" y="84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2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80"/>
                  </a:lnTo>
                  <a:lnTo>
                    <a:pt x="71" y="80"/>
                  </a:lnTo>
                  <a:lnTo>
                    <a:pt x="69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72" y="77"/>
                  </a:lnTo>
                  <a:lnTo>
                    <a:pt x="72" y="77"/>
                  </a:lnTo>
                  <a:lnTo>
                    <a:pt x="72" y="73"/>
                  </a:lnTo>
                  <a:lnTo>
                    <a:pt x="71" y="69"/>
                  </a:lnTo>
                  <a:lnTo>
                    <a:pt x="71" y="69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0" y="53"/>
                  </a:lnTo>
                  <a:lnTo>
                    <a:pt x="60" y="38"/>
                  </a:lnTo>
                  <a:lnTo>
                    <a:pt x="63" y="26"/>
                  </a:lnTo>
                  <a:lnTo>
                    <a:pt x="65" y="20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6" y="15"/>
                  </a:lnTo>
                  <a:lnTo>
                    <a:pt x="83" y="13"/>
                  </a:lnTo>
                  <a:lnTo>
                    <a:pt x="100" y="9"/>
                  </a:lnTo>
                  <a:lnTo>
                    <a:pt x="100" y="6"/>
                  </a:lnTo>
                  <a:lnTo>
                    <a:pt x="100" y="6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74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40" y="9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5" y="55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5" y="71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9" y="77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21" y="84"/>
                  </a:lnTo>
                  <a:lnTo>
                    <a:pt x="40" y="86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32" y="89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98"/>
                  </a:lnTo>
                  <a:lnTo>
                    <a:pt x="36" y="102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0" y="106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9" y="108"/>
                  </a:lnTo>
                  <a:lnTo>
                    <a:pt x="49" y="102"/>
                  </a:lnTo>
                  <a:lnTo>
                    <a:pt x="54" y="102"/>
                  </a:lnTo>
                  <a:lnTo>
                    <a:pt x="54" y="102"/>
                  </a:lnTo>
                  <a:lnTo>
                    <a:pt x="61" y="111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78" y="120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82" y="115"/>
                  </a:lnTo>
                  <a:lnTo>
                    <a:pt x="83" y="117"/>
                  </a:lnTo>
                  <a:lnTo>
                    <a:pt x="83" y="119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4" y="122"/>
                  </a:lnTo>
                  <a:lnTo>
                    <a:pt x="102" y="120"/>
                  </a:lnTo>
                  <a:lnTo>
                    <a:pt x="111" y="120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29" y="126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29" y="117"/>
                  </a:lnTo>
                  <a:lnTo>
                    <a:pt x="129" y="117"/>
                  </a:lnTo>
                  <a:lnTo>
                    <a:pt x="129" y="113"/>
                  </a:lnTo>
                  <a:lnTo>
                    <a:pt x="131" y="113"/>
                  </a:lnTo>
                  <a:lnTo>
                    <a:pt x="136" y="117"/>
                  </a:lnTo>
                  <a:lnTo>
                    <a:pt x="136" y="117"/>
                  </a:lnTo>
                  <a:lnTo>
                    <a:pt x="147" y="124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29"/>
                  </a:lnTo>
                  <a:lnTo>
                    <a:pt x="156" y="124"/>
                  </a:lnTo>
                  <a:lnTo>
                    <a:pt x="156" y="124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7" y="115"/>
                  </a:lnTo>
                  <a:lnTo>
                    <a:pt x="143" y="113"/>
                  </a:lnTo>
                  <a:lnTo>
                    <a:pt x="143" y="113"/>
                  </a:lnTo>
                  <a:lnTo>
                    <a:pt x="156" y="113"/>
                  </a:lnTo>
                  <a:lnTo>
                    <a:pt x="162" y="113"/>
                  </a:lnTo>
                  <a:lnTo>
                    <a:pt x="165" y="115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80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87" y="113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4" y="108"/>
                  </a:lnTo>
                  <a:lnTo>
                    <a:pt x="182" y="108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0" y="111"/>
                  </a:lnTo>
                  <a:lnTo>
                    <a:pt x="180" y="111"/>
                  </a:lnTo>
                  <a:lnTo>
                    <a:pt x="180" y="109"/>
                  </a:lnTo>
                  <a:lnTo>
                    <a:pt x="178" y="108"/>
                  </a:lnTo>
                  <a:lnTo>
                    <a:pt x="178" y="108"/>
                  </a:lnTo>
                  <a:lnTo>
                    <a:pt x="189" y="102"/>
                  </a:lnTo>
                  <a:lnTo>
                    <a:pt x="191" y="108"/>
                  </a:lnTo>
                  <a:lnTo>
                    <a:pt x="193" y="115"/>
                  </a:lnTo>
                  <a:lnTo>
                    <a:pt x="193" y="115"/>
                  </a:lnTo>
                  <a:lnTo>
                    <a:pt x="194" y="115"/>
                  </a:lnTo>
                  <a:lnTo>
                    <a:pt x="196" y="113"/>
                  </a:lnTo>
                  <a:lnTo>
                    <a:pt x="196" y="109"/>
                  </a:lnTo>
                  <a:lnTo>
                    <a:pt x="200" y="109"/>
                  </a:lnTo>
                  <a:lnTo>
                    <a:pt x="200" y="109"/>
                  </a:lnTo>
                  <a:lnTo>
                    <a:pt x="205" y="129"/>
                  </a:lnTo>
                  <a:lnTo>
                    <a:pt x="205" y="129"/>
                  </a:lnTo>
                  <a:lnTo>
                    <a:pt x="207" y="128"/>
                  </a:lnTo>
                  <a:lnTo>
                    <a:pt x="207" y="122"/>
                  </a:lnTo>
                  <a:lnTo>
                    <a:pt x="207" y="122"/>
                  </a:lnTo>
                  <a:lnTo>
                    <a:pt x="211" y="122"/>
                  </a:lnTo>
                  <a:lnTo>
                    <a:pt x="213" y="122"/>
                  </a:lnTo>
                  <a:lnTo>
                    <a:pt x="216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0" y="124"/>
                  </a:lnTo>
                  <a:lnTo>
                    <a:pt x="225" y="128"/>
                  </a:lnTo>
                  <a:lnTo>
                    <a:pt x="225" y="128"/>
                  </a:lnTo>
                  <a:lnTo>
                    <a:pt x="222" y="129"/>
                  </a:lnTo>
                  <a:lnTo>
                    <a:pt x="222" y="131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35" y="128"/>
                  </a:lnTo>
                  <a:lnTo>
                    <a:pt x="235" y="129"/>
                  </a:lnTo>
                  <a:lnTo>
                    <a:pt x="233" y="142"/>
                  </a:lnTo>
                  <a:lnTo>
                    <a:pt x="233" y="142"/>
                  </a:lnTo>
                  <a:lnTo>
                    <a:pt x="242" y="148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3" y="157"/>
                  </a:lnTo>
                  <a:lnTo>
                    <a:pt x="233" y="157"/>
                  </a:lnTo>
                  <a:lnTo>
                    <a:pt x="233" y="162"/>
                  </a:lnTo>
                  <a:lnTo>
                    <a:pt x="233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38" y="164"/>
                  </a:lnTo>
                  <a:lnTo>
                    <a:pt x="238" y="166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51" y="162"/>
                  </a:lnTo>
                  <a:lnTo>
                    <a:pt x="251" y="162"/>
                  </a:lnTo>
                  <a:lnTo>
                    <a:pt x="262" y="157"/>
                  </a:lnTo>
                  <a:lnTo>
                    <a:pt x="262" y="151"/>
                  </a:lnTo>
                  <a:lnTo>
                    <a:pt x="262" y="151"/>
                  </a:lnTo>
                  <a:lnTo>
                    <a:pt x="264" y="151"/>
                  </a:lnTo>
                  <a:lnTo>
                    <a:pt x="264" y="153"/>
                  </a:lnTo>
                  <a:lnTo>
                    <a:pt x="264" y="155"/>
                  </a:lnTo>
                  <a:lnTo>
                    <a:pt x="266" y="155"/>
                  </a:lnTo>
                  <a:lnTo>
                    <a:pt x="266" y="155"/>
                  </a:lnTo>
                  <a:lnTo>
                    <a:pt x="264" y="164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3"/>
                  </a:lnTo>
                  <a:lnTo>
                    <a:pt x="269" y="171"/>
                  </a:lnTo>
                  <a:lnTo>
                    <a:pt x="271" y="179"/>
                  </a:lnTo>
                  <a:lnTo>
                    <a:pt x="271" y="179"/>
                  </a:lnTo>
                  <a:lnTo>
                    <a:pt x="278" y="179"/>
                  </a:lnTo>
                  <a:lnTo>
                    <a:pt x="278" y="179"/>
                  </a:lnTo>
                  <a:lnTo>
                    <a:pt x="276" y="184"/>
                  </a:lnTo>
                  <a:lnTo>
                    <a:pt x="276" y="191"/>
                  </a:lnTo>
                  <a:lnTo>
                    <a:pt x="276" y="191"/>
                  </a:lnTo>
                  <a:lnTo>
                    <a:pt x="284" y="206"/>
                  </a:lnTo>
                  <a:lnTo>
                    <a:pt x="284" y="206"/>
                  </a:lnTo>
                  <a:lnTo>
                    <a:pt x="278" y="206"/>
                  </a:lnTo>
                  <a:lnTo>
                    <a:pt x="273" y="206"/>
                  </a:lnTo>
                  <a:lnTo>
                    <a:pt x="273" y="206"/>
                  </a:lnTo>
                  <a:lnTo>
                    <a:pt x="275" y="208"/>
                  </a:lnTo>
                  <a:lnTo>
                    <a:pt x="275" y="213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80" y="222"/>
                  </a:lnTo>
                  <a:lnTo>
                    <a:pt x="280" y="222"/>
                  </a:lnTo>
                  <a:lnTo>
                    <a:pt x="276" y="222"/>
                  </a:lnTo>
                  <a:lnTo>
                    <a:pt x="271" y="222"/>
                  </a:lnTo>
                  <a:lnTo>
                    <a:pt x="271" y="222"/>
                  </a:lnTo>
                  <a:lnTo>
                    <a:pt x="267" y="226"/>
                  </a:lnTo>
                  <a:lnTo>
                    <a:pt x="264" y="233"/>
                  </a:lnTo>
                  <a:lnTo>
                    <a:pt x="255" y="248"/>
                  </a:lnTo>
                  <a:lnTo>
                    <a:pt x="255" y="248"/>
                  </a:lnTo>
                  <a:lnTo>
                    <a:pt x="273" y="272"/>
                  </a:lnTo>
                  <a:lnTo>
                    <a:pt x="273" y="272"/>
                  </a:lnTo>
                  <a:lnTo>
                    <a:pt x="235" y="279"/>
                  </a:lnTo>
                  <a:lnTo>
                    <a:pt x="218" y="281"/>
                  </a:lnTo>
                  <a:lnTo>
                    <a:pt x="198" y="281"/>
                  </a:lnTo>
                  <a:lnTo>
                    <a:pt x="198" y="281"/>
                  </a:lnTo>
                  <a:lnTo>
                    <a:pt x="196" y="295"/>
                  </a:lnTo>
                  <a:lnTo>
                    <a:pt x="193" y="306"/>
                  </a:lnTo>
                  <a:lnTo>
                    <a:pt x="193" y="306"/>
                  </a:lnTo>
                  <a:lnTo>
                    <a:pt x="191" y="304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08"/>
                  </a:lnTo>
                  <a:lnTo>
                    <a:pt x="204" y="315"/>
                  </a:lnTo>
                  <a:lnTo>
                    <a:pt x="211" y="317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3"/>
                  </a:lnTo>
                  <a:lnTo>
                    <a:pt x="222" y="312"/>
                  </a:lnTo>
                  <a:lnTo>
                    <a:pt x="225" y="308"/>
                  </a:lnTo>
                  <a:lnTo>
                    <a:pt x="225" y="308"/>
                  </a:lnTo>
                  <a:lnTo>
                    <a:pt x="229" y="304"/>
                  </a:lnTo>
                  <a:lnTo>
                    <a:pt x="235" y="304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6"/>
                  </a:lnTo>
                  <a:lnTo>
                    <a:pt x="247" y="303"/>
                  </a:lnTo>
                  <a:lnTo>
                    <a:pt x="247" y="303"/>
                  </a:lnTo>
                  <a:lnTo>
                    <a:pt x="242" y="301"/>
                  </a:lnTo>
                  <a:lnTo>
                    <a:pt x="236" y="299"/>
                  </a:lnTo>
                  <a:lnTo>
                    <a:pt x="236" y="299"/>
                  </a:lnTo>
                  <a:lnTo>
                    <a:pt x="238" y="297"/>
                  </a:lnTo>
                  <a:lnTo>
                    <a:pt x="240" y="295"/>
                  </a:lnTo>
                  <a:lnTo>
                    <a:pt x="242" y="295"/>
                  </a:lnTo>
                  <a:lnTo>
                    <a:pt x="242" y="295"/>
                  </a:lnTo>
                  <a:lnTo>
                    <a:pt x="242" y="292"/>
                  </a:lnTo>
                  <a:lnTo>
                    <a:pt x="242" y="292"/>
                  </a:lnTo>
                  <a:lnTo>
                    <a:pt x="244" y="292"/>
                  </a:lnTo>
                  <a:lnTo>
                    <a:pt x="244" y="292"/>
                  </a:lnTo>
                  <a:lnTo>
                    <a:pt x="247" y="301"/>
                  </a:lnTo>
                  <a:lnTo>
                    <a:pt x="247" y="301"/>
                  </a:lnTo>
                  <a:lnTo>
                    <a:pt x="251" y="301"/>
                  </a:lnTo>
                  <a:lnTo>
                    <a:pt x="253" y="299"/>
                  </a:lnTo>
                  <a:lnTo>
                    <a:pt x="256" y="295"/>
                  </a:lnTo>
                  <a:lnTo>
                    <a:pt x="262" y="306"/>
                  </a:lnTo>
                  <a:lnTo>
                    <a:pt x="271" y="303"/>
                  </a:lnTo>
                  <a:lnTo>
                    <a:pt x="271" y="303"/>
                  </a:lnTo>
                  <a:lnTo>
                    <a:pt x="273" y="306"/>
                  </a:lnTo>
                  <a:lnTo>
                    <a:pt x="273" y="310"/>
                  </a:lnTo>
                  <a:lnTo>
                    <a:pt x="273" y="313"/>
                  </a:lnTo>
                  <a:lnTo>
                    <a:pt x="273" y="315"/>
                  </a:lnTo>
                  <a:lnTo>
                    <a:pt x="278" y="315"/>
                  </a:lnTo>
                  <a:lnTo>
                    <a:pt x="278" y="315"/>
                  </a:lnTo>
                  <a:lnTo>
                    <a:pt x="280" y="321"/>
                  </a:lnTo>
                  <a:lnTo>
                    <a:pt x="280" y="326"/>
                  </a:lnTo>
                  <a:lnTo>
                    <a:pt x="280" y="326"/>
                  </a:lnTo>
                  <a:lnTo>
                    <a:pt x="286" y="323"/>
                  </a:lnTo>
                  <a:lnTo>
                    <a:pt x="286" y="323"/>
                  </a:lnTo>
                  <a:lnTo>
                    <a:pt x="289" y="330"/>
                  </a:lnTo>
                  <a:lnTo>
                    <a:pt x="289" y="330"/>
                  </a:lnTo>
                  <a:lnTo>
                    <a:pt x="291" y="326"/>
                  </a:lnTo>
                  <a:lnTo>
                    <a:pt x="291" y="324"/>
                  </a:lnTo>
                  <a:lnTo>
                    <a:pt x="291" y="323"/>
                  </a:lnTo>
                  <a:lnTo>
                    <a:pt x="291" y="323"/>
                  </a:lnTo>
                  <a:lnTo>
                    <a:pt x="293" y="324"/>
                  </a:lnTo>
                  <a:lnTo>
                    <a:pt x="298" y="326"/>
                  </a:lnTo>
                  <a:lnTo>
                    <a:pt x="298" y="326"/>
                  </a:lnTo>
                  <a:lnTo>
                    <a:pt x="298" y="333"/>
                  </a:lnTo>
                  <a:lnTo>
                    <a:pt x="298" y="333"/>
                  </a:lnTo>
                  <a:lnTo>
                    <a:pt x="289" y="333"/>
                  </a:lnTo>
                  <a:lnTo>
                    <a:pt x="289" y="337"/>
                  </a:lnTo>
                  <a:lnTo>
                    <a:pt x="289" y="337"/>
                  </a:lnTo>
                  <a:lnTo>
                    <a:pt x="295" y="341"/>
                  </a:lnTo>
                  <a:lnTo>
                    <a:pt x="298" y="343"/>
                  </a:lnTo>
                  <a:lnTo>
                    <a:pt x="298" y="343"/>
                  </a:lnTo>
                  <a:lnTo>
                    <a:pt x="309" y="341"/>
                  </a:lnTo>
                  <a:lnTo>
                    <a:pt x="320" y="341"/>
                  </a:lnTo>
                  <a:lnTo>
                    <a:pt x="320" y="337"/>
                  </a:lnTo>
                  <a:lnTo>
                    <a:pt x="320" y="337"/>
                  </a:lnTo>
                  <a:lnTo>
                    <a:pt x="329" y="339"/>
                  </a:lnTo>
                  <a:lnTo>
                    <a:pt x="342" y="343"/>
                  </a:lnTo>
                  <a:lnTo>
                    <a:pt x="342" y="343"/>
                  </a:lnTo>
                  <a:lnTo>
                    <a:pt x="342" y="339"/>
                  </a:lnTo>
                  <a:lnTo>
                    <a:pt x="342" y="337"/>
                  </a:lnTo>
                  <a:lnTo>
                    <a:pt x="344" y="337"/>
                  </a:lnTo>
                  <a:lnTo>
                    <a:pt x="349" y="343"/>
                  </a:lnTo>
                  <a:lnTo>
                    <a:pt x="349" y="343"/>
                  </a:lnTo>
                  <a:lnTo>
                    <a:pt x="353" y="343"/>
                  </a:lnTo>
                  <a:lnTo>
                    <a:pt x="357" y="341"/>
                  </a:lnTo>
                  <a:lnTo>
                    <a:pt x="358" y="341"/>
                  </a:lnTo>
                  <a:lnTo>
                    <a:pt x="362" y="341"/>
                  </a:lnTo>
                  <a:lnTo>
                    <a:pt x="364" y="344"/>
                  </a:lnTo>
                  <a:lnTo>
                    <a:pt x="364" y="344"/>
                  </a:lnTo>
                  <a:lnTo>
                    <a:pt x="375" y="346"/>
                  </a:lnTo>
                  <a:lnTo>
                    <a:pt x="384" y="348"/>
                  </a:lnTo>
                  <a:lnTo>
                    <a:pt x="384" y="348"/>
                  </a:lnTo>
                  <a:lnTo>
                    <a:pt x="384" y="341"/>
                  </a:lnTo>
                  <a:lnTo>
                    <a:pt x="384" y="335"/>
                  </a:lnTo>
                  <a:lnTo>
                    <a:pt x="384" y="335"/>
                  </a:lnTo>
                  <a:lnTo>
                    <a:pt x="377" y="335"/>
                  </a:lnTo>
                  <a:lnTo>
                    <a:pt x="371" y="335"/>
                  </a:lnTo>
                  <a:lnTo>
                    <a:pt x="371" y="335"/>
                  </a:lnTo>
                  <a:lnTo>
                    <a:pt x="369" y="330"/>
                  </a:lnTo>
                  <a:lnTo>
                    <a:pt x="366" y="326"/>
                  </a:lnTo>
                  <a:lnTo>
                    <a:pt x="366" y="326"/>
                  </a:lnTo>
                  <a:lnTo>
                    <a:pt x="360" y="324"/>
                  </a:lnTo>
                  <a:lnTo>
                    <a:pt x="355" y="326"/>
                  </a:lnTo>
                  <a:lnTo>
                    <a:pt x="355" y="326"/>
                  </a:lnTo>
                  <a:lnTo>
                    <a:pt x="335" y="313"/>
                  </a:lnTo>
                  <a:lnTo>
                    <a:pt x="335" y="313"/>
                  </a:lnTo>
                  <a:lnTo>
                    <a:pt x="333" y="312"/>
                  </a:lnTo>
                  <a:lnTo>
                    <a:pt x="333" y="308"/>
                  </a:lnTo>
                  <a:lnTo>
                    <a:pt x="333" y="306"/>
                  </a:lnTo>
                  <a:lnTo>
                    <a:pt x="333" y="303"/>
                  </a:lnTo>
                  <a:lnTo>
                    <a:pt x="333" y="303"/>
                  </a:lnTo>
                  <a:lnTo>
                    <a:pt x="348" y="308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1" y="310"/>
                  </a:lnTo>
                  <a:lnTo>
                    <a:pt x="351" y="310"/>
                  </a:lnTo>
                  <a:lnTo>
                    <a:pt x="355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5" y="306"/>
                  </a:lnTo>
                  <a:lnTo>
                    <a:pt x="355" y="304"/>
                  </a:lnTo>
                  <a:lnTo>
                    <a:pt x="358" y="303"/>
                  </a:lnTo>
                  <a:lnTo>
                    <a:pt x="358" y="303"/>
                  </a:lnTo>
                  <a:lnTo>
                    <a:pt x="364" y="310"/>
                  </a:lnTo>
                  <a:lnTo>
                    <a:pt x="364" y="310"/>
                  </a:lnTo>
                  <a:lnTo>
                    <a:pt x="377" y="310"/>
                  </a:lnTo>
                  <a:lnTo>
                    <a:pt x="384" y="310"/>
                  </a:lnTo>
                  <a:lnTo>
                    <a:pt x="389" y="310"/>
                  </a:lnTo>
                  <a:lnTo>
                    <a:pt x="389" y="310"/>
                  </a:lnTo>
                  <a:lnTo>
                    <a:pt x="391" y="315"/>
                  </a:lnTo>
                  <a:lnTo>
                    <a:pt x="391" y="319"/>
                  </a:lnTo>
                  <a:lnTo>
                    <a:pt x="393" y="321"/>
                  </a:lnTo>
                  <a:lnTo>
                    <a:pt x="393" y="321"/>
                  </a:lnTo>
                  <a:lnTo>
                    <a:pt x="397" y="321"/>
                  </a:lnTo>
                  <a:lnTo>
                    <a:pt x="400" y="321"/>
                  </a:lnTo>
                  <a:lnTo>
                    <a:pt x="400" y="321"/>
                  </a:lnTo>
                  <a:lnTo>
                    <a:pt x="386" y="308"/>
                  </a:lnTo>
                  <a:lnTo>
                    <a:pt x="386" y="308"/>
                  </a:lnTo>
                  <a:lnTo>
                    <a:pt x="393" y="304"/>
                  </a:lnTo>
                  <a:lnTo>
                    <a:pt x="395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295"/>
                  </a:lnTo>
                  <a:lnTo>
                    <a:pt x="393" y="295"/>
                  </a:lnTo>
                  <a:lnTo>
                    <a:pt x="395" y="295"/>
                  </a:lnTo>
                  <a:lnTo>
                    <a:pt x="397" y="297"/>
                  </a:lnTo>
                  <a:lnTo>
                    <a:pt x="399" y="297"/>
                  </a:lnTo>
                  <a:lnTo>
                    <a:pt x="400" y="295"/>
                  </a:lnTo>
                  <a:lnTo>
                    <a:pt x="400" y="292"/>
                  </a:lnTo>
                  <a:lnTo>
                    <a:pt x="400" y="292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7" y="281"/>
                  </a:lnTo>
                  <a:lnTo>
                    <a:pt x="393" y="282"/>
                  </a:lnTo>
                  <a:lnTo>
                    <a:pt x="391" y="282"/>
                  </a:lnTo>
                  <a:lnTo>
                    <a:pt x="389" y="286"/>
                  </a:lnTo>
                  <a:lnTo>
                    <a:pt x="364" y="266"/>
                  </a:lnTo>
                  <a:lnTo>
                    <a:pt x="364" y="266"/>
                  </a:lnTo>
                  <a:lnTo>
                    <a:pt x="364" y="264"/>
                  </a:lnTo>
                  <a:lnTo>
                    <a:pt x="364" y="261"/>
                  </a:lnTo>
                  <a:lnTo>
                    <a:pt x="362" y="257"/>
                  </a:lnTo>
                  <a:lnTo>
                    <a:pt x="362" y="255"/>
                  </a:lnTo>
                  <a:lnTo>
                    <a:pt x="362" y="255"/>
                  </a:lnTo>
                  <a:lnTo>
                    <a:pt x="358" y="253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1" y="252"/>
                  </a:lnTo>
                  <a:lnTo>
                    <a:pt x="349" y="248"/>
                  </a:lnTo>
                  <a:lnTo>
                    <a:pt x="349" y="242"/>
                  </a:lnTo>
                  <a:lnTo>
                    <a:pt x="351" y="242"/>
                  </a:lnTo>
                  <a:lnTo>
                    <a:pt x="355" y="242"/>
                  </a:lnTo>
                  <a:lnTo>
                    <a:pt x="355" y="242"/>
                  </a:lnTo>
                  <a:lnTo>
                    <a:pt x="355" y="244"/>
                  </a:lnTo>
                  <a:lnTo>
                    <a:pt x="357" y="246"/>
                  </a:lnTo>
                  <a:lnTo>
                    <a:pt x="358" y="248"/>
                  </a:lnTo>
                  <a:lnTo>
                    <a:pt x="358" y="248"/>
                  </a:lnTo>
                  <a:lnTo>
                    <a:pt x="355" y="235"/>
                  </a:lnTo>
                  <a:lnTo>
                    <a:pt x="355" y="228"/>
                  </a:lnTo>
                  <a:lnTo>
                    <a:pt x="355" y="228"/>
                  </a:lnTo>
                  <a:lnTo>
                    <a:pt x="357" y="228"/>
                  </a:lnTo>
                  <a:lnTo>
                    <a:pt x="357" y="228"/>
                  </a:lnTo>
                  <a:lnTo>
                    <a:pt x="358" y="231"/>
                  </a:lnTo>
                  <a:lnTo>
                    <a:pt x="362" y="237"/>
                  </a:lnTo>
                  <a:lnTo>
                    <a:pt x="362" y="237"/>
                  </a:lnTo>
                  <a:lnTo>
                    <a:pt x="362" y="233"/>
                  </a:lnTo>
                  <a:lnTo>
                    <a:pt x="362" y="230"/>
                  </a:lnTo>
                  <a:lnTo>
                    <a:pt x="362" y="230"/>
                  </a:lnTo>
                  <a:lnTo>
                    <a:pt x="366" y="228"/>
                  </a:lnTo>
                  <a:lnTo>
                    <a:pt x="369" y="226"/>
                  </a:lnTo>
                  <a:lnTo>
                    <a:pt x="369" y="226"/>
                  </a:lnTo>
                  <a:lnTo>
                    <a:pt x="371" y="233"/>
                  </a:lnTo>
                  <a:lnTo>
                    <a:pt x="375" y="241"/>
                  </a:lnTo>
                  <a:lnTo>
                    <a:pt x="380" y="246"/>
                  </a:lnTo>
                  <a:lnTo>
                    <a:pt x="384" y="246"/>
                  </a:lnTo>
                  <a:lnTo>
                    <a:pt x="389" y="248"/>
                  </a:lnTo>
                  <a:lnTo>
                    <a:pt x="389" y="248"/>
                  </a:lnTo>
                  <a:lnTo>
                    <a:pt x="391" y="246"/>
                  </a:lnTo>
                  <a:lnTo>
                    <a:pt x="393" y="244"/>
                  </a:lnTo>
                  <a:lnTo>
                    <a:pt x="397" y="244"/>
                  </a:lnTo>
                  <a:lnTo>
                    <a:pt x="391" y="252"/>
                  </a:lnTo>
                  <a:lnTo>
                    <a:pt x="391" y="252"/>
                  </a:lnTo>
                  <a:lnTo>
                    <a:pt x="397" y="253"/>
                  </a:lnTo>
                  <a:lnTo>
                    <a:pt x="404" y="255"/>
                  </a:lnTo>
                  <a:lnTo>
                    <a:pt x="404" y="255"/>
                  </a:lnTo>
                  <a:lnTo>
                    <a:pt x="402" y="257"/>
                  </a:lnTo>
                  <a:lnTo>
                    <a:pt x="402" y="259"/>
                  </a:lnTo>
                  <a:lnTo>
                    <a:pt x="402" y="262"/>
                  </a:lnTo>
                  <a:lnTo>
                    <a:pt x="404" y="262"/>
                  </a:lnTo>
                  <a:lnTo>
                    <a:pt x="404" y="262"/>
                  </a:lnTo>
                  <a:lnTo>
                    <a:pt x="408" y="261"/>
                  </a:lnTo>
                  <a:lnTo>
                    <a:pt x="413" y="259"/>
                  </a:lnTo>
                  <a:lnTo>
                    <a:pt x="413" y="259"/>
                  </a:lnTo>
                  <a:lnTo>
                    <a:pt x="408" y="262"/>
                  </a:lnTo>
                  <a:lnTo>
                    <a:pt x="408" y="264"/>
                  </a:lnTo>
                  <a:lnTo>
                    <a:pt x="408" y="266"/>
                  </a:lnTo>
                  <a:lnTo>
                    <a:pt x="409" y="268"/>
                  </a:lnTo>
                  <a:lnTo>
                    <a:pt x="419" y="272"/>
                  </a:lnTo>
                  <a:lnTo>
                    <a:pt x="428" y="273"/>
                  </a:lnTo>
                  <a:lnTo>
                    <a:pt x="428" y="273"/>
                  </a:lnTo>
                  <a:lnTo>
                    <a:pt x="428" y="262"/>
                  </a:lnTo>
                  <a:lnTo>
                    <a:pt x="428" y="257"/>
                  </a:lnTo>
                  <a:lnTo>
                    <a:pt x="426" y="250"/>
                  </a:lnTo>
                  <a:lnTo>
                    <a:pt x="426" y="250"/>
                  </a:lnTo>
                  <a:lnTo>
                    <a:pt x="428" y="252"/>
                  </a:lnTo>
                  <a:lnTo>
                    <a:pt x="428" y="255"/>
                  </a:lnTo>
                  <a:lnTo>
                    <a:pt x="428" y="255"/>
                  </a:lnTo>
                  <a:lnTo>
                    <a:pt x="433" y="253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37" y="250"/>
                  </a:lnTo>
                  <a:lnTo>
                    <a:pt x="437" y="246"/>
                  </a:lnTo>
                  <a:lnTo>
                    <a:pt x="440" y="235"/>
                  </a:lnTo>
                  <a:lnTo>
                    <a:pt x="440" y="23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7" name="Freeform 380">
              <a:extLst>
                <a:ext uri="{FF2B5EF4-FFF2-40B4-BE49-F238E27FC236}">
                  <a16:creationId xmlns:a16="http://schemas.microsoft.com/office/drawing/2014/main" id="{036DEC98-9CFB-442C-9ECB-58510F8A9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280" y="1576729"/>
              <a:ext cx="10382" cy="5932"/>
            </a:xfrm>
            <a:custGeom>
              <a:avLst/>
              <a:gdLst>
                <a:gd name="T0" fmla="*/ 4 w 7"/>
                <a:gd name="T1" fmla="*/ 0 h 4"/>
                <a:gd name="T2" fmla="*/ 4 w 7"/>
                <a:gd name="T3" fmla="*/ 0 h 4"/>
                <a:gd name="T4" fmla="*/ 7 w 7"/>
                <a:gd name="T5" fmla="*/ 0 h 4"/>
                <a:gd name="T6" fmla="*/ 7 w 7"/>
                <a:gd name="T7" fmla="*/ 2 h 4"/>
                <a:gd name="T8" fmla="*/ 6 w 7"/>
                <a:gd name="T9" fmla="*/ 4 h 4"/>
                <a:gd name="T10" fmla="*/ 6 w 7"/>
                <a:gd name="T11" fmla="*/ 4 h 4"/>
                <a:gd name="T12" fmla="*/ 0 w 7"/>
                <a:gd name="T13" fmla="*/ 2 h 4"/>
                <a:gd name="T14" fmla="*/ 0 w 7"/>
                <a:gd name="T15" fmla="*/ 0 h 4"/>
                <a:gd name="T16" fmla="*/ 4 w 7"/>
                <a:gd name="T17" fmla="*/ 0 h 4"/>
                <a:gd name="T18" fmla="*/ 4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8" name="Freeform 381">
              <a:extLst>
                <a:ext uri="{FF2B5EF4-FFF2-40B4-BE49-F238E27FC236}">
                  <a16:creationId xmlns:a16="http://schemas.microsoft.com/office/drawing/2014/main" id="{C2FAC4A1-EAE8-45A8-82E3-9DD673B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784" y="2565893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4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9" name="Freeform 382">
              <a:extLst>
                <a:ext uri="{FF2B5EF4-FFF2-40B4-BE49-F238E27FC236}">
                  <a16:creationId xmlns:a16="http://schemas.microsoft.com/office/drawing/2014/main" id="{9FD2F704-EDD8-4BDB-BCA3-2BBDDA5F5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099" y="2681567"/>
              <a:ext cx="5932" cy="11864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0 h 8"/>
                <a:gd name="T4" fmla="*/ 4 w 4"/>
                <a:gd name="T5" fmla="*/ 8 h 8"/>
                <a:gd name="T6" fmla="*/ 4 w 4"/>
                <a:gd name="T7" fmla="*/ 8 h 8"/>
                <a:gd name="T8" fmla="*/ 0 w 4"/>
                <a:gd name="T9" fmla="*/ 8 h 8"/>
                <a:gd name="T10" fmla="*/ 0 w 4"/>
                <a:gd name="T11" fmla="*/ 6 h 8"/>
                <a:gd name="T12" fmla="*/ 0 w 4"/>
                <a:gd name="T13" fmla="*/ 2 h 8"/>
                <a:gd name="T14" fmla="*/ 4 w 4"/>
                <a:gd name="T15" fmla="*/ 0 h 8"/>
                <a:gd name="T16" fmla="*/ 4 w 4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0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0" name="Freeform 383">
              <a:extLst>
                <a:ext uri="{FF2B5EF4-FFF2-40B4-BE49-F238E27FC236}">
                  <a16:creationId xmlns:a16="http://schemas.microsoft.com/office/drawing/2014/main" id="{3A81754E-F64E-46CD-A664-13AAB33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0" y="2660805"/>
              <a:ext cx="2966" cy="7415"/>
            </a:xfrm>
            <a:custGeom>
              <a:avLst/>
              <a:gdLst>
                <a:gd name="T0" fmla="*/ 0 w 2"/>
                <a:gd name="T1" fmla="*/ 0 h 5"/>
                <a:gd name="T2" fmla="*/ 2 w 2"/>
                <a:gd name="T3" fmla="*/ 5 h 5"/>
                <a:gd name="T4" fmla="*/ 2 w 2"/>
                <a:gd name="T5" fmla="*/ 5 h 5"/>
                <a:gd name="T6" fmla="*/ 2 w 2"/>
                <a:gd name="T7" fmla="*/ 0 h 5"/>
                <a:gd name="T8" fmla="*/ 2 w 2"/>
                <a:gd name="T9" fmla="*/ 0 h 5"/>
                <a:gd name="T10" fmla="*/ 0 w 2"/>
                <a:gd name="T11" fmla="*/ 0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1" name="Freeform 384">
              <a:extLst>
                <a:ext uri="{FF2B5EF4-FFF2-40B4-BE49-F238E27FC236}">
                  <a16:creationId xmlns:a16="http://schemas.microsoft.com/office/drawing/2014/main" id="{817D797D-DEBA-4FB3-B4A6-AA4187AB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979" y="2648941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2 w 4"/>
                <a:gd name="T9" fmla="*/ 6 h 6"/>
                <a:gd name="T10" fmla="*/ 2 w 4"/>
                <a:gd name="T11" fmla="*/ 6 h 6"/>
                <a:gd name="T12" fmla="*/ 0 w 4"/>
                <a:gd name="T13" fmla="*/ 0 h 6"/>
                <a:gd name="T14" fmla="*/ 2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2" name="Freeform 385">
              <a:extLst>
                <a:ext uri="{FF2B5EF4-FFF2-40B4-BE49-F238E27FC236}">
                  <a16:creationId xmlns:a16="http://schemas.microsoft.com/office/drawing/2014/main" id="{3403C733-BBD7-463B-9626-595D9873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2648941"/>
              <a:ext cx="13348" cy="11864"/>
            </a:xfrm>
            <a:custGeom>
              <a:avLst/>
              <a:gdLst>
                <a:gd name="T0" fmla="*/ 2 w 9"/>
                <a:gd name="T1" fmla="*/ 0 h 8"/>
                <a:gd name="T2" fmla="*/ 2 w 9"/>
                <a:gd name="T3" fmla="*/ 0 h 8"/>
                <a:gd name="T4" fmla="*/ 6 w 9"/>
                <a:gd name="T5" fmla="*/ 2 h 8"/>
                <a:gd name="T6" fmla="*/ 9 w 9"/>
                <a:gd name="T7" fmla="*/ 4 h 8"/>
                <a:gd name="T8" fmla="*/ 7 w 9"/>
                <a:gd name="T9" fmla="*/ 8 h 8"/>
                <a:gd name="T10" fmla="*/ 2 w 9"/>
                <a:gd name="T11" fmla="*/ 8 h 8"/>
                <a:gd name="T12" fmla="*/ 2 w 9"/>
                <a:gd name="T13" fmla="*/ 8 h 8"/>
                <a:gd name="T14" fmla="*/ 0 w 9"/>
                <a:gd name="T15" fmla="*/ 4 h 8"/>
                <a:gd name="T16" fmla="*/ 0 w 9"/>
                <a:gd name="T17" fmla="*/ 0 h 8"/>
                <a:gd name="T18" fmla="*/ 2 w 9"/>
                <a:gd name="T19" fmla="*/ 0 h 8"/>
                <a:gd name="T20" fmla="*/ 2 w 9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8">
                  <a:moveTo>
                    <a:pt x="2" y="0"/>
                  </a:moveTo>
                  <a:lnTo>
                    <a:pt x="2" y="0"/>
                  </a:lnTo>
                  <a:lnTo>
                    <a:pt x="6" y="2"/>
                  </a:lnTo>
                  <a:lnTo>
                    <a:pt x="9" y="4"/>
                  </a:lnTo>
                  <a:lnTo>
                    <a:pt x="7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3" name="Freeform 386">
              <a:extLst>
                <a:ext uri="{FF2B5EF4-FFF2-40B4-BE49-F238E27FC236}">
                  <a16:creationId xmlns:a16="http://schemas.microsoft.com/office/drawing/2014/main" id="{2288A4F1-F0AA-4CA0-8D9C-2C1899CC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051" y="2638560"/>
              <a:ext cx="29660" cy="10381"/>
            </a:xfrm>
            <a:custGeom>
              <a:avLst/>
              <a:gdLst>
                <a:gd name="T0" fmla="*/ 0 w 20"/>
                <a:gd name="T1" fmla="*/ 0 h 7"/>
                <a:gd name="T2" fmla="*/ 0 w 20"/>
                <a:gd name="T3" fmla="*/ 0 h 7"/>
                <a:gd name="T4" fmla="*/ 5 w 20"/>
                <a:gd name="T5" fmla="*/ 4 h 7"/>
                <a:gd name="T6" fmla="*/ 11 w 20"/>
                <a:gd name="T7" fmla="*/ 7 h 7"/>
                <a:gd name="T8" fmla="*/ 11 w 20"/>
                <a:gd name="T9" fmla="*/ 7 h 7"/>
                <a:gd name="T10" fmla="*/ 18 w 20"/>
                <a:gd name="T11" fmla="*/ 7 h 7"/>
                <a:gd name="T12" fmla="*/ 20 w 20"/>
                <a:gd name="T13" fmla="*/ 6 h 7"/>
                <a:gd name="T14" fmla="*/ 20 w 20"/>
                <a:gd name="T15" fmla="*/ 6 h 7"/>
                <a:gd name="T16" fmla="*/ 16 w 20"/>
                <a:gd name="T17" fmla="*/ 2 h 7"/>
                <a:gd name="T18" fmla="*/ 11 w 20"/>
                <a:gd name="T19" fmla="*/ 0 h 7"/>
                <a:gd name="T20" fmla="*/ 11 w 20"/>
                <a:gd name="T21" fmla="*/ 0 h 7"/>
                <a:gd name="T22" fmla="*/ 5 w 20"/>
                <a:gd name="T23" fmla="*/ 0 h 7"/>
                <a:gd name="T24" fmla="*/ 0 w 20"/>
                <a:gd name="T25" fmla="*/ 0 h 7"/>
                <a:gd name="T26" fmla="*/ 0 w 20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8" y="7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6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4" name="Freeform 387">
              <a:extLst>
                <a:ext uri="{FF2B5EF4-FFF2-40B4-BE49-F238E27FC236}">
                  <a16:creationId xmlns:a16="http://schemas.microsoft.com/office/drawing/2014/main" id="{2AD44E9C-0A59-4298-A713-268274F6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85" y="2622247"/>
              <a:ext cx="35592" cy="29660"/>
            </a:xfrm>
            <a:custGeom>
              <a:avLst/>
              <a:gdLst>
                <a:gd name="T0" fmla="*/ 20 w 24"/>
                <a:gd name="T1" fmla="*/ 0 h 20"/>
                <a:gd name="T2" fmla="*/ 20 w 24"/>
                <a:gd name="T3" fmla="*/ 0 h 20"/>
                <a:gd name="T4" fmla="*/ 15 w 24"/>
                <a:gd name="T5" fmla="*/ 4 h 20"/>
                <a:gd name="T6" fmla="*/ 9 w 24"/>
                <a:gd name="T7" fmla="*/ 6 h 20"/>
                <a:gd name="T8" fmla="*/ 9 w 24"/>
                <a:gd name="T9" fmla="*/ 6 h 20"/>
                <a:gd name="T10" fmla="*/ 9 w 24"/>
                <a:gd name="T11" fmla="*/ 11 h 20"/>
                <a:gd name="T12" fmla="*/ 9 w 24"/>
                <a:gd name="T13" fmla="*/ 15 h 20"/>
                <a:gd name="T14" fmla="*/ 8 w 24"/>
                <a:gd name="T15" fmla="*/ 15 h 20"/>
                <a:gd name="T16" fmla="*/ 8 w 24"/>
                <a:gd name="T17" fmla="*/ 15 h 20"/>
                <a:gd name="T18" fmla="*/ 0 w 24"/>
                <a:gd name="T19" fmla="*/ 20 h 20"/>
                <a:gd name="T20" fmla="*/ 4 w 24"/>
                <a:gd name="T21" fmla="*/ 20 h 20"/>
                <a:gd name="T22" fmla="*/ 17 w 24"/>
                <a:gd name="T23" fmla="*/ 18 h 20"/>
                <a:gd name="T24" fmla="*/ 20 w 24"/>
                <a:gd name="T25" fmla="*/ 11 h 20"/>
                <a:gd name="T26" fmla="*/ 24 w 24"/>
                <a:gd name="T27" fmla="*/ 11 h 20"/>
                <a:gd name="T28" fmla="*/ 24 w 24"/>
                <a:gd name="T29" fmla="*/ 11 h 20"/>
                <a:gd name="T30" fmla="*/ 24 w 24"/>
                <a:gd name="T31" fmla="*/ 9 h 20"/>
                <a:gd name="T32" fmla="*/ 22 w 24"/>
                <a:gd name="T33" fmla="*/ 7 h 20"/>
                <a:gd name="T34" fmla="*/ 20 w 24"/>
                <a:gd name="T35" fmla="*/ 7 h 20"/>
                <a:gd name="T36" fmla="*/ 20 w 24"/>
                <a:gd name="T37" fmla="*/ 7 h 20"/>
                <a:gd name="T38" fmla="*/ 22 w 24"/>
                <a:gd name="T39" fmla="*/ 7 h 20"/>
                <a:gd name="T40" fmla="*/ 24 w 24"/>
                <a:gd name="T41" fmla="*/ 6 h 20"/>
                <a:gd name="T42" fmla="*/ 22 w 24"/>
                <a:gd name="T43" fmla="*/ 2 h 20"/>
                <a:gd name="T44" fmla="*/ 20 w 24"/>
                <a:gd name="T45" fmla="*/ 0 h 20"/>
                <a:gd name="T46" fmla="*/ 20 w 24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" h="20">
                  <a:moveTo>
                    <a:pt x="20" y="0"/>
                  </a:moveTo>
                  <a:lnTo>
                    <a:pt x="20" y="0"/>
                  </a:lnTo>
                  <a:lnTo>
                    <a:pt x="15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17" y="18"/>
                  </a:lnTo>
                  <a:lnTo>
                    <a:pt x="20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5" name="Freeform 388">
              <a:extLst>
                <a:ext uri="{FF2B5EF4-FFF2-40B4-BE49-F238E27FC236}">
                  <a16:creationId xmlns:a16="http://schemas.microsoft.com/office/drawing/2014/main" id="{2983C475-6891-46B1-BD0B-C85401AA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371" y="2611866"/>
              <a:ext cx="19280" cy="10381"/>
            </a:xfrm>
            <a:custGeom>
              <a:avLst/>
              <a:gdLst>
                <a:gd name="T0" fmla="*/ 7 w 13"/>
                <a:gd name="T1" fmla="*/ 0 h 7"/>
                <a:gd name="T2" fmla="*/ 7 w 13"/>
                <a:gd name="T3" fmla="*/ 0 h 7"/>
                <a:gd name="T4" fmla="*/ 11 w 13"/>
                <a:gd name="T5" fmla="*/ 2 h 7"/>
                <a:gd name="T6" fmla="*/ 13 w 13"/>
                <a:gd name="T7" fmla="*/ 4 h 7"/>
                <a:gd name="T8" fmla="*/ 11 w 13"/>
                <a:gd name="T9" fmla="*/ 7 h 7"/>
                <a:gd name="T10" fmla="*/ 11 w 13"/>
                <a:gd name="T11" fmla="*/ 7 h 7"/>
                <a:gd name="T12" fmla="*/ 2 w 13"/>
                <a:gd name="T13" fmla="*/ 5 h 7"/>
                <a:gd name="T14" fmla="*/ 0 w 13"/>
                <a:gd name="T15" fmla="*/ 5 h 7"/>
                <a:gd name="T16" fmla="*/ 3 w 13"/>
                <a:gd name="T17" fmla="*/ 4 h 7"/>
                <a:gd name="T18" fmla="*/ 3 w 13"/>
                <a:gd name="T19" fmla="*/ 4 h 7"/>
                <a:gd name="T20" fmla="*/ 5 w 13"/>
                <a:gd name="T21" fmla="*/ 2 h 7"/>
                <a:gd name="T22" fmla="*/ 7 w 13"/>
                <a:gd name="T23" fmla="*/ 0 h 7"/>
                <a:gd name="T24" fmla="*/ 7 w 13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6" name="Freeform 389">
              <a:extLst>
                <a:ext uri="{FF2B5EF4-FFF2-40B4-BE49-F238E27FC236}">
                  <a16:creationId xmlns:a16="http://schemas.microsoft.com/office/drawing/2014/main" id="{F3CA871E-AF44-417D-B4AE-864C8C55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503" y="2598519"/>
              <a:ext cx="50422" cy="34110"/>
            </a:xfrm>
            <a:custGeom>
              <a:avLst/>
              <a:gdLst>
                <a:gd name="T0" fmla="*/ 5 w 34"/>
                <a:gd name="T1" fmla="*/ 0 h 23"/>
                <a:gd name="T2" fmla="*/ 5 w 34"/>
                <a:gd name="T3" fmla="*/ 5 h 23"/>
                <a:gd name="T4" fmla="*/ 5 w 34"/>
                <a:gd name="T5" fmla="*/ 5 h 23"/>
                <a:gd name="T6" fmla="*/ 3 w 34"/>
                <a:gd name="T7" fmla="*/ 3 h 23"/>
                <a:gd name="T8" fmla="*/ 3 w 34"/>
                <a:gd name="T9" fmla="*/ 5 h 23"/>
                <a:gd name="T10" fmla="*/ 3 w 34"/>
                <a:gd name="T11" fmla="*/ 7 h 23"/>
                <a:gd name="T12" fmla="*/ 3 w 34"/>
                <a:gd name="T13" fmla="*/ 7 h 23"/>
                <a:gd name="T14" fmla="*/ 0 w 34"/>
                <a:gd name="T15" fmla="*/ 7 h 23"/>
                <a:gd name="T16" fmla="*/ 1 w 34"/>
                <a:gd name="T17" fmla="*/ 9 h 23"/>
                <a:gd name="T18" fmla="*/ 5 w 34"/>
                <a:gd name="T19" fmla="*/ 14 h 23"/>
                <a:gd name="T20" fmla="*/ 7 w 34"/>
                <a:gd name="T21" fmla="*/ 16 h 23"/>
                <a:gd name="T22" fmla="*/ 7 w 34"/>
                <a:gd name="T23" fmla="*/ 16 h 23"/>
                <a:gd name="T24" fmla="*/ 12 w 34"/>
                <a:gd name="T25" fmla="*/ 18 h 23"/>
                <a:gd name="T26" fmla="*/ 18 w 34"/>
                <a:gd name="T27" fmla="*/ 18 h 23"/>
                <a:gd name="T28" fmla="*/ 23 w 34"/>
                <a:gd name="T29" fmla="*/ 16 h 23"/>
                <a:gd name="T30" fmla="*/ 27 w 34"/>
                <a:gd name="T31" fmla="*/ 16 h 23"/>
                <a:gd name="T32" fmla="*/ 27 w 34"/>
                <a:gd name="T33" fmla="*/ 16 h 23"/>
                <a:gd name="T34" fmla="*/ 27 w 34"/>
                <a:gd name="T35" fmla="*/ 23 h 23"/>
                <a:gd name="T36" fmla="*/ 27 w 34"/>
                <a:gd name="T37" fmla="*/ 23 h 23"/>
                <a:gd name="T38" fmla="*/ 31 w 34"/>
                <a:gd name="T39" fmla="*/ 23 h 23"/>
                <a:gd name="T40" fmla="*/ 34 w 34"/>
                <a:gd name="T41" fmla="*/ 23 h 23"/>
                <a:gd name="T42" fmla="*/ 34 w 34"/>
                <a:gd name="T43" fmla="*/ 23 h 23"/>
                <a:gd name="T44" fmla="*/ 32 w 34"/>
                <a:gd name="T45" fmla="*/ 20 h 23"/>
                <a:gd name="T46" fmla="*/ 32 w 34"/>
                <a:gd name="T47" fmla="*/ 14 h 23"/>
                <a:gd name="T48" fmla="*/ 32 w 34"/>
                <a:gd name="T49" fmla="*/ 14 h 23"/>
                <a:gd name="T50" fmla="*/ 20 w 34"/>
                <a:gd name="T51" fmla="*/ 14 h 23"/>
                <a:gd name="T52" fmla="*/ 12 w 34"/>
                <a:gd name="T53" fmla="*/ 13 h 23"/>
                <a:gd name="T54" fmla="*/ 9 w 34"/>
                <a:gd name="T55" fmla="*/ 11 h 23"/>
                <a:gd name="T56" fmla="*/ 7 w 34"/>
                <a:gd name="T57" fmla="*/ 9 h 23"/>
                <a:gd name="T58" fmla="*/ 5 w 34"/>
                <a:gd name="T59" fmla="*/ 0 h 23"/>
                <a:gd name="T60" fmla="*/ 5 w 34"/>
                <a:gd name="T6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3">
                  <a:moveTo>
                    <a:pt x="5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5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3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4" y="23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20" y="14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7" name="Freeform 390">
              <a:extLst>
                <a:ext uri="{FF2B5EF4-FFF2-40B4-BE49-F238E27FC236}">
                  <a16:creationId xmlns:a16="http://schemas.microsoft.com/office/drawing/2014/main" id="{95B34F76-612D-408D-B34C-A8C7E952A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205" y="2595553"/>
              <a:ext cx="43008" cy="56354"/>
            </a:xfrm>
            <a:custGeom>
              <a:avLst/>
              <a:gdLst>
                <a:gd name="T0" fmla="*/ 27 w 29"/>
                <a:gd name="T1" fmla="*/ 0 h 38"/>
                <a:gd name="T2" fmla="*/ 22 w 29"/>
                <a:gd name="T3" fmla="*/ 4 h 38"/>
                <a:gd name="T4" fmla="*/ 22 w 29"/>
                <a:gd name="T5" fmla="*/ 4 h 38"/>
                <a:gd name="T6" fmla="*/ 18 w 29"/>
                <a:gd name="T7" fmla="*/ 5 h 38"/>
                <a:gd name="T8" fmla="*/ 16 w 29"/>
                <a:gd name="T9" fmla="*/ 4 h 38"/>
                <a:gd name="T10" fmla="*/ 11 w 29"/>
                <a:gd name="T11" fmla="*/ 2 h 38"/>
                <a:gd name="T12" fmla="*/ 11 w 29"/>
                <a:gd name="T13" fmla="*/ 2 h 38"/>
                <a:gd name="T14" fmla="*/ 6 w 29"/>
                <a:gd name="T15" fmla="*/ 16 h 38"/>
                <a:gd name="T16" fmla="*/ 0 w 29"/>
                <a:gd name="T17" fmla="*/ 36 h 38"/>
                <a:gd name="T18" fmla="*/ 9 w 29"/>
                <a:gd name="T19" fmla="*/ 38 h 38"/>
                <a:gd name="T20" fmla="*/ 9 w 29"/>
                <a:gd name="T21" fmla="*/ 38 h 38"/>
                <a:gd name="T22" fmla="*/ 7 w 29"/>
                <a:gd name="T23" fmla="*/ 33 h 38"/>
                <a:gd name="T24" fmla="*/ 7 w 29"/>
                <a:gd name="T25" fmla="*/ 31 h 38"/>
                <a:gd name="T26" fmla="*/ 7 w 29"/>
                <a:gd name="T27" fmla="*/ 25 h 38"/>
                <a:gd name="T28" fmla="*/ 7 w 29"/>
                <a:gd name="T29" fmla="*/ 25 h 38"/>
                <a:gd name="T30" fmla="*/ 11 w 29"/>
                <a:gd name="T31" fmla="*/ 24 h 38"/>
                <a:gd name="T32" fmla="*/ 15 w 29"/>
                <a:gd name="T33" fmla="*/ 22 h 38"/>
                <a:gd name="T34" fmla="*/ 15 w 29"/>
                <a:gd name="T35" fmla="*/ 22 h 38"/>
                <a:gd name="T36" fmla="*/ 13 w 29"/>
                <a:gd name="T37" fmla="*/ 16 h 38"/>
                <a:gd name="T38" fmla="*/ 13 w 29"/>
                <a:gd name="T39" fmla="*/ 13 h 38"/>
                <a:gd name="T40" fmla="*/ 15 w 29"/>
                <a:gd name="T41" fmla="*/ 9 h 38"/>
                <a:gd name="T42" fmla="*/ 15 w 29"/>
                <a:gd name="T43" fmla="*/ 9 h 38"/>
                <a:gd name="T44" fmla="*/ 24 w 29"/>
                <a:gd name="T45" fmla="*/ 4 h 38"/>
                <a:gd name="T46" fmla="*/ 29 w 29"/>
                <a:gd name="T47" fmla="*/ 0 h 38"/>
                <a:gd name="T48" fmla="*/ 29 w 29"/>
                <a:gd name="T49" fmla="*/ 0 h 38"/>
                <a:gd name="T50" fmla="*/ 27 w 29"/>
                <a:gd name="T51" fmla="*/ 0 h 38"/>
                <a:gd name="T52" fmla="*/ 27 w 29"/>
                <a:gd name="T5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8">
                  <a:moveTo>
                    <a:pt x="27" y="0"/>
                  </a:moveTo>
                  <a:lnTo>
                    <a:pt x="22" y="4"/>
                  </a:lnTo>
                  <a:lnTo>
                    <a:pt x="22" y="4"/>
                  </a:lnTo>
                  <a:lnTo>
                    <a:pt x="18" y="5"/>
                  </a:lnTo>
                  <a:lnTo>
                    <a:pt x="16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6" y="16"/>
                  </a:lnTo>
                  <a:lnTo>
                    <a:pt x="0" y="36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11" y="24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3" y="16"/>
                  </a:lnTo>
                  <a:lnTo>
                    <a:pt x="13" y="13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24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8" name="Freeform 391">
              <a:extLst>
                <a:ext uri="{FF2B5EF4-FFF2-40B4-BE49-F238E27FC236}">
                  <a16:creationId xmlns:a16="http://schemas.microsoft.com/office/drawing/2014/main" id="{07E733F2-F80C-4CAD-A90F-1916333B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124" y="2589621"/>
              <a:ext cx="7415" cy="16314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2 w 5"/>
                <a:gd name="T5" fmla="*/ 11 h 11"/>
                <a:gd name="T6" fmla="*/ 2 w 5"/>
                <a:gd name="T7" fmla="*/ 11 h 11"/>
                <a:gd name="T8" fmla="*/ 4 w 5"/>
                <a:gd name="T9" fmla="*/ 9 h 11"/>
                <a:gd name="T10" fmla="*/ 5 w 5"/>
                <a:gd name="T11" fmla="*/ 8 h 11"/>
                <a:gd name="T12" fmla="*/ 4 w 5"/>
                <a:gd name="T13" fmla="*/ 4 h 11"/>
                <a:gd name="T14" fmla="*/ 0 w 5"/>
                <a:gd name="T15" fmla="*/ 0 h 11"/>
                <a:gd name="T16" fmla="*/ 0 w 5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5" y="8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9" name="Freeform 392">
              <a:extLst>
                <a:ext uri="{FF2B5EF4-FFF2-40B4-BE49-F238E27FC236}">
                  <a16:creationId xmlns:a16="http://schemas.microsoft.com/office/drawing/2014/main" id="{F3C729EA-FCE2-48F7-9DE6-64367848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23" y="2568859"/>
              <a:ext cx="7415" cy="10381"/>
            </a:xfrm>
            <a:custGeom>
              <a:avLst/>
              <a:gdLst>
                <a:gd name="T0" fmla="*/ 3 w 5"/>
                <a:gd name="T1" fmla="*/ 0 h 7"/>
                <a:gd name="T2" fmla="*/ 3 w 5"/>
                <a:gd name="T3" fmla="*/ 0 h 7"/>
                <a:gd name="T4" fmla="*/ 2 w 5"/>
                <a:gd name="T5" fmla="*/ 5 h 7"/>
                <a:gd name="T6" fmla="*/ 0 w 5"/>
                <a:gd name="T7" fmla="*/ 7 h 7"/>
                <a:gd name="T8" fmla="*/ 2 w 5"/>
                <a:gd name="T9" fmla="*/ 7 h 7"/>
                <a:gd name="T10" fmla="*/ 2 w 5"/>
                <a:gd name="T11" fmla="*/ 7 h 7"/>
                <a:gd name="T12" fmla="*/ 5 w 5"/>
                <a:gd name="T13" fmla="*/ 3 h 7"/>
                <a:gd name="T14" fmla="*/ 5 w 5"/>
                <a:gd name="T15" fmla="*/ 0 h 7"/>
                <a:gd name="T16" fmla="*/ 3 w 5"/>
                <a:gd name="T17" fmla="*/ 0 h 7"/>
                <a:gd name="T18" fmla="*/ 3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lnTo>
                    <a:pt x="3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0" name="Freeform 393">
              <a:extLst>
                <a:ext uri="{FF2B5EF4-FFF2-40B4-BE49-F238E27FC236}">
                  <a16:creationId xmlns:a16="http://schemas.microsoft.com/office/drawing/2014/main" id="{955DEB96-6F53-4BDF-962F-A0AD589F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537" y="2493225"/>
              <a:ext cx="62286" cy="34110"/>
            </a:xfrm>
            <a:custGeom>
              <a:avLst/>
              <a:gdLst>
                <a:gd name="T0" fmla="*/ 0 w 42"/>
                <a:gd name="T1" fmla="*/ 0 h 23"/>
                <a:gd name="T2" fmla="*/ 0 w 42"/>
                <a:gd name="T3" fmla="*/ 5 h 23"/>
                <a:gd name="T4" fmla="*/ 0 w 42"/>
                <a:gd name="T5" fmla="*/ 5 h 23"/>
                <a:gd name="T6" fmla="*/ 16 w 42"/>
                <a:gd name="T7" fmla="*/ 14 h 23"/>
                <a:gd name="T8" fmla="*/ 24 w 42"/>
                <a:gd name="T9" fmla="*/ 20 h 23"/>
                <a:gd name="T10" fmla="*/ 34 w 42"/>
                <a:gd name="T11" fmla="*/ 22 h 23"/>
                <a:gd name="T12" fmla="*/ 34 w 42"/>
                <a:gd name="T13" fmla="*/ 22 h 23"/>
                <a:gd name="T14" fmla="*/ 40 w 42"/>
                <a:gd name="T15" fmla="*/ 23 h 23"/>
                <a:gd name="T16" fmla="*/ 42 w 42"/>
                <a:gd name="T17" fmla="*/ 23 h 23"/>
                <a:gd name="T18" fmla="*/ 38 w 42"/>
                <a:gd name="T19" fmla="*/ 20 h 23"/>
                <a:gd name="T20" fmla="*/ 38 w 42"/>
                <a:gd name="T21" fmla="*/ 20 h 23"/>
                <a:gd name="T22" fmla="*/ 29 w 42"/>
                <a:gd name="T23" fmla="*/ 13 h 23"/>
                <a:gd name="T24" fmla="*/ 22 w 42"/>
                <a:gd name="T25" fmla="*/ 7 h 23"/>
                <a:gd name="T26" fmla="*/ 13 w 42"/>
                <a:gd name="T27" fmla="*/ 3 h 23"/>
                <a:gd name="T28" fmla="*/ 0 w 42"/>
                <a:gd name="T29" fmla="*/ 0 h 23"/>
                <a:gd name="T30" fmla="*/ 0 w 42"/>
                <a:gd name="T3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23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6" y="14"/>
                  </a:lnTo>
                  <a:lnTo>
                    <a:pt x="24" y="2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29" y="13"/>
                  </a:lnTo>
                  <a:lnTo>
                    <a:pt x="22" y="7"/>
                  </a:lnTo>
                  <a:lnTo>
                    <a:pt x="1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1" name="Freeform 394">
              <a:extLst>
                <a:ext uri="{FF2B5EF4-FFF2-40B4-BE49-F238E27FC236}">
                  <a16:creationId xmlns:a16="http://schemas.microsoft.com/office/drawing/2014/main" id="{7CC709EE-7614-4EF6-867F-9D58AAEA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2493225"/>
              <a:ext cx="8898" cy="16314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0 h 11"/>
                <a:gd name="T4" fmla="*/ 2 w 6"/>
                <a:gd name="T5" fmla="*/ 7 h 11"/>
                <a:gd name="T6" fmla="*/ 2 w 6"/>
                <a:gd name="T7" fmla="*/ 7 h 11"/>
                <a:gd name="T8" fmla="*/ 6 w 6"/>
                <a:gd name="T9" fmla="*/ 11 h 11"/>
                <a:gd name="T10" fmla="*/ 6 w 6"/>
                <a:gd name="T11" fmla="*/ 9 h 11"/>
                <a:gd name="T12" fmla="*/ 0 w 6"/>
                <a:gd name="T13" fmla="*/ 0 h 11"/>
                <a:gd name="T14" fmla="*/ 0 w 6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11"/>
                  </a:lnTo>
                  <a:lnTo>
                    <a:pt x="6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2" name="Freeform 395">
              <a:extLst>
                <a:ext uri="{FF2B5EF4-FFF2-40B4-BE49-F238E27FC236}">
                  <a16:creationId xmlns:a16="http://schemas.microsoft.com/office/drawing/2014/main" id="{6B546996-7832-41E2-93B8-8AB9DDCA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31" y="2473947"/>
              <a:ext cx="29660" cy="29660"/>
            </a:xfrm>
            <a:custGeom>
              <a:avLst/>
              <a:gdLst>
                <a:gd name="T0" fmla="*/ 7 w 20"/>
                <a:gd name="T1" fmla="*/ 0 h 20"/>
                <a:gd name="T2" fmla="*/ 7 w 20"/>
                <a:gd name="T3" fmla="*/ 0 h 20"/>
                <a:gd name="T4" fmla="*/ 18 w 20"/>
                <a:gd name="T5" fmla="*/ 13 h 20"/>
                <a:gd name="T6" fmla="*/ 20 w 20"/>
                <a:gd name="T7" fmla="*/ 15 h 20"/>
                <a:gd name="T8" fmla="*/ 20 w 20"/>
                <a:gd name="T9" fmla="*/ 18 h 20"/>
                <a:gd name="T10" fmla="*/ 18 w 20"/>
                <a:gd name="T11" fmla="*/ 20 h 20"/>
                <a:gd name="T12" fmla="*/ 14 w 20"/>
                <a:gd name="T13" fmla="*/ 20 h 20"/>
                <a:gd name="T14" fmla="*/ 14 w 20"/>
                <a:gd name="T15" fmla="*/ 20 h 20"/>
                <a:gd name="T16" fmla="*/ 9 w 20"/>
                <a:gd name="T17" fmla="*/ 20 h 20"/>
                <a:gd name="T18" fmla="*/ 5 w 20"/>
                <a:gd name="T19" fmla="*/ 18 h 20"/>
                <a:gd name="T20" fmla="*/ 7 w 20"/>
                <a:gd name="T21" fmla="*/ 15 h 20"/>
                <a:gd name="T22" fmla="*/ 7 w 20"/>
                <a:gd name="T23" fmla="*/ 15 h 20"/>
                <a:gd name="T24" fmla="*/ 5 w 20"/>
                <a:gd name="T25" fmla="*/ 15 h 20"/>
                <a:gd name="T26" fmla="*/ 3 w 20"/>
                <a:gd name="T27" fmla="*/ 16 h 20"/>
                <a:gd name="T28" fmla="*/ 2 w 20"/>
                <a:gd name="T29" fmla="*/ 16 h 20"/>
                <a:gd name="T30" fmla="*/ 0 w 20"/>
                <a:gd name="T31" fmla="*/ 15 h 20"/>
                <a:gd name="T32" fmla="*/ 0 w 20"/>
                <a:gd name="T33" fmla="*/ 15 h 20"/>
                <a:gd name="T34" fmla="*/ 0 w 20"/>
                <a:gd name="T35" fmla="*/ 9 h 20"/>
                <a:gd name="T36" fmla="*/ 2 w 20"/>
                <a:gd name="T37" fmla="*/ 4 h 20"/>
                <a:gd name="T38" fmla="*/ 7 w 20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20">
                  <a:moveTo>
                    <a:pt x="7" y="0"/>
                  </a:moveTo>
                  <a:lnTo>
                    <a:pt x="7" y="0"/>
                  </a:lnTo>
                  <a:lnTo>
                    <a:pt x="18" y="13"/>
                  </a:lnTo>
                  <a:lnTo>
                    <a:pt x="20" y="15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5" y="18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9"/>
                  </a:lnTo>
                  <a:lnTo>
                    <a:pt x="2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3" name="Freeform 396">
              <a:extLst>
                <a:ext uri="{FF2B5EF4-FFF2-40B4-BE49-F238E27FC236}">
                  <a16:creationId xmlns:a16="http://schemas.microsoft.com/office/drawing/2014/main" id="{3441022E-70CE-4368-918F-456ED0B39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016" y="2463565"/>
              <a:ext cx="29660" cy="10381"/>
            </a:xfrm>
            <a:custGeom>
              <a:avLst/>
              <a:gdLst>
                <a:gd name="T0" fmla="*/ 11 w 20"/>
                <a:gd name="T1" fmla="*/ 0 h 7"/>
                <a:gd name="T2" fmla="*/ 20 w 20"/>
                <a:gd name="T3" fmla="*/ 0 h 7"/>
                <a:gd name="T4" fmla="*/ 19 w 20"/>
                <a:gd name="T5" fmla="*/ 7 h 7"/>
                <a:gd name="T6" fmla="*/ 19 w 20"/>
                <a:gd name="T7" fmla="*/ 7 h 7"/>
                <a:gd name="T8" fmla="*/ 4 w 20"/>
                <a:gd name="T9" fmla="*/ 7 h 7"/>
                <a:gd name="T10" fmla="*/ 4 w 20"/>
                <a:gd name="T11" fmla="*/ 7 h 7"/>
                <a:gd name="T12" fmla="*/ 2 w 20"/>
                <a:gd name="T13" fmla="*/ 5 h 7"/>
                <a:gd name="T14" fmla="*/ 0 w 20"/>
                <a:gd name="T15" fmla="*/ 3 h 7"/>
                <a:gd name="T16" fmla="*/ 0 w 20"/>
                <a:gd name="T17" fmla="*/ 3 h 7"/>
                <a:gd name="T18" fmla="*/ 11 w 20"/>
                <a:gd name="T19" fmla="*/ 0 h 7"/>
                <a:gd name="T20" fmla="*/ 11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1" y="0"/>
                  </a:moveTo>
                  <a:lnTo>
                    <a:pt x="20" y="0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4" name="Freeform 397">
              <a:extLst>
                <a:ext uri="{FF2B5EF4-FFF2-40B4-BE49-F238E27FC236}">
                  <a16:creationId xmlns:a16="http://schemas.microsoft.com/office/drawing/2014/main" id="{ADB67E08-958F-4010-9A70-85AD9148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018" y="2441321"/>
              <a:ext cx="32626" cy="32626"/>
            </a:xfrm>
            <a:custGeom>
              <a:avLst/>
              <a:gdLst>
                <a:gd name="T0" fmla="*/ 18 w 22"/>
                <a:gd name="T1" fmla="*/ 0 h 22"/>
                <a:gd name="T2" fmla="*/ 18 w 22"/>
                <a:gd name="T3" fmla="*/ 0 h 22"/>
                <a:gd name="T4" fmla="*/ 22 w 22"/>
                <a:gd name="T5" fmla="*/ 0 h 22"/>
                <a:gd name="T6" fmla="*/ 20 w 22"/>
                <a:gd name="T7" fmla="*/ 0 h 22"/>
                <a:gd name="T8" fmla="*/ 20 w 22"/>
                <a:gd name="T9" fmla="*/ 2 h 22"/>
                <a:gd name="T10" fmla="*/ 20 w 22"/>
                <a:gd name="T11" fmla="*/ 4 h 22"/>
                <a:gd name="T12" fmla="*/ 20 w 22"/>
                <a:gd name="T13" fmla="*/ 4 h 22"/>
                <a:gd name="T14" fmla="*/ 15 w 22"/>
                <a:gd name="T15" fmla="*/ 13 h 22"/>
                <a:gd name="T16" fmla="*/ 11 w 22"/>
                <a:gd name="T17" fmla="*/ 17 h 22"/>
                <a:gd name="T18" fmla="*/ 6 w 22"/>
                <a:gd name="T19" fmla="*/ 20 h 22"/>
                <a:gd name="T20" fmla="*/ 6 w 22"/>
                <a:gd name="T21" fmla="*/ 20 h 22"/>
                <a:gd name="T22" fmla="*/ 2 w 22"/>
                <a:gd name="T23" fmla="*/ 22 h 22"/>
                <a:gd name="T24" fmla="*/ 0 w 22"/>
                <a:gd name="T25" fmla="*/ 20 h 22"/>
                <a:gd name="T26" fmla="*/ 4 w 22"/>
                <a:gd name="T27" fmla="*/ 13 h 22"/>
                <a:gd name="T28" fmla="*/ 13 w 22"/>
                <a:gd name="T29" fmla="*/ 6 h 22"/>
                <a:gd name="T30" fmla="*/ 18 w 22"/>
                <a:gd name="T31" fmla="*/ 0 h 22"/>
                <a:gd name="T32" fmla="*/ 18 w 22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18" y="0"/>
                  </a:moveTo>
                  <a:lnTo>
                    <a:pt x="18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4" y="13"/>
                  </a:lnTo>
                  <a:lnTo>
                    <a:pt x="13" y="6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5" name="Freeform 398">
              <a:extLst>
                <a:ext uri="{FF2B5EF4-FFF2-40B4-BE49-F238E27FC236}">
                  <a16:creationId xmlns:a16="http://schemas.microsoft.com/office/drawing/2014/main" id="{83AB801B-C785-4726-A28A-1062D67AD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109" y="2427973"/>
              <a:ext cx="174995" cy="173512"/>
            </a:xfrm>
            <a:custGeom>
              <a:avLst/>
              <a:gdLst>
                <a:gd name="T0" fmla="*/ 40 w 118"/>
                <a:gd name="T1" fmla="*/ 9 h 117"/>
                <a:gd name="T2" fmla="*/ 31 w 118"/>
                <a:gd name="T3" fmla="*/ 15 h 117"/>
                <a:gd name="T4" fmla="*/ 29 w 118"/>
                <a:gd name="T5" fmla="*/ 36 h 117"/>
                <a:gd name="T6" fmla="*/ 25 w 118"/>
                <a:gd name="T7" fmla="*/ 58 h 117"/>
                <a:gd name="T8" fmla="*/ 23 w 118"/>
                <a:gd name="T9" fmla="*/ 64 h 117"/>
                <a:gd name="T10" fmla="*/ 20 w 118"/>
                <a:gd name="T11" fmla="*/ 66 h 117"/>
                <a:gd name="T12" fmla="*/ 12 w 118"/>
                <a:gd name="T13" fmla="*/ 73 h 117"/>
                <a:gd name="T14" fmla="*/ 9 w 118"/>
                <a:gd name="T15" fmla="*/ 71 h 117"/>
                <a:gd name="T16" fmla="*/ 11 w 118"/>
                <a:gd name="T17" fmla="*/ 78 h 117"/>
                <a:gd name="T18" fmla="*/ 0 w 118"/>
                <a:gd name="T19" fmla="*/ 97 h 117"/>
                <a:gd name="T20" fmla="*/ 9 w 118"/>
                <a:gd name="T21" fmla="*/ 98 h 117"/>
                <a:gd name="T22" fmla="*/ 25 w 118"/>
                <a:gd name="T23" fmla="*/ 97 h 117"/>
                <a:gd name="T24" fmla="*/ 43 w 118"/>
                <a:gd name="T25" fmla="*/ 95 h 117"/>
                <a:gd name="T26" fmla="*/ 47 w 118"/>
                <a:gd name="T27" fmla="*/ 97 h 117"/>
                <a:gd name="T28" fmla="*/ 65 w 118"/>
                <a:gd name="T29" fmla="*/ 93 h 117"/>
                <a:gd name="T30" fmla="*/ 69 w 118"/>
                <a:gd name="T31" fmla="*/ 100 h 117"/>
                <a:gd name="T32" fmla="*/ 73 w 118"/>
                <a:gd name="T33" fmla="*/ 108 h 117"/>
                <a:gd name="T34" fmla="*/ 67 w 118"/>
                <a:gd name="T35" fmla="*/ 109 h 117"/>
                <a:gd name="T36" fmla="*/ 74 w 118"/>
                <a:gd name="T37" fmla="*/ 113 h 117"/>
                <a:gd name="T38" fmla="*/ 89 w 118"/>
                <a:gd name="T39" fmla="*/ 93 h 117"/>
                <a:gd name="T40" fmla="*/ 96 w 118"/>
                <a:gd name="T41" fmla="*/ 102 h 117"/>
                <a:gd name="T42" fmla="*/ 93 w 118"/>
                <a:gd name="T43" fmla="*/ 108 h 117"/>
                <a:gd name="T44" fmla="*/ 98 w 118"/>
                <a:gd name="T45" fmla="*/ 113 h 117"/>
                <a:gd name="T46" fmla="*/ 104 w 118"/>
                <a:gd name="T47" fmla="*/ 108 h 117"/>
                <a:gd name="T48" fmla="*/ 114 w 118"/>
                <a:gd name="T49" fmla="*/ 108 h 117"/>
                <a:gd name="T50" fmla="*/ 114 w 118"/>
                <a:gd name="T51" fmla="*/ 95 h 117"/>
                <a:gd name="T52" fmla="*/ 109 w 118"/>
                <a:gd name="T53" fmla="*/ 102 h 117"/>
                <a:gd name="T54" fmla="*/ 114 w 118"/>
                <a:gd name="T55" fmla="*/ 93 h 117"/>
                <a:gd name="T56" fmla="*/ 114 w 118"/>
                <a:gd name="T57" fmla="*/ 87 h 117"/>
                <a:gd name="T58" fmla="*/ 107 w 118"/>
                <a:gd name="T59" fmla="*/ 93 h 117"/>
                <a:gd name="T60" fmla="*/ 100 w 118"/>
                <a:gd name="T61" fmla="*/ 98 h 117"/>
                <a:gd name="T62" fmla="*/ 104 w 118"/>
                <a:gd name="T63" fmla="*/ 93 h 117"/>
                <a:gd name="T64" fmla="*/ 107 w 118"/>
                <a:gd name="T65" fmla="*/ 77 h 117"/>
                <a:gd name="T66" fmla="*/ 89 w 118"/>
                <a:gd name="T67" fmla="*/ 80 h 117"/>
                <a:gd name="T68" fmla="*/ 87 w 118"/>
                <a:gd name="T69" fmla="*/ 77 h 117"/>
                <a:gd name="T70" fmla="*/ 82 w 118"/>
                <a:gd name="T71" fmla="*/ 69 h 117"/>
                <a:gd name="T72" fmla="*/ 87 w 118"/>
                <a:gd name="T73" fmla="*/ 60 h 117"/>
                <a:gd name="T74" fmla="*/ 82 w 118"/>
                <a:gd name="T75" fmla="*/ 53 h 117"/>
                <a:gd name="T76" fmla="*/ 78 w 118"/>
                <a:gd name="T77" fmla="*/ 58 h 117"/>
                <a:gd name="T78" fmla="*/ 73 w 118"/>
                <a:gd name="T79" fmla="*/ 53 h 117"/>
                <a:gd name="T80" fmla="*/ 67 w 118"/>
                <a:gd name="T81" fmla="*/ 60 h 117"/>
                <a:gd name="T82" fmla="*/ 47 w 118"/>
                <a:gd name="T83" fmla="*/ 57 h 117"/>
                <a:gd name="T84" fmla="*/ 56 w 118"/>
                <a:gd name="T85" fmla="*/ 47 h 117"/>
                <a:gd name="T86" fmla="*/ 47 w 118"/>
                <a:gd name="T87" fmla="*/ 38 h 117"/>
                <a:gd name="T88" fmla="*/ 38 w 118"/>
                <a:gd name="T89" fmla="*/ 36 h 117"/>
                <a:gd name="T90" fmla="*/ 47 w 118"/>
                <a:gd name="T91" fmla="*/ 27 h 117"/>
                <a:gd name="T92" fmla="*/ 45 w 118"/>
                <a:gd name="T93" fmla="*/ 16 h 117"/>
                <a:gd name="T94" fmla="*/ 54 w 118"/>
                <a:gd name="T95" fmla="*/ 7 h 117"/>
                <a:gd name="T96" fmla="*/ 53 w 118"/>
                <a:gd name="T97" fmla="*/ 2 h 117"/>
                <a:gd name="T98" fmla="*/ 49 w 118"/>
                <a:gd name="T9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117">
                  <a:moveTo>
                    <a:pt x="47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40" y="9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1" y="15"/>
                  </a:lnTo>
                  <a:lnTo>
                    <a:pt x="31" y="20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29" y="36"/>
                  </a:lnTo>
                  <a:lnTo>
                    <a:pt x="25" y="44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5" y="62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4"/>
                  </a:lnTo>
                  <a:lnTo>
                    <a:pt x="14" y="6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1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3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3" y="100"/>
                  </a:lnTo>
                  <a:lnTo>
                    <a:pt x="9" y="98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8" y="95"/>
                  </a:lnTo>
                  <a:lnTo>
                    <a:pt x="25" y="97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42" y="97"/>
                  </a:lnTo>
                  <a:lnTo>
                    <a:pt x="43" y="95"/>
                  </a:lnTo>
                  <a:lnTo>
                    <a:pt x="45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47" y="97"/>
                  </a:lnTo>
                  <a:lnTo>
                    <a:pt x="49" y="98"/>
                  </a:lnTo>
                  <a:lnTo>
                    <a:pt x="51" y="98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71" y="93"/>
                  </a:lnTo>
                  <a:lnTo>
                    <a:pt x="71" y="95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4" y="102"/>
                  </a:lnTo>
                  <a:lnTo>
                    <a:pt x="74" y="104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9"/>
                  </a:lnTo>
                  <a:lnTo>
                    <a:pt x="67" y="109"/>
                  </a:lnTo>
                  <a:lnTo>
                    <a:pt x="67" y="109"/>
                  </a:lnTo>
                  <a:lnTo>
                    <a:pt x="69" y="111"/>
                  </a:lnTo>
                  <a:lnTo>
                    <a:pt x="71" y="113"/>
                  </a:lnTo>
                  <a:lnTo>
                    <a:pt x="71" y="115"/>
                  </a:lnTo>
                  <a:lnTo>
                    <a:pt x="74" y="113"/>
                  </a:lnTo>
                  <a:lnTo>
                    <a:pt x="74" y="113"/>
                  </a:lnTo>
                  <a:lnTo>
                    <a:pt x="82" y="104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93" y="97"/>
                  </a:lnTo>
                  <a:lnTo>
                    <a:pt x="96" y="98"/>
                  </a:lnTo>
                  <a:lnTo>
                    <a:pt x="96" y="98"/>
                  </a:lnTo>
                  <a:lnTo>
                    <a:pt x="96" y="102"/>
                  </a:lnTo>
                  <a:lnTo>
                    <a:pt x="96" y="106"/>
                  </a:lnTo>
                  <a:lnTo>
                    <a:pt x="94" y="106"/>
                  </a:lnTo>
                  <a:lnTo>
                    <a:pt x="94" y="106"/>
                  </a:lnTo>
                  <a:lnTo>
                    <a:pt x="93" y="108"/>
                  </a:lnTo>
                  <a:lnTo>
                    <a:pt x="94" y="109"/>
                  </a:lnTo>
                  <a:lnTo>
                    <a:pt x="96" y="115"/>
                  </a:lnTo>
                  <a:lnTo>
                    <a:pt x="96" y="115"/>
                  </a:lnTo>
                  <a:lnTo>
                    <a:pt x="98" y="113"/>
                  </a:lnTo>
                  <a:lnTo>
                    <a:pt x="98" y="111"/>
                  </a:lnTo>
                  <a:lnTo>
                    <a:pt x="100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4" y="115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6" y="98"/>
                  </a:lnTo>
                  <a:lnTo>
                    <a:pt x="116" y="95"/>
                  </a:lnTo>
                  <a:lnTo>
                    <a:pt x="114" y="95"/>
                  </a:lnTo>
                  <a:lnTo>
                    <a:pt x="114" y="9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09" y="102"/>
                  </a:lnTo>
                  <a:lnTo>
                    <a:pt x="109" y="98"/>
                  </a:lnTo>
                  <a:lnTo>
                    <a:pt x="111" y="95"/>
                  </a:lnTo>
                  <a:lnTo>
                    <a:pt x="114" y="93"/>
                  </a:lnTo>
                  <a:lnTo>
                    <a:pt x="114" y="93"/>
                  </a:lnTo>
                  <a:lnTo>
                    <a:pt x="116" y="91"/>
                  </a:lnTo>
                  <a:lnTo>
                    <a:pt x="118" y="89"/>
                  </a:lnTo>
                  <a:lnTo>
                    <a:pt x="116" y="87"/>
                  </a:lnTo>
                  <a:lnTo>
                    <a:pt x="114" y="87"/>
                  </a:lnTo>
                  <a:lnTo>
                    <a:pt x="111" y="87"/>
                  </a:lnTo>
                  <a:lnTo>
                    <a:pt x="109" y="89"/>
                  </a:lnTo>
                  <a:lnTo>
                    <a:pt x="107" y="93"/>
                  </a:lnTo>
                  <a:lnTo>
                    <a:pt x="107" y="93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0" y="98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4" y="80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89" y="80"/>
                  </a:lnTo>
                  <a:lnTo>
                    <a:pt x="93" y="73"/>
                  </a:lnTo>
                  <a:lnTo>
                    <a:pt x="93" y="73"/>
                  </a:lnTo>
                  <a:lnTo>
                    <a:pt x="89" y="75"/>
                  </a:lnTo>
                  <a:lnTo>
                    <a:pt x="87" y="77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71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7" y="57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78" y="58"/>
                  </a:lnTo>
                  <a:lnTo>
                    <a:pt x="76" y="57"/>
                  </a:lnTo>
                  <a:lnTo>
                    <a:pt x="74" y="55"/>
                  </a:lnTo>
                  <a:lnTo>
                    <a:pt x="73" y="53"/>
                  </a:lnTo>
                  <a:lnTo>
                    <a:pt x="73" y="53"/>
                  </a:lnTo>
                  <a:lnTo>
                    <a:pt x="67" y="55"/>
                  </a:lnTo>
                  <a:lnTo>
                    <a:pt x="67" y="57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56" y="58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3" y="53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6"/>
                  </a:lnTo>
                  <a:lnTo>
                    <a:pt x="47" y="44"/>
                  </a:lnTo>
                  <a:lnTo>
                    <a:pt x="47" y="38"/>
                  </a:lnTo>
                  <a:lnTo>
                    <a:pt x="47" y="3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42"/>
                  </a:lnTo>
                  <a:lnTo>
                    <a:pt x="38" y="36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3" y="29"/>
                  </a:lnTo>
                  <a:lnTo>
                    <a:pt x="47" y="27"/>
                  </a:lnTo>
                  <a:lnTo>
                    <a:pt x="47" y="27"/>
                  </a:lnTo>
                  <a:lnTo>
                    <a:pt x="47" y="20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1" y="16"/>
                  </a:lnTo>
                  <a:lnTo>
                    <a:pt x="54" y="15"/>
                  </a:lnTo>
                  <a:lnTo>
                    <a:pt x="51" y="7"/>
                  </a:lnTo>
                  <a:lnTo>
                    <a:pt x="54" y="7"/>
                  </a:lnTo>
                  <a:lnTo>
                    <a:pt x="54" y="7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6" name="Freeform 399">
              <a:extLst>
                <a:ext uri="{FF2B5EF4-FFF2-40B4-BE49-F238E27FC236}">
                  <a16:creationId xmlns:a16="http://schemas.microsoft.com/office/drawing/2014/main" id="{48BB1061-E9A5-4898-9036-8C9B48670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65" y="2368653"/>
              <a:ext cx="16314" cy="23728"/>
            </a:xfrm>
            <a:custGeom>
              <a:avLst/>
              <a:gdLst>
                <a:gd name="T0" fmla="*/ 7 w 11"/>
                <a:gd name="T1" fmla="*/ 0 h 16"/>
                <a:gd name="T2" fmla="*/ 7 w 11"/>
                <a:gd name="T3" fmla="*/ 0 h 16"/>
                <a:gd name="T4" fmla="*/ 9 w 11"/>
                <a:gd name="T5" fmla="*/ 0 h 16"/>
                <a:gd name="T6" fmla="*/ 11 w 11"/>
                <a:gd name="T7" fmla="*/ 2 h 16"/>
                <a:gd name="T8" fmla="*/ 11 w 11"/>
                <a:gd name="T9" fmla="*/ 5 h 16"/>
                <a:gd name="T10" fmla="*/ 9 w 11"/>
                <a:gd name="T11" fmla="*/ 11 h 16"/>
                <a:gd name="T12" fmla="*/ 4 w 11"/>
                <a:gd name="T13" fmla="*/ 16 h 16"/>
                <a:gd name="T14" fmla="*/ 4 w 11"/>
                <a:gd name="T15" fmla="*/ 16 h 16"/>
                <a:gd name="T16" fmla="*/ 0 w 11"/>
                <a:gd name="T17" fmla="*/ 16 h 16"/>
                <a:gd name="T18" fmla="*/ 0 w 11"/>
                <a:gd name="T19" fmla="*/ 16 h 16"/>
                <a:gd name="T20" fmla="*/ 2 w 11"/>
                <a:gd name="T21" fmla="*/ 15 h 16"/>
                <a:gd name="T22" fmla="*/ 0 w 11"/>
                <a:gd name="T23" fmla="*/ 13 h 16"/>
                <a:gd name="T24" fmla="*/ 0 w 11"/>
                <a:gd name="T25" fmla="*/ 13 h 16"/>
                <a:gd name="T26" fmla="*/ 2 w 11"/>
                <a:gd name="T27" fmla="*/ 7 h 16"/>
                <a:gd name="T28" fmla="*/ 4 w 11"/>
                <a:gd name="T29" fmla="*/ 4 h 16"/>
                <a:gd name="T30" fmla="*/ 7 w 11"/>
                <a:gd name="T31" fmla="*/ 0 h 16"/>
                <a:gd name="T32" fmla="*/ 7 w 11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9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7"/>
                  </a:lnTo>
                  <a:lnTo>
                    <a:pt x="4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7" name="Freeform 400">
              <a:extLst>
                <a:ext uri="{FF2B5EF4-FFF2-40B4-BE49-F238E27FC236}">
                  <a16:creationId xmlns:a16="http://schemas.microsoft.com/office/drawing/2014/main" id="{9DE60096-BA23-45DF-A81A-C6E7E5C01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987" y="2358272"/>
              <a:ext cx="11864" cy="20762"/>
            </a:xfrm>
            <a:custGeom>
              <a:avLst/>
              <a:gdLst>
                <a:gd name="T0" fmla="*/ 2 w 8"/>
                <a:gd name="T1" fmla="*/ 0 h 14"/>
                <a:gd name="T2" fmla="*/ 2 w 8"/>
                <a:gd name="T3" fmla="*/ 0 h 14"/>
                <a:gd name="T4" fmla="*/ 6 w 8"/>
                <a:gd name="T5" fmla="*/ 3 h 14"/>
                <a:gd name="T6" fmla="*/ 8 w 8"/>
                <a:gd name="T7" fmla="*/ 7 h 14"/>
                <a:gd name="T8" fmla="*/ 8 w 8"/>
                <a:gd name="T9" fmla="*/ 11 h 14"/>
                <a:gd name="T10" fmla="*/ 6 w 8"/>
                <a:gd name="T11" fmla="*/ 11 h 14"/>
                <a:gd name="T12" fmla="*/ 6 w 8"/>
                <a:gd name="T13" fmla="*/ 11 h 14"/>
                <a:gd name="T14" fmla="*/ 6 w 8"/>
                <a:gd name="T15" fmla="*/ 11 h 14"/>
                <a:gd name="T16" fmla="*/ 6 w 8"/>
                <a:gd name="T17" fmla="*/ 12 h 14"/>
                <a:gd name="T18" fmla="*/ 6 w 8"/>
                <a:gd name="T19" fmla="*/ 14 h 14"/>
                <a:gd name="T20" fmla="*/ 4 w 8"/>
                <a:gd name="T21" fmla="*/ 12 h 14"/>
                <a:gd name="T22" fmla="*/ 4 w 8"/>
                <a:gd name="T23" fmla="*/ 12 h 14"/>
                <a:gd name="T24" fmla="*/ 0 w 8"/>
                <a:gd name="T25" fmla="*/ 5 h 14"/>
                <a:gd name="T26" fmla="*/ 0 w 8"/>
                <a:gd name="T27" fmla="*/ 1 h 14"/>
                <a:gd name="T28" fmla="*/ 0 w 8"/>
                <a:gd name="T29" fmla="*/ 0 h 14"/>
                <a:gd name="T30" fmla="*/ 2 w 8"/>
                <a:gd name="T31" fmla="*/ 0 h 14"/>
                <a:gd name="T32" fmla="*/ 2 w 8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lnTo>
                    <a:pt x="2" y="0"/>
                  </a:lnTo>
                  <a:lnTo>
                    <a:pt x="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8" name="Freeform 401">
              <a:extLst>
                <a:ext uri="{FF2B5EF4-FFF2-40B4-BE49-F238E27FC236}">
                  <a16:creationId xmlns:a16="http://schemas.microsoft.com/office/drawing/2014/main" id="{ADF0DD1B-111A-4591-AA7B-54FA6370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693" y="2330095"/>
              <a:ext cx="14830" cy="14830"/>
            </a:xfrm>
            <a:custGeom>
              <a:avLst/>
              <a:gdLst>
                <a:gd name="T0" fmla="*/ 6 w 10"/>
                <a:gd name="T1" fmla="*/ 0 h 10"/>
                <a:gd name="T2" fmla="*/ 6 w 10"/>
                <a:gd name="T3" fmla="*/ 0 h 10"/>
                <a:gd name="T4" fmla="*/ 10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  <a:gd name="T10" fmla="*/ 6 w 10"/>
                <a:gd name="T11" fmla="*/ 10 h 10"/>
                <a:gd name="T12" fmla="*/ 2 w 10"/>
                <a:gd name="T13" fmla="*/ 10 h 10"/>
                <a:gd name="T14" fmla="*/ 0 w 10"/>
                <a:gd name="T15" fmla="*/ 10 h 10"/>
                <a:gd name="T16" fmla="*/ 0 w 10"/>
                <a:gd name="T17" fmla="*/ 8 h 10"/>
                <a:gd name="T18" fmla="*/ 0 w 10"/>
                <a:gd name="T19" fmla="*/ 6 h 10"/>
                <a:gd name="T20" fmla="*/ 2 w 10"/>
                <a:gd name="T21" fmla="*/ 2 h 10"/>
                <a:gd name="T22" fmla="*/ 6 w 10"/>
                <a:gd name="T23" fmla="*/ 0 h 10"/>
                <a:gd name="T24" fmla="*/ 6 w 10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lnTo>
                    <a:pt x="6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9" name="Freeform 402">
              <a:extLst>
                <a:ext uri="{FF2B5EF4-FFF2-40B4-BE49-F238E27FC236}">
                  <a16:creationId xmlns:a16="http://schemas.microsoft.com/office/drawing/2014/main" id="{0C84AA2F-70F2-4EF8-8526-AB76B856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625" y="2086882"/>
              <a:ext cx="8898" cy="5932"/>
            </a:xfrm>
            <a:custGeom>
              <a:avLst/>
              <a:gdLst>
                <a:gd name="T0" fmla="*/ 0 w 6"/>
                <a:gd name="T1" fmla="*/ 0 h 4"/>
                <a:gd name="T2" fmla="*/ 2 w 6"/>
                <a:gd name="T3" fmla="*/ 4 h 4"/>
                <a:gd name="T4" fmla="*/ 2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0" name="Freeform 403">
              <a:extLst>
                <a:ext uri="{FF2B5EF4-FFF2-40B4-BE49-F238E27FC236}">
                  <a16:creationId xmlns:a16="http://schemas.microsoft.com/office/drawing/2014/main" id="{C2A1DD4C-E0F6-4FC1-B3DC-1D56ED78C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292" y="2057222"/>
              <a:ext cx="11864" cy="8898"/>
            </a:xfrm>
            <a:custGeom>
              <a:avLst/>
              <a:gdLst>
                <a:gd name="T0" fmla="*/ 0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6 w 8"/>
                <a:gd name="T7" fmla="*/ 4 h 6"/>
                <a:gd name="T8" fmla="*/ 8 w 8"/>
                <a:gd name="T9" fmla="*/ 2 h 6"/>
                <a:gd name="T10" fmla="*/ 6 w 8"/>
                <a:gd name="T11" fmla="*/ 0 h 6"/>
                <a:gd name="T12" fmla="*/ 0 w 8"/>
                <a:gd name="T13" fmla="*/ 0 h 6"/>
                <a:gd name="T14" fmla="*/ 0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1" name="Freeform 404">
              <a:extLst>
                <a:ext uri="{FF2B5EF4-FFF2-40B4-BE49-F238E27FC236}">
                  <a16:creationId xmlns:a16="http://schemas.microsoft.com/office/drawing/2014/main" id="{7836C24B-1438-444C-980F-DC3BE7D4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1757655"/>
              <a:ext cx="10382" cy="11864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8 h 8"/>
                <a:gd name="T4" fmla="*/ 0 w 7"/>
                <a:gd name="T5" fmla="*/ 8 h 8"/>
                <a:gd name="T6" fmla="*/ 5 w 7"/>
                <a:gd name="T7" fmla="*/ 6 h 8"/>
                <a:gd name="T8" fmla="*/ 7 w 7"/>
                <a:gd name="T9" fmla="*/ 4 h 8"/>
                <a:gd name="T10" fmla="*/ 0 w 7"/>
                <a:gd name="T11" fmla="*/ 0 h 8"/>
                <a:gd name="T12" fmla="*/ 0 w 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5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2" name="Freeform 405">
              <a:extLst>
                <a:ext uri="{FF2B5EF4-FFF2-40B4-BE49-F238E27FC236}">
                  <a16:creationId xmlns:a16="http://schemas.microsoft.com/office/drawing/2014/main" id="{1157B5D7-75CC-452E-8EE7-1D60B1F9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254" y="2425007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0 w 5"/>
                <a:gd name="T3" fmla="*/ 0 h 4"/>
                <a:gd name="T4" fmla="*/ 0 w 5"/>
                <a:gd name="T5" fmla="*/ 0 h 4"/>
                <a:gd name="T6" fmla="*/ 0 w 5"/>
                <a:gd name="T7" fmla="*/ 2 h 4"/>
                <a:gd name="T8" fmla="*/ 3 w 5"/>
                <a:gd name="T9" fmla="*/ 4 h 4"/>
                <a:gd name="T10" fmla="*/ 3 w 5"/>
                <a:gd name="T11" fmla="*/ 4 h 4"/>
                <a:gd name="T12" fmla="*/ 5 w 5"/>
                <a:gd name="T13" fmla="*/ 2 h 4"/>
                <a:gd name="T14" fmla="*/ 5 w 5"/>
                <a:gd name="T15" fmla="*/ 0 h 4"/>
                <a:gd name="T16" fmla="*/ 0 w 5"/>
                <a:gd name="T17" fmla="*/ 0 h 4"/>
                <a:gd name="T18" fmla="*/ 0 w 5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3" name="Freeform 407">
              <a:extLst>
                <a:ext uri="{FF2B5EF4-FFF2-40B4-BE49-F238E27FC236}">
                  <a16:creationId xmlns:a16="http://schemas.microsoft.com/office/drawing/2014/main" id="{1270ECF9-E033-498A-8632-4D3240CBE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414627"/>
              <a:ext cx="35592" cy="65252"/>
            </a:xfrm>
            <a:custGeom>
              <a:avLst/>
              <a:gdLst>
                <a:gd name="T0" fmla="*/ 2 w 24"/>
                <a:gd name="T1" fmla="*/ 2 h 44"/>
                <a:gd name="T2" fmla="*/ 2 w 24"/>
                <a:gd name="T3" fmla="*/ 2 h 44"/>
                <a:gd name="T4" fmla="*/ 8 w 24"/>
                <a:gd name="T5" fmla="*/ 7 h 44"/>
                <a:gd name="T6" fmla="*/ 15 w 24"/>
                <a:gd name="T7" fmla="*/ 18 h 44"/>
                <a:gd name="T8" fmla="*/ 24 w 24"/>
                <a:gd name="T9" fmla="*/ 38 h 44"/>
                <a:gd name="T10" fmla="*/ 24 w 24"/>
                <a:gd name="T11" fmla="*/ 38 h 44"/>
                <a:gd name="T12" fmla="*/ 17 w 24"/>
                <a:gd name="T13" fmla="*/ 44 h 44"/>
                <a:gd name="T14" fmla="*/ 17 w 24"/>
                <a:gd name="T15" fmla="*/ 44 h 44"/>
                <a:gd name="T16" fmla="*/ 15 w 24"/>
                <a:gd name="T17" fmla="*/ 35 h 44"/>
                <a:gd name="T18" fmla="*/ 11 w 24"/>
                <a:gd name="T19" fmla="*/ 24 h 44"/>
                <a:gd name="T20" fmla="*/ 11 w 24"/>
                <a:gd name="T21" fmla="*/ 24 h 44"/>
                <a:gd name="T22" fmla="*/ 2 w 24"/>
                <a:gd name="T23" fmla="*/ 16 h 44"/>
                <a:gd name="T24" fmla="*/ 2 w 24"/>
                <a:gd name="T25" fmla="*/ 16 h 44"/>
                <a:gd name="T26" fmla="*/ 0 w 24"/>
                <a:gd name="T27" fmla="*/ 9 h 44"/>
                <a:gd name="T28" fmla="*/ 0 w 24"/>
                <a:gd name="T29" fmla="*/ 4 h 44"/>
                <a:gd name="T30" fmla="*/ 0 w 24"/>
                <a:gd name="T31" fmla="*/ 4 h 44"/>
                <a:gd name="T32" fmla="*/ 0 w 24"/>
                <a:gd name="T33" fmla="*/ 4 h 44"/>
                <a:gd name="T34" fmla="*/ 0 w 24"/>
                <a:gd name="T35" fmla="*/ 2 h 44"/>
                <a:gd name="T36" fmla="*/ 0 w 24"/>
                <a:gd name="T37" fmla="*/ 0 h 44"/>
                <a:gd name="T38" fmla="*/ 2 w 24"/>
                <a:gd name="T39" fmla="*/ 2 h 44"/>
                <a:gd name="T40" fmla="*/ 2 w 24"/>
                <a:gd name="T41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4">
                  <a:moveTo>
                    <a:pt x="2" y="2"/>
                  </a:moveTo>
                  <a:lnTo>
                    <a:pt x="2" y="2"/>
                  </a:lnTo>
                  <a:lnTo>
                    <a:pt x="8" y="7"/>
                  </a:lnTo>
                  <a:lnTo>
                    <a:pt x="15" y="1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5" y="35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4" name="Freeform 408">
              <a:extLst>
                <a:ext uri="{FF2B5EF4-FFF2-40B4-BE49-F238E27FC236}">
                  <a16:creationId xmlns:a16="http://schemas.microsoft.com/office/drawing/2014/main" id="{B1463013-DCB0-419E-B825-11514260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2379034"/>
              <a:ext cx="20762" cy="16314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9 h 11"/>
                <a:gd name="T4" fmla="*/ 0 w 14"/>
                <a:gd name="T5" fmla="*/ 9 h 11"/>
                <a:gd name="T6" fmla="*/ 5 w 14"/>
                <a:gd name="T7" fmla="*/ 9 h 11"/>
                <a:gd name="T8" fmla="*/ 14 w 14"/>
                <a:gd name="T9" fmla="*/ 11 h 11"/>
                <a:gd name="T10" fmla="*/ 14 w 14"/>
                <a:gd name="T11" fmla="*/ 11 h 11"/>
                <a:gd name="T12" fmla="*/ 12 w 14"/>
                <a:gd name="T13" fmla="*/ 9 h 11"/>
                <a:gd name="T14" fmla="*/ 12 w 14"/>
                <a:gd name="T15" fmla="*/ 8 h 11"/>
                <a:gd name="T16" fmla="*/ 12 w 14"/>
                <a:gd name="T17" fmla="*/ 6 h 11"/>
                <a:gd name="T18" fmla="*/ 9 w 14"/>
                <a:gd name="T19" fmla="*/ 6 h 11"/>
                <a:gd name="T20" fmla="*/ 9 w 14"/>
                <a:gd name="T21" fmla="*/ 6 h 11"/>
                <a:gd name="T22" fmla="*/ 7 w 14"/>
                <a:gd name="T23" fmla="*/ 0 h 11"/>
                <a:gd name="T24" fmla="*/ 7 w 14"/>
                <a:gd name="T25" fmla="*/ 0 h 11"/>
                <a:gd name="T26" fmla="*/ 3 w 14"/>
                <a:gd name="T27" fmla="*/ 2 h 11"/>
                <a:gd name="T28" fmla="*/ 0 w 14"/>
                <a:gd name="T29" fmla="*/ 0 h 11"/>
                <a:gd name="T30" fmla="*/ 0 w 14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5" name="Freeform 409">
              <a:extLst>
                <a:ext uri="{FF2B5EF4-FFF2-40B4-BE49-F238E27FC236}">
                  <a16:creationId xmlns:a16="http://schemas.microsoft.com/office/drawing/2014/main" id="{21767A68-0E2F-481F-B938-5BB6936AF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12" y="2362721"/>
              <a:ext cx="26694" cy="57838"/>
            </a:xfrm>
            <a:custGeom>
              <a:avLst/>
              <a:gdLst>
                <a:gd name="T0" fmla="*/ 11 w 18"/>
                <a:gd name="T1" fmla="*/ 0 h 39"/>
                <a:gd name="T2" fmla="*/ 11 w 18"/>
                <a:gd name="T3" fmla="*/ 0 h 39"/>
                <a:gd name="T4" fmla="*/ 12 w 18"/>
                <a:gd name="T5" fmla="*/ 6 h 39"/>
                <a:gd name="T6" fmla="*/ 12 w 18"/>
                <a:gd name="T7" fmla="*/ 8 h 39"/>
                <a:gd name="T8" fmla="*/ 18 w 18"/>
                <a:gd name="T9" fmla="*/ 11 h 39"/>
                <a:gd name="T10" fmla="*/ 18 w 18"/>
                <a:gd name="T11" fmla="*/ 11 h 39"/>
                <a:gd name="T12" fmla="*/ 18 w 18"/>
                <a:gd name="T13" fmla="*/ 17 h 39"/>
                <a:gd name="T14" fmla="*/ 18 w 18"/>
                <a:gd name="T15" fmla="*/ 20 h 39"/>
                <a:gd name="T16" fmla="*/ 16 w 18"/>
                <a:gd name="T17" fmla="*/ 20 h 39"/>
                <a:gd name="T18" fmla="*/ 16 w 18"/>
                <a:gd name="T19" fmla="*/ 20 h 39"/>
                <a:gd name="T20" fmla="*/ 16 w 18"/>
                <a:gd name="T21" fmla="*/ 39 h 39"/>
                <a:gd name="T22" fmla="*/ 16 w 18"/>
                <a:gd name="T23" fmla="*/ 39 h 39"/>
                <a:gd name="T24" fmla="*/ 12 w 18"/>
                <a:gd name="T25" fmla="*/ 37 h 39"/>
                <a:gd name="T26" fmla="*/ 9 w 18"/>
                <a:gd name="T27" fmla="*/ 37 h 39"/>
                <a:gd name="T28" fmla="*/ 9 w 18"/>
                <a:gd name="T29" fmla="*/ 37 h 39"/>
                <a:gd name="T30" fmla="*/ 9 w 18"/>
                <a:gd name="T31" fmla="*/ 33 h 39"/>
                <a:gd name="T32" fmla="*/ 11 w 18"/>
                <a:gd name="T33" fmla="*/ 26 h 39"/>
                <a:gd name="T34" fmla="*/ 9 w 18"/>
                <a:gd name="T35" fmla="*/ 15 h 39"/>
                <a:gd name="T36" fmla="*/ 0 w 18"/>
                <a:gd name="T37" fmla="*/ 8 h 39"/>
                <a:gd name="T38" fmla="*/ 0 w 18"/>
                <a:gd name="T39" fmla="*/ 8 h 39"/>
                <a:gd name="T40" fmla="*/ 3 w 18"/>
                <a:gd name="T41" fmla="*/ 8 h 39"/>
                <a:gd name="T42" fmla="*/ 9 w 18"/>
                <a:gd name="T43" fmla="*/ 8 h 39"/>
                <a:gd name="T44" fmla="*/ 9 w 18"/>
                <a:gd name="T45" fmla="*/ 8 h 39"/>
                <a:gd name="T46" fmla="*/ 9 w 18"/>
                <a:gd name="T47" fmla="*/ 4 h 39"/>
                <a:gd name="T48" fmla="*/ 9 w 18"/>
                <a:gd name="T49" fmla="*/ 2 h 39"/>
                <a:gd name="T50" fmla="*/ 11 w 18"/>
                <a:gd name="T51" fmla="*/ 0 h 39"/>
                <a:gd name="T52" fmla="*/ 11 w 18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39">
                  <a:moveTo>
                    <a:pt x="11" y="0"/>
                  </a:moveTo>
                  <a:lnTo>
                    <a:pt x="11" y="0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2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3"/>
                  </a:lnTo>
                  <a:lnTo>
                    <a:pt x="11" y="26"/>
                  </a:lnTo>
                  <a:lnTo>
                    <a:pt x="9" y="15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6" name="Freeform 410">
              <a:extLst>
                <a:ext uri="{FF2B5EF4-FFF2-40B4-BE49-F238E27FC236}">
                  <a16:creationId xmlns:a16="http://schemas.microsoft.com/office/drawing/2014/main" id="{C8382CE2-CE96-4D18-83FC-EE913C92B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280" y="2358272"/>
              <a:ext cx="7415" cy="7415"/>
            </a:xfrm>
            <a:custGeom>
              <a:avLst/>
              <a:gdLst>
                <a:gd name="T0" fmla="*/ 2 w 5"/>
                <a:gd name="T1" fmla="*/ 0 h 5"/>
                <a:gd name="T2" fmla="*/ 2 w 5"/>
                <a:gd name="T3" fmla="*/ 0 h 5"/>
                <a:gd name="T4" fmla="*/ 0 w 5"/>
                <a:gd name="T5" fmla="*/ 1 h 5"/>
                <a:gd name="T6" fmla="*/ 0 w 5"/>
                <a:gd name="T7" fmla="*/ 3 h 5"/>
                <a:gd name="T8" fmla="*/ 2 w 5"/>
                <a:gd name="T9" fmla="*/ 5 h 5"/>
                <a:gd name="T10" fmla="*/ 5 w 5"/>
                <a:gd name="T11" fmla="*/ 5 h 5"/>
                <a:gd name="T12" fmla="*/ 5 w 5"/>
                <a:gd name="T13" fmla="*/ 5 h 5"/>
                <a:gd name="T14" fmla="*/ 5 w 5"/>
                <a:gd name="T15" fmla="*/ 1 h 5"/>
                <a:gd name="T16" fmla="*/ 3 w 5"/>
                <a:gd name="T17" fmla="*/ 0 h 5"/>
                <a:gd name="T18" fmla="*/ 2 w 5"/>
                <a:gd name="T19" fmla="*/ 0 h 5"/>
                <a:gd name="T20" fmla="*/ 2 w 5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2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7" name="Freeform 411">
              <a:extLst>
                <a:ext uri="{FF2B5EF4-FFF2-40B4-BE49-F238E27FC236}">
                  <a16:creationId xmlns:a16="http://schemas.microsoft.com/office/drawing/2014/main" id="{512A3CE9-70A4-4EE4-B68E-2A9AA086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60" y="2355306"/>
              <a:ext cx="40042" cy="69702"/>
            </a:xfrm>
            <a:custGeom>
              <a:avLst/>
              <a:gdLst>
                <a:gd name="T0" fmla="*/ 0 w 27"/>
                <a:gd name="T1" fmla="*/ 0 h 47"/>
                <a:gd name="T2" fmla="*/ 0 w 27"/>
                <a:gd name="T3" fmla="*/ 0 h 47"/>
                <a:gd name="T4" fmla="*/ 1 w 27"/>
                <a:gd name="T5" fmla="*/ 13 h 47"/>
                <a:gd name="T6" fmla="*/ 5 w 27"/>
                <a:gd name="T7" fmla="*/ 25 h 47"/>
                <a:gd name="T8" fmla="*/ 5 w 27"/>
                <a:gd name="T9" fmla="*/ 25 h 47"/>
                <a:gd name="T10" fmla="*/ 11 w 27"/>
                <a:gd name="T11" fmla="*/ 22 h 47"/>
                <a:gd name="T12" fmla="*/ 18 w 27"/>
                <a:gd name="T13" fmla="*/ 20 h 47"/>
                <a:gd name="T14" fmla="*/ 18 w 27"/>
                <a:gd name="T15" fmla="*/ 20 h 47"/>
                <a:gd name="T16" fmla="*/ 14 w 27"/>
                <a:gd name="T17" fmla="*/ 25 h 47"/>
                <a:gd name="T18" fmla="*/ 12 w 27"/>
                <a:gd name="T19" fmla="*/ 27 h 47"/>
                <a:gd name="T20" fmla="*/ 12 w 27"/>
                <a:gd name="T21" fmla="*/ 31 h 47"/>
                <a:gd name="T22" fmla="*/ 16 w 27"/>
                <a:gd name="T23" fmla="*/ 36 h 47"/>
                <a:gd name="T24" fmla="*/ 16 w 27"/>
                <a:gd name="T25" fmla="*/ 36 h 47"/>
                <a:gd name="T26" fmla="*/ 20 w 27"/>
                <a:gd name="T27" fmla="*/ 42 h 47"/>
                <a:gd name="T28" fmla="*/ 25 w 27"/>
                <a:gd name="T29" fmla="*/ 44 h 47"/>
                <a:gd name="T30" fmla="*/ 27 w 27"/>
                <a:gd name="T31" fmla="*/ 47 h 47"/>
                <a:gd name="T32" fmla="*/ 27 w 27"/>
                <a:gd name="T33" fmla="*/ 47 h 47"/>
                <a:gd name="T34" fmla="*/ 25 w 27"/>
                <a:gd name="T35" fmla="*/ 33 h 47"/>
                <a:gd name="T36" fmla="*/ 25 w 27"/>
                <a:gd name="T37" fmla="*/ 27 h 47"/>
                <a:gd name="T38" fmla="*/ 23 w 27"/>
                <a:gd name="T39" fmla="*/ 22 h 47"/>
                <a:gd name="T40" fmla="*/ 18 w 27"/>
                <a:gd name="T41" fmla="*/ 20 h 47"/>
                <a:gd name="T42" fmla="*/ 18 w 27"/>
                <a:gd name="T43" fmla="*/ 20 h 47"/>
                <a:gd name="T44" fmla="*/ 18 w 27"/>
                <a:gd name="T45" fmla="*/ 14 h 47"/>
                <a:gd name="T46" fmla="*/ 18 w 27"/>
                <a:gd name="T47" fmla="*/ 9 h 47"/>
                <a:gd name="T48" fmla="*/ 20 w 27"/>
                <a:gd name="T49" fmla="*/ 0 h 47"/>
                <a:gd name="T50" fmla="*/ 20 w 27"/>
                <a:gd name="T51" fmla="*/ 0 h 47"/>
                <a:gd name="T52" fmla="*/ 12 w 27"/>
                <a:gd name="T53" fmla="*/ 3 h 47"/>
                <a:gd name="T54" fmla="*/ 5 w 27"/>
                <a:gd name="T55" fmla="*/ 5 h 47"/>
                <a:gd name="T56" fmla="*/ 5 w 27"/>
                <a:gd name="T57" fmla="*/ 5 h 47"/>
                <a:gd name="T58" fmla="*/ 5 w 27"/>
                <a:gd name="T59" fmla="*/ 3 h 47"/>
                <a:gd name="T60" fmla="*/ 3 w 27"/>
                <a:gd name="T61" fmla="*/ 2 h 47"/>
                <a:gd name="T62" fmla="*/ 0 w 27"/>
                <a:gd name="T63" fmla="*/ 0 h 47"/>
                <a:gd name="T64" fmla="*/ 0 w 27"/>
                <a:gd name="T6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lnTo>
                    <a:pt x="0" y="0"/>
                  </a:lnTo>
                  <a:lnTo>
                    <a:pt x="1" y="1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11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4" y="25"/>
                  </a:lnTo>
                  <a:lnTo>
                    <a:pt x="12" y="27"/>
                  </a:lnTo>
                  <a:lnTo>
                    <a:pt x="12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5" y="33"/>
                  </a:lnTo>
                  <a:lnTo>
                    <a:pt x="25" y="27"/>
                  </a:lnTo>
                  <a:lnTo>
                    <a:pt x="23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9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2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3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8" name="Freeform 412">
              <a:extLst>
                <a:ext uri="{FF2B5EF4-FFF2-40B4-BE49-F238E27FC236}">
                  <a16:creationId xmlns:a16="http://schemas.microsoft.com/office/drawing/2014/main" id="{91CCCCAC-8D48-472B-B0E3-E3518A3B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325646"/>
              <a:ext cx="81566" cy="142368"/>
            </a:xfrm>
            <a:custGeom>
              <a:avLst/>
              <a:gdLst>
                <a:gd name="T0" fmla="*/ 19 w 55"/>
                <a:gd name="T1" fmla="*/ 0 h 96"/>
                <a:gd name="T2" fmla="*/ 20 w 55"/>
                <a:gd name="T3" fmla="*/ 5 h 96"/>
                <a:gd name="T4" fmla="*/ 24 w 55"/>
                <a:gd name="T5" fmla="*/ 5 h 96"/>
                <a:gd name="T6" fmla="*/ 22 w 55"/>
                <a:gd name="T7" fmla="*/ 11 h 96"/>
                <a:gd name="T8" fmla="*/ 22 w 55"/>
                <a:gd name="T9" fmla="*/ 20 h 96"/>
                <a:gd name="T10" fmla="*/ 30 w 55"/>
                <a:gd name="T11" fmla="*/ 33 h 96"/>
                <a:gd name="T12" fmla="*/ 37 w 55"/>
                <a:gd name="T13" fmla="*/ 45 h 96"/>
                <a:gd name="T14" fmla="*/ 37 w 55"/>
                <a:gd name="T15" fmla="*/ 54 h 96"/>
                <a:gd name="T16" fmla="*/ 42 w 55"/>
                <a:gd name="T17" fmla="*/ 64 h 96"/>
                <a:gd name="T18" fmla="*/ 48 w 55"/>
                <a:gd name="T19" fmla="*/ 71 h 96"/>
                <a:gd name="T20" fmla="*/ 53 w 55"/>
                <a:gd name="T21" fmla="*/ 71 h 96"/>
                <a:gd name="T22" fmla="*/ 55 w 55"/>
                <a:gd name="T23" fmla="*/ 71 h 96"/>
                <a:gd name="T24" fmla="*/ 51 w 55"/>
                <a:gd name="T25" fmla="*/ 76 h 96"/>
                <a:gd name="T26" fmla="*/ 50 w 55"/>
                <a:gd name="T27" fmla="*/ 82 h 96"/>
                <a:gd name="T28" fmla="*/ 53 w 55"/>
                <a:gd name="T29" fmla="*/ 93 h 96"/>
                <a:gd name="T30" fmla="*/ 51 w 55"/>
                <a:gd name="T31" fmla="*/ 91 h 96"/>
                <a:gd name="T32" fmla="*/ 48 w 55"/>
                <a:gd name="T33" fmla="*/ 91 h 96"/>
                <a:gd name="T34" fmla="*/ 46 w 55"/>
                <a:gd name="T35" fmla="*/ 96 h 96"/>
                <a:gd name="T36" fmla="*/ 41 w 55"/>
                <a:gd name="T37" fmla="*/ 96 h 96"/>
                <a:gd name="T38" fmla="*/ 41 w 55"/>
                <a:gd name="T39" fmla="*/ 84 h 96"/>
                <a:gd name="T40" fmla="*/ 41 w 55"/>
                <a:gd name="T41" fmla="*/ 71 h 96"/>
                <a:gd name="T42" fmla="*/ 37 w 55"/>
                <a:gd name="T43" fmla="*/ 67 h 96"/>
                <a:gd name="T44" fmla="*/ 37 w 55"/>
                <a:gd name="T45" fmla="*/ 64 h 96"/>
                <a:gd name="T46" fmla="*/ 26 w 55"/>
                <a:gd name="T47" fmla="*/ 64 h 96"/>
                <a:gd name="T48" fmla="*/ 28 w 55"/>
                <a:gd name="T49" fmla="*/ 58 h 96"/>
                <a:gd name="T50" fmla="*/ 30 w 55"/>
                <a:gd name="T51" fmla="*/ 53 h 96"/>
                <a:gd name="T52" fmla="*/ 24 w 55"/>
                <a:gd name="T53" fmla="*/ 51 h 96"/>
                <a:gd name="T54" fmla="*/ 22 w 55"/>
                <a:gd name="T55" fmla="*/ 54 h 96"/>
                <a:gd name="T56" fmla="*/ 22 w 55"/>
                <a:gd name="T57" fmla="*/ 49 h 96"/>
                <a:gd name="T58" fmla="*/ 15 w 55"/>
                <a:gd name="T59" fmla="*/ 44 h 96"/>
                <a:gd name="T60" fmla="*/ 8 w 55"/>
                <a:gd name="T61" fmla="*/ 40 h 96"/>
                <a:gd name="T62" fmla="*/ 10 w 55"/>
                <a:gd name="T63" fmla="*/ 29 h 96"/>
                <a:gd name="T64" fmla="*/ 2 w 55"/>
                <a:gd name="T65" fmla="*/ 29 h 96"/>
                <a:gd name="T66" fmla="*/ 0 w 55"/>
                <a:gd name="T67" fmla="*/ 27 h 96"/>
                <a:gd name="T68" fmla="*/ 0 w 55"/>
                <a:gd name="T69" fmla="*/ 22 h 96"/>
                <a:gd name="T70" fmla="*/ 10 w 55"/>
                <a:gd name="T71" fmla="*/ 7 h 96"/>
                <a:gd name="T72" fmla="*/ 13 w 55"/>
                <a:gd name="T73" fmla="*/ 11 h 96"/>
                <a:gd name="T74" fmla="*/ 17 w 55"/>
                <a:gd name="T75" fmla="*/ 11 h 96"/>
                <a:gd name="T76" fmla="*/ 19 w 55"/>
                <a:gd name="T77" fmla="*/ 9 h 96"/>
                <a:gd name="T78" fmla="*/ 19 w 55"/>
                <a:gd name="T79" fmla="*/ 3 h 96"/>
                <a:gd name="T80" fmla="*/ 19 w 55"/>
                <a:gd name="T8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" h="96">
                  <a:moveTo>
                    <a:pt x="19" y="0"/>
                  </a:moveTo>
                  <a:lnTo>
                    <a:pt x="19" y="0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2" y="3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5"/>
                  </a:lnTo>
                  <a:lnTo>
                    <a:pt x="30" y="33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9"/>
                  </a:lnTo>
                  <a:lnTo>
                    <a:pt x="37" y="54"/>
                  </a:lnTo>
                  <a:lnTo>
                    <a:pt x="37" y="54"/>
                  </a:lnTo>
                  <a:lnTo>
                    <a:pt x="42" y="64"/>
                  </a:lnTo>
                  <a:lnTo>
                    <a:pt x="46" y="69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53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4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0" y="82"/>
                  </a:lnTo>
                  <a:lnTo>
                    <a:pt x="51" y="85"/>
                  </a:lnTo>
                  <a:lnTo>
                    <a:pt x="53" y="93"/>
                  </a:lnTo>
                  <a:lnTo>
                    <a:pt x="53" y="93"/>
                  </a:lnTo>
                  <a:lnTo>
                    <a:pt x="51" y="91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5"/>
                  </a:lnTo>
                  <a:lnTo>
                    <a:pt x="46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1"/>
                  </a:lnTo>
                  <a:lnTo>
                    <a:pt x="41" y="84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1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58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26" y="49"/>
                  </a:lnTo>
                  <a:lnTo>
                    <a:pt x="24" y="51"/>
                  </a:lnTo>
                  <a:lnTo>
                    <a:pt x="24" y="53"/>
                  </a:lnTo>
                  <a:lnTo>
                    <a:pt x="22" y="54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19" y="47"/>
                  </a:lnTo>
                  <a:lnTo>
                    <a:pt x="15" y="44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9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9" name="Freeform 413">
              <a:extLst>
                <a:ext uri="{FF2B5EF4-FFF2-40B4-BE49-F238E27FC236}">
                  <a16:creationId xmlns:a16="http://schemas.microsoft.com/office/drawing/2014/main" id="{F0AB6AD9-5F91-435F-867A-1918C0EB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984" y="2269292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3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0" name="Freeform 414">
              <a:extLst>
                <a:ext uri="{FF2B5EF4-FFF2-40B4-BE49-F238E27FC236}">
                  <a16:creationId xmlns:a16="http://schemas.microsoft.com/office/drawing/2014/main" id="{B699F1ED-9B0C-48A8-8C0B-3EE3AE85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52979"/>
              <a:ext cx="5932" cy="7415"/>
            </a:xfrm>
            <a:custGeom>
              <a:avLst/>
              <a:gdLst>
                <a:gd name="T0" fmla="*/ 2 w 4"/>
                <a:gd name="T1" fmla="*/ 1 h 5"/>
                <a:gd name="T2" fmla="*/ 2 w 4"/>
                <a:gd name="T3" fmla="*/ 1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1 h 5"/>
                <a:gd name="T14" fmla="*/ 4 w 4"/>
                <a:gd name="T15" fmla="*/ 0 h 5"/>
                <a:gd name="T16" fmla="*/ 2 w 4"/>
                <a:gd name="T17" fmla="*/ 1 h 5"/>
                <a:gd name="T18" fmla="*/ 2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1" name="Freeform 415">
              <a:extLst>
                <a:ext uri="{FF2B5EF4-FFF2-40B4-BE49-F238E27FC236}">
                  <a16:creationId xmlns:a16="http://schemas.microsoft.com/office/drawing/2014/main" id="{10D2E026-F015-4DCE-8CD2-9C1BA38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2250013"/>
              <a:ext cx="13348" cy="10381"/>
            </a:xfrm>
            <a:custGeom>
              <a:avLst/>
              <a:gdLst>
                <a:gd name="T0" fmla="*/ 2 w 9"/>
                <a:gd name="T1" fmla="*/ 0 h 7"/>
                <a:gd name="T2" fmla="*/ 2 w 9"/>
                <a:gd name="T3" fmla="*/ 0 h 7"/>
                <a:gd name="T4" fmla="*/ 7 w 9"/>
                <a:gd name="T5" fmla="*/ 2 h 7"/>
                <a:gd name="T6" fmla="*/ 9 w 9"/>
                <a:gd name="T7" fmla="*/ 5 h 7"/>
                <a:gd name="T8" fmla="*/ 7 w 9"/>
                <a:gd name="T9" fmla="*/ 7 h 7"/>
                <a:gd name="T10" fmla="*/ 0 w 9"/>
                <a:gd name="T11" fmla="*/ 7 h 7"/>
                <a:gd name="T12" fmla="*/ 0 w 9"/>
                <a:gd name="T13" fmla="*/ 7 h 7"/>
                <a:gd name="T14" fmla="*/ 0 w 9"/>
                <a:gd name="T15" fmla="*/ 2 h 7"/>
                <a:gd name="T16" fmla="*/ 0 w 9"/>
                <a:gd name="T17" fmla="*/ 0 h 7"/>
                <a:gd name="T18" fmla="*/ 2 w 9"/>
                <a:gd name="T19" fmla="*/ 0 h 7"/>
                <a:gd name="T20" fmla="*/ 2 w 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lnTo>
                    <a:pt x="2" y="0"/>
                  </a:lnTo>
                  <a:lnTo>
                    <a:pt x="7" y="2"/>
                  </a:lnTo>
                  <a:lnTo>
                    <a:pt x="9" y="5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2" name="Freeform 416">
              <a:extLst>
                <a:ext uri="{FF2B5EF4-FFF2-40B4-BE49-F238E27FC236}">
                  <a16:creationId xmlns:a16="http://schemas.microsoft.com/office/drawing/2014/main" id="{67925948-592A-4EBD-8CBB-FB8059C8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626" y="2250013"/>
              <a:ext cx="7415" cy="7415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5 w 5"/>
                <a:gd name="T5" fmla="*/ 2 h 5"/>
                <a:gd name="T6" fmla="*/ 3 w 5"/>
                <a:gd name="T7" fmla="*/ 2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2 h 5"/>
                <a:gd name="T14" fmla="*/ 0 w 5"/>
                <a:gd name="T15" fmla="*/ 0 h 5"/>
                <a:gd name="T16" fmla="*/ 1 w 5"/>
                <a:gd name="T17" fmla="*/ 0 h 5"/>
                <a:gd name="T18" fmla="*/ 1 w 5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3" name="Freeform 417">
              <a:extLst>
                <a:ext uri="{FF2B5EF4-FFF2-40B4-BE49-F238E27FC236}">
                  <a16:creationId xmlns:a16="http://schemas.microsoft.com/office/drawing/2014/main" id="{9A49D61F-F573-4DFB-8F87-A4670220B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33" y="2244081"/>
              <a:ext cx="11864" cy="26694"/>
            </a:xfrm>
            <a:custGeom>
              <a:avLst/>
              <a:gdLst>
                <a:gd name="T0" fmla="*/ 4 w 8"/>
                <a:gd name="T1" fmla="*/ 2 h 18"/>
                <a:gd name="T2" fmla="*/ 4 w 8"/>
                <a:gd name="T3" fmla="*/ 2 h 18"/>
                <a:gd name="T4" fmla="*/ 4 w 8"/>
                <a:gd name="T5" fmla="*/ 17 h 18"/>
                <a:gd name="T6" fmla="*/ 4 w 8"/>
                <a:gd name="T7" fmla="*/ 17 h 18"/>
                <a:gd name="T8" fmla="*/ 0 w 8"/>
                <a:gd name="T9" fmla="*/ 17 h 18"/>
                <a:gd name="T10" fmla="*/ 2 w 8"/>
                <a:gd name="T11" fmla="*/ 17 h 18"/>
                <a:gd name="T12" fmla="*/ 6 w 8"/>
                <a:gd name="T13" fmla="*/ 18 h 18"/>
                <a:gd name="T14" fmla="*/ 6 w 8"/>
                <a:gd name="T15" fmla="*/ 18 h 18"/>
                <a:gd name="T16" fmla="*/ 6 w 8"/>
                <a:gd name="T17" fmla="*/ 15 h 18"/>
                <a:gd name="T18" fmla="*/ 8 w 8"/>
                <a:gd name="T19" fmla="*/ 11 h 18"/>
                <a:gd name="T20" fmla="*/ 8 w 8"/>
                <a:gd name="T21" fmla="*/ 11 h 18"/>
                <a:gd name="T22" fmla="*/ 6 w 8"/>
                <a:gd name="T23" fmla="*/ 4 h 18"/>
                <a:gd name="T24" fmla="*/ 4 w 8"/>
                <a:gd name="T25" fmla="*/ 0 h 18"/>
                <a:gd name="T26" fmla="*/ 4 w 8"/>
                <a:gd name="T27" fmla="*/ 0 h 18"/>
                <a:gd name="T28" fmla="*/ 4 w 8"/>
                <a:gd name="T29" fmla="*/ 2 h 18"/>
                <a:gd name="T30" fmla="*/ 4 w 8"/>
                <a:gd name="T31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8">
                  <a:moveTo>
                    <a:pt x="4" y="2"/>
                  </a:moveTo>
                  <a:lnTo>
                    <a:pt x="4" y="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4" name="Freeform 418">
              <a:extLst>
                <a:ext uri="{FF2B5EF4-FFF2-40B4-BE49-F238E27FC236}">
                  <a16:creationId xmlns:a16="http://schemas.microsoft.com/office/drawing/2014/main" id="{DDE8F7A4-7FD0-4D96-97E8-B232E614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39632"/>
              <a:ext cx="7415" cy="10381"/>
            </a:xfrm>
            <a:custGeom>
              <a:avLst/>
              <a:gdLst>
                <a:gd name="T0" fmla="*/ 4 w 5"/>
                <a:gd name="T1" fmla="*/ 0 h 7"/>
                <a:gd name="T2" fmla="*/ 4 w 5"/>
                <a:gd name="T3" fmla="*/ 0 h 7"/>
                <a:gd name="T4" fmla="*/ 0 w 5"/>
                <a:gd name="T5" fmla="*/ 5 h 7"/>
                <a:gd name="T6" fmla="*/ 0 w 5"/>
                <a:gd name="T7" fmla="*/ 7 h 7"/>
                <a:gd name="T8" fmla="*/ 4 w 5"/>
                <a:gd name="T9" fmla="*/ 7 h 7"/>
                <a:gd name="T10" fmla="*/ 4 w 5"/>
                <a:gd name="T11" fmla="*/ 7 h 7"/>
                <a:gd name="T12" fmla="*/ 5 w 5"/>
                <a:gd name="T13" fmla="*/ 1 h 7"/>
                <a:gd name="T14" fmla="*/ 5 w 5"/>
                <a:gd name="T15" fmla="*/ 0 h 7"/>
                <a:gd name="T16" fmla="*/ 4 w 5"/>
                <a:gd name="T17" fmla="*/ 0 h 7"/>
                <a:gd name="T18" fmla="*/ 4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5" name="Freeform 419">
              <a:extLst>
                <a:ext uri="{FF2B5EF4-FFF2-40B4-BE49-F238E27FC236}">
                  <a16:creationId xmlns:a16="http://schemas.microsoft.com/office/drawing/2014/main" id="{714C259F-FA20-4FBC-AA09-E3F03C6B5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972" y="2187726"/>
              <a:ext cx="29660" cy="53388"/>
            </a:xfrm>
            <a:custGeom>
              <a:avLst/>
              <a:gdLst>
                <a:gd name="T0" fmla="*/ 13 w 20"/>
                <a:gd name="T1" fmla="*/ 0 h 36"/>
                <a:gd name="T2" fmla="*/ 13 w 20"/>
                <a:gd name="T3" fmla="*/ 0 h 36"/>
                <a:gd name="T4" fmla="*/ 20 w 20"/>
                <a:gd name="T5" fmla="*/ 4 h 36"/>
                <a:gd name="T6" fmla="*/ 20 w 20"/>
                <a:gd name="T7" fmla="*/ 4 h 36"/>
                <a:gd name="T8" fmla="*/ 16 w 20"/>
                <a:gd name="T9" fmla="*/ 20 h 36"/>
                <a:gd name="T10" fmla="*/ 9 w 20"/>
                <a:gd name="T11" fmla="*/ 36 h 36"/>
                <a:gd name="T12" fmla="*/ 9 w 20"/>
                <a:gd name="T13" fmla="*/ 36 h 36"/>
                <a:gd name="T14" fmla="*/ 2 w 20"/>
                <a:gd name="T15" fmla="*/ 36 h 36"/>
                <a:gd name="T16" fmla="*/ 2 w 20"/>
                <a:gd name="T17" fmla="*/ 36 h 36"/>
                <a:gd name="T18" fmla="*/ 2 w 20"/>
                <a:gd name="T19" fmla="*/ 29 h 36"/>
                <a:gd name="T20" fmla="*/ 0 w 20"/>
                <a:gd name="T21" fmla="*/ 22 h 36"/>
                <a:gd name="T22" fmla="*/ 0 w 20"/>
                <a:gd name="T23" fmla="*/ 22 h 36"/>
                <a:gd name="T24" fmla="*/ 0 w 20"/>
                <a:gd name="T25" fmla="*/ 20 h 36"/>
                <a:gd name="T26" fmla="*/ 2 w 20"/>
                <a:gd name="T27" fmla="*/ 13 h 36"/>
                <a:gd name="T28" fmla="*/ 2 w 20"/>
                <a:gd name="T29" fmla="*/ 13 h 36"/>
                <a:gd name="T30" fmla="*/ 7 w 20"/>
                <a:gd name="T31" fmla="*/ 7 h 36"/>
                <a:gd name="T32" fmla="*/ 13 w 20"/>
                <a:gd name="T33" fmla="*/ 0 h 36"/>
                <a:gd name="T34" fmla="*/ 13 w 20"/>
                <a:gd name="T3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6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6" y="20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6" name="Freeform 420">
              <a:extLst>
                <a:ext uri="{FF2B5EF4-FFF2-40B4-BE49-F238E27FC236}">
                  <a16:creationId xmlns:a16="http://schemas.microsoft.com/office/drawing/2014/main" id="{FB6C9EFC-977C-406B-A655-C470843E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108" y="2165482"/>
              <a:ext cx="14830" cy="19280"/>
            </a:xfrm>
            <a:custGeom>
              <a:avLst/>
              <a:gdLst>
                <a:gd name="T0" fmla="*/ 8 w 10"/>
                <a:gd name="T1" fmla="*/ 0 h 13"/>
                <a:gd name="T2" fmla="*/ 8 w 10"/>
                <a:gd name="T3" fmla="*/ 0 h 13"/>
                <a:gd name="T4" fmla="*/ 10 w 10"/>
                <a:gd name="T5" fmla="*/ 6 h 13"/>
                <a:gd name="T6" fmla="*/ 10 w 10"/>
                <a:gd name="T7" fmla="*/ 9 h 13"/>
                <a:gd name="T8" fmla="*/ 8 w 10"/>
                <a:gd name="T9" fmla="*/ 13 h 13"/>
                <a:gd name="T10" fmla="*/ 0 w 10"/>
                <a:gd name="T11" fmla="*/ 13 h 13"/>
                <a:gd name="T12" fmla="*/ 0 w 10"/>
                <a:gd name="T13" fmla="*/ 13 h 13"/>
                <a:gd name="T14" fmla="*/ 0 w 10"/>
                <a:gd name="T15" fmla="*/ 6 h 13"/>
                <a:gd name="T16" fmla="*/ 0 w 10"/>
                <a:gd name="T17" fmla="*/ 6 h 13"/>
                <a:gd name="T18" fmla="*/ 8 w 10"/>
                <a:gd name="T19" fmla="*/ 0 h 13"/>
                <a:gd name="T20" fmla="*/ 8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8" y="0"/>
                  </a:moveTo>
                  <a:lnTo>
                    <a:pt x="8" y="0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7" name="Freeform 421">
              <a:extLst>
                <a:ext uri="{FF2B5EF4-FFF2-40B4-BE49-F238E27FC236}">
                  <a16:creationId xmlns:a16="http://schemas.microsoft.com/office/drawing/2014/main" id="{81118F8A-D0D6-4AB7-8B87-6F912A5E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801" y="2122474"/>
              <a:ext cx="105294" cy="59320"/>
            </a:xfrm>
            <a:custGeom>
              <a:avLst/>
              <a:gdLst>
                <a:gd name="T0" fmla="*/ 35 w 71"/>
                <a:gd name="T1" fmla="*/ 0 h 40"/>
                <a:gd name="T2" fmla="*/ 35 w 71"/>
                <a:gd name="T3" fmla="*/ 0 h 40"/>
                <a:gd name="T4" fmla="*/ 37 w 71"/>
                <a:gd name="T5" fmla="*/ 2 h 40"/>
                <a:gd name="T6" fmla="*/ 37 w 71"/>
                <a:gd name="T7" fmla="*/ 4 h 40"/>
                <a:gd name="T8" fmla="*/ 38 w 71"/>
                <a:gd name="T9" fmla="*/ 6 h 40"/>
                <a:gd name="T10" fmla="*/ 38 w 71"/>
                <a:gd name="T11" fmla="*/ 6 h 40"/>
                <a:gd name="T12" fmla="*/ 44 w 71"/>
                <a:gd name="T13" fmla="*/ 6 h 40"/>
                <a:gd name="T14" fmla="*/ 47 w 71"/>
                <a:gd name="T15" fmla="*/ 4 h 40"/>
                <a:gd name="T16" fmla="*/ 51 w 71"/>
                <a:gd name="T17" fmla="*/ 0 h 40"/>
                <a:gd name="T18" fmla="*/ 51 w 71"/>
                <a:gd name="T19" fmla="*/ 0 h 40"/>
                <a:gd name="T20" fmla="*/ 71 w 71"/>
                <a:gd name="T21" fmla="*/ 4 h 40"/>
                <a:gd name="T22" fmla="*/ 71 w 71"/>
                <a:gd name="T23" fmla="*/ 4 h 40"/>
                <a:gd name="T24" fmla="*/ 55 w 71"/>
                <a:gd name="T25" fmla="*/ 7 h 40"/>
                <a:gd name="T26" fmla="*/ 42 w 71"/>
                <a:gd name="T27" fmla="*/ 15 h 40"/>
                <a:gd name="T28" fmla="*/ 17 w 71"/>
                <a:gd name="T29" fmla="*/ 33 h 40"/>
                <a:gd name="T30" fmla="*/ 17 w 71"/>
                <a:gd name="T31" fmla="*/ 33 h 40"/>
                <a:gd name="T32" fmla="*/ 15 w 71"/>
                <a:gd name="T33" fmla="*/ 35 h 40"/>
                <a:gd name="T34" fmla="*/ 15 w 71"/>
                <a:gd name="T35" fmla="*/ 40 h 40"/>
                <a:gd name="T36" fmla="*/ 15 w 71"/>
                <a:gd name="T37" fmla="*/ 40 h 40"/>
                <a:gd name="T38" fmla="*/ 9 w 71"/>
                <a:gd name="T39" fmla="*/ 38 h 40"/>
                <a:gd name="T40" fmla="*/ 6 w 71"/>
                <a:gd name="T41" fmla="*/ 40 h 40"/>
                <a:gd name="T42" fmla="*/ 6 w 71"/>
                <a:gd name="T43" fmla="*/ 40 h 40"/>
                <a:gd name="T44" fmla="*/ 0 w 71"/>
                <a:gd name="T45" fmla="*/ 33 h 40"/>
                <a:gd name="T46" fmla="*/ 6 w 71"/>
                <a:gd name="T47" fmla="*/ 33 h 40"/>
                <a:gd name="T48" fmla="*/ 6 w 71"/>
                <a:gd name="T49" fmla="*/ 33 h 40"/>
                <a:gd name="T50" fmla="*/ 35 w 71"/>
                <a:gd name="T51" fmla="*/ 0 h 40"/>
                <a:gd name="T52" fmla="*/ 35 w 71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40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4" y="6"/>
                  </a:lnTo>
                  <a:lnTo>
                    <a:pt x="47" y="4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55" y="7"/>
                  </a:lnTo>
                  <a:lnTo>
                    <a:pt x="42" y="1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3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9" y="38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0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8" name="Freeform 422">
              <a:extLst>
                <a:ext uri="{FF2B5EF4-FFF2-40B4-BE49-F238E27FC236}">
                  <a16:creationId xmlns:a16="http://schemas.microsoft.com/office/drawing/2014/main" id="{EF5D0795-5E26-41F9-9D5A-087BC712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2027562"/>
              <a:ext cx="16314" cy="25212"/>
            </a:xfrm>
            <a:custGeom>
              <a:avLst/>
              <a:gdLst>
                <a:gd name="T0" fmla="*/ 6 w 11"/>
                <a:gd name="T1" fmla="*/ 0 h 17"/>
                <a:gd name="T2" fmla="*/ 6 w 11"/>
                <a:gd name="T3" fmla="*/ 0 h 17"/>
                <a:gd name="T4" fmla="*/ 2 w 11"/>
                <a:gd name="T5" fmla="*/ 6 h 17"/>
                <a:gd name="T6" fmla="*/ 0 w 11"/>
                <a:gd name="T7" fmla="*/ 8 h 17"/>
                <a:gd name="T8" fmla="*/ 0 w 11"/>
                <a:gd name="T9" fmla="*/ 8 h 17"/>
                <a:gd name="T10" fmla="*/ 0 w 11"/>
                <a:gd name="T11" fmla="*/ 15 h 17"/>
                <a:gd name="T12" fmla="*/ 2 w 11"/>
                <a:gd name="T13" fmla="*/ 17 h 17"/>
                <a:gd name="T14" fmla="*/ 4 w 11"/>
                <a:gd name="T15" fmla="*/ 15 h 17"/>
                <a:gd name="T16" fmla="*/ 8 w 11"/>
                <a:gd name="T17" fmla="*/ 11 h 17"/>
                <a:gd name="T18" fmla="*/ 9 w 11"/>
                <a:gd name="T19" fmla="*/ 8 h 17"/>
                <a:gd name="T20" fmla="*/ 11 w 11"/>
                <a:gd name="T21" fmla="*/ 4 h 17"/>
                <a:gd name="T22" fmla="*/ 9 w 11"/>
                <a:gd name="T23" fmla="*/ 0 h 17"/>
                <a:gd name="T24" fmla="*/ 6 w 11"/>
                <a:gd name="T25" fmla="*/ 0 h 17"/>
                <a:gd name="T26" fmla="*/ 6 w 11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lnTo>
                    <a:pt x="6" y="0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1" y="4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9" name="Freeform 423">
              <a:extLst>
                <a:ext uri="{FF2B5EF4-FFF2-40B4-BE49-F238E27FC236}">
                  <a16:creationId xmlns:a16="http://schemas.microsoft.com/office/drawing/2014/main" id="{A0ED06F4-3BE7-4CE9-A955-2FFD0CEE2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691" y="2006800"/>
              <a:ext cx="7415" cy="7415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5 h 5"/>
                <a:gd name="T4" fmla="*/ 2 w 5"/>
                <a:gd name="T5" fmla="*/ 5 h 5"/>
                <a:gd name="T6" fmla="*/ 5 w 5"/>
                <a:gd name="T7" fmla="*/ 5 h 5"/>
                <a:gd name="T8" fmla="*/ 3 w 5"/>
                <a:gd name="T9" fmla="*/ 3 h 5"/>
                <a:gd name="T10" fmla="*/ 0 w 5"/>
                <a:gd name="T11" fmla="*/ 0 h 5"/>
                <a:gd name="T12" fmla="*/ 0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0" name="Freeform 424">
              <a:extLst>
                <a:ext uri="{FF2B5EF4-FFF2-40B4-BE49-F238E27FC236}">
                  <a16:creationId xmlns:a16="http://schemas.microsoft.com/office/drawing/2014/main" id="{1E6769FA-A4AA-4130-974D-944B8C1E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454" y="2003834"/>
              <a:ext cx="8898" cy="10381"/>
            </a:xfrm>
            <a:custGeom>
              <a:avLst/>
              <a:gdLst>
                <a:gd name="T0" fmla="*/ 0 w 6"/>
                <a:gd name="T1" fmla="*/ 0 h 7"/>
                <a:gd name="T2" fmla="*/ 0 w 6"/>
                <a:gd name="T3" fmla="*/ 0 h 7"/>
                <a:gd name="T4" fmla="*/ 2 w 6"/>
                <a:gd name="T5" fmla="*/ 7 h 7"/>
                <a:gd name="T6" fmla="*/ 2 w 6"/>
                <a:gd name="T7" fmla="*/ 7 h 7"/>
                <a:gd name="T8" fmla="*/ 6 w 6"/>
                <a:gd name="T9" fmla="*/ 7 h 7"/>
                <a:gd name="T10" fmla="*/ 6 w 6"/>
                <a:gd name="T11" fmla="*/ 4 h 7"/>
                <a:gd name="T12" fmla="*/ 4 w 6"/>
                <a:gd name="T13" fmla="*/ 2 h 7"/>
                <a:gd name="T14" fmla="*/ 0 w 6"/>
                <a:gd name="T15" fmla="*/ 0 h 7"/>
                <a:gd name="T16" fmla="*/ 0 w 6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7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1" name="Freeform 425">
              <a:extLst>
                <a:ext uri="{FF2B5EF4-FFF2-40B4-BE49-F238E27FC236}">
                  <a16:creationId xmlns:a16="http://schemas.microsoft.com/office/drawing/2014/main" id="{9D202316-C879-472E-A1A4-D6923B50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7" y="1996419"/>
              <a:ext cx="51906" cy="37076"/>
            </a:xfrm>
            <a:custGeom>
              <a:avLst/>
              <a:gdLst>
                <a:gd name="T0" fmla="*/ 29 w 35"/>
                <a:gd name="T1" fmla="*/ 0 h 25"/>
                <a:gd name="T2" fmla="*/ 29 w 35"/>
                <a:gd name="T3" fmla="*/ 0 h 25"/>
                <a:gd name="T4" fmla="*/ 26 w 35"/>
                <a:gd name="T5" fmla="*/ 3 h 25"/>
                <a:gd name="T6" fmla="*/ 24 w 35"/>
                <a:gd name="T7" fmla="*/ 7 h 25"/>
                <a:gd name="T8" fmla="*/ 24 w 35"/>
                <a:gd name="T9" fmla="*/ 7 h 25"/>
                <a:gd name="T10" fmla="*/ 20 w 35"/>
                <a:gd name="T11" fmla="*/ 10 h 25"/>
                <a:gd name="T12" fmla="*/ 15 w 35"/>
                <a:gd name="T13" fmla="*/ 10 h 25"/>
                <a:gd name="T14" fmla="*/ 9 w 35"/>
                <a:gd name="T15" fmla="*/ 12 h 25"/>
                <a:gd name="T16" fmla="*/ 4 w 35"/>
                <a:gd name="T17" fmla="*/ 14 h 25"/>
                <a:gd name="T18" fmla="*/ 4 w 35"/>
                <a:gd name="T19" fmla="*/ 14 h 25"/>
                <a:gd name="T20" fmla="*/ 2 w 35"/>
                <a:gd name="T21" fmla="*/ 18 h 25"/>
                <a:gd name="T22" fmla="*/ 0 w 35"/>
                <a:gd name="T23" fmla="*/ 21 h 25"/>
                <a:gd name="T24" fmla="*/ 4 w 35"/>
                <a:gd name="T25" fmla="*/ 21 h 25"/>
                <a:gd name="T26" fmla="*/ 4 w 35"/>
                <a:gd name="T27" fmla="*/ 21 h 25"/>
                <a:gd name="T28" fmla="*/ 6 w 35"/>
                <a:gd name="T29" fmla="*/ 23 h 25"/>
                <a:gd name="T30" fmla="*/ 8 w 35"/>
                <a:gd name="T31" fmla="*/ 25 h 25"/>
                <a:gd name="T32" fmla="*/ 9 w 35"/>
                <a:gd name="T33" fmla="*/ 25 h 25"/>
                <a:gd name="T34" fmla="*/ 9 w 35"/>
                <a:gd name="T35" fmla="*/ 25 h 25"/>
                <a:gd name="T36" fmla="*/ 13 w 35"/>
                <a:gd name="T37" fmla="*/ 18 h 25"/>
                <a:gd name="T38" fmla="*/ 13 w 35"/>
                <a:gd name="T39" fmla="*/ 18 h 25"/>
                <a:gd name="T40" fmla="*/ 15 w 35"/>
                <a:gd name="T41" fmla="*/ 16 h 25"/>
                <a:gd name="T42" fmla="*/ 19 w 35"/>
                <a:gd name="T43" fmla="*/ 18 h 25"/>
                <a:gd name="T44" fmla="*/ 22 w 35"/>
                <a:gd name="T45" fmla="*/ 18 h 25"/>
                <a:gd name="T46" fmla="*/ 24 w 35"/>
                <a:gd name="T47" fmla="*/ 18 h 25"/>
                <a:gd name="T48" fmla="*/ 24 w 35"/>
                <a:gd name="T49" fmla="*/ 18 h 25"/>
                <a:gd name="T50" fmla="*/ 26 w 35"/>
                <a:gd name="T51" fmla="*/ 12 h 25"/>
                <a:gd name="T52" fmla="*/ 28 w 35"/>
                <a:gd name="T53" fmla="*/ 7 h 25"/>
                <a:gd name="T54" fmla="*/ 28 w 35"/>
                <a:gd name="T55" fmla="*/ 7 h 25"/>
                <a:gd name="T56" fmla="*/ 31 w 35"/>
                <a:gd name="T57" fmla="*/ 7 h 25"/>
                <a:gd name="T58" fmla="*/ 35 w 35"/>
                <a:gd name="T59" fmla="*/ 5 h 25"/>
                <a:gd name="T60" fmla="*/ 35 w 35"/>
                <a:gd name="T61" fmla="*/ 5 h 25"/>
                <a:gd name="T62" fmla="*/ 33 w 35"/>
                <a:gd name="T63" fmla="*/ 3 h 25"/>
                <a:gd name="T64" fmla="*/ 31 w 35"/>
                <a:gd name="T65" fmla="*/ 1 h 25"/>
                <a:gd name="T66" fmla="*/ 31 w 35"/>
                <a:gd name="T67" fmla="*/ 0 h 25"/>
                <a:gd name="T68" fmla="*/ 29 w 35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" h="25">
                  <a:moveTo>
                    <a:pt x="29" y="0"/>
                  </a:moveTo>
                  <a:lnTo>
                    <a:pt x="29" y="0"/>
                  </a:lnTo>
                  <a:lnTo>
                    <a:pt x="26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9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8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6" y="12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1" y="1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2" name="Freeform 426">
              <a:extLst>
                <a:ext uri="{FF2B5EF4-FFF2-40B4-BE49-F238E27FC236}">
                  <a16:creationId xmlns:a16="http://schemas.microsoft.com/office/drawing/2014/main" id="{41488AB3-7142-446F-97D7-FDF77BD8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466" y="1981589"/>
              <a:ext cx="191308" cy="94912"/>
            </a:xfrm>
            <a:custGeom>
              <a:avLst/>
              <a:gdLst>
                <a:gd name="T0" fmla="*/ 34 w 129"/>
                <a:gd name="T1" fmla="*/ 0 h 64"/>
                <a:gd name="T2" fmla="*/ 49 w 129"/>
                <a:gd name="T3" fmla="*/ 10 h 64"/>
                <a:gd name="T4" fmla="*/ 56 w 129"/>
                <a:gd name="T5" fmla="*/ 24 h 64"/>
                <a:gd name="T6" fmla="*/ 71 w 129"/>
                <a:gd name="T7" fmla="*/ 26 h 64"/>
                <a:gd name="T8" fmla="*/ 85 w 129"/>
                <a:gd name="T9" fmla="*/ 24 h 64"/>
                <a:gd name="T10" fmla="*/ 91 w 129"/>
                <a:gd name="T11" fmla="*/ 20 h 64"/>
                <a:gd name="T12" fmla="*/ 102 w 129"/>
                <a:gd name="T13" fmla="*/ 8 h 64"/>
                <a:gd name="T14" fmla="*/ 107 w 129"/>
                <a:gd name="T15" fmla="*/ 2 h 64"/>
                <a:gd name="T16" fmla="*/ 118 w 129"/>
                <a:gd name="T17" fmla="*/ 0 h 64"/>
                <a:gd name="T18" fmla="*/ 129 w 129"/>
                <a:gd name="T19" fmla="*/ 0 h 64"/>
                <a:gd name="T20" fmla="*/ 125 w 129"/>
                <a:gd name="T21" fmla="*/ 6 h 64"/>
                <a:gd name="T22" fmla="*/ 127 w 129"/>
                <a:gd name="T23" fmla="*/ 10 h 64"/>
                <a:gd name="T24" fmla="*/ 115 w 129"/>
                <a:gd name="T25" fmla="*/ 15 h 64"/>
                <a:gd name="T26" fmla="*/ 115 w 129"/>
                <a:gd name="T27" fmla="*/ 19 h 64"/>
                <a:gd name="T28" fmla="*/ 113 w 129"/>
                <a:gd name="T29" fmla="*/ 22 h 64"/>
                <a:gd name="T30" fmla="*/ 104 w 129"/>
                <a:gd name="T31" fmla="*/ 26 h 64"/>
                <a:gd name="T32" fmla="*/ 96 w 129"/>
                <a:gd name="T33" fmla="*/ 30 h 64"/>
                <a:gd name="T34" fmla="*/ 96 w 129"/>
                <a:gd name="T35" fmla="*/ 35 h 64"/>
                <a:gd name="T36" fmla="*/ 78 w 129"/>
                <a:gd name="T37" fmla="*/ 50 h 64"/>
                <a:gd name="T38" fmla="*/ 73 w 129"/>
                <a:gd name="T39" fmla="*/ 46 h 64"/>
                <a:gd name="T40" fmla="*/ 67 w 129"/>
                <a:gd name="T41" fmla="*/ 44 h 64"/>
                <a:gd name="T42" fmla="*/ 62 w 129"/>
                <a:gd name="T43" fmla="*/ 57 h 64"/>
                <a:gd name="T44" fmla="*/ 54 w 129"/>
                <a:gd name="T45" fmla="*/ 59 h 64"/>
                <a:gd name="T46" fmla="*/ 33 w 129"/>
                <a:gd name="T47" fmla="*/ 64 h 64"/>
                <a:gd name="T48" fmla="*/ 25 w 129"/>
                <a:gd name="T49" fmla="*/ 64 h 64"/>
                <a:gd name="T50" fmla="*/ 22 w 129"/>
                <a:gd name="T51" fmla="*/ 59 h 64"/>
                <a:gd name="T52" fmla="*/ 20 w 129"/>
                <a:gd name="T53" fmla="*/ 53 h 64"/>
                <a:gd name="T54" fmla="*/ 12 w 129"/>
                <a:gd name="T55" fmla="*/ 53 h 64"/>
                <a:gd name="T56" fmla="*/ 5 w 129"/>
                <a:gd name="T57" fmla="*/ 51 h 64"/>
                <a:gd name="T58" fmla="*/ 3 w 129"/>
                <a:gd name="T59" fmla="*/ 48 h 64"/>
                <a:gd name="T60" fmla="*/ 0 w 129"/>
                <a:gd name="T61" fmla="*/ 44 h 64"/>
                <a:gd name="T62" fmla="*/ 18 w 129"/>
                <a:gd name="T63" fmla="*/ 46 h 64"/>
                <a:gd name="T64" fmla="*/ 25 w 129"/>
                <a:gd name="T65" fmla="*/ 44 h 64"/>
                <a:gd name="T66" fmla="*/ 33 w 129"/>
                <a:gd name="T67" fmla="*/ 37 h 64"/>
                <a:gd name="T68" fmla="*/ 40 w 129"/>
                <a:gd name="T69" fmla="*/ 30 h 64"/>
                <a:gd name="T70" fmla="*/ 42 w 129"/>
                <a:gd name="T71" fmla="*/ 30 h 64"/>
                <a:gd name="T72" fmla="*/ 45 w 129"/>
                <a:gd name="T73" fmla="*/ 31 h 64"/>
                <a:gd name="T74" fmla="*/ 49 w 129"/>
                <a:gd name="T75" fmla="*/ 31 h 64"/>
                <a:gd name="T76" fmla="*/ 34 w 129"/>
                <a:gd name="T77" fmla="*/ 4 h 64"/>
                <a:gd name="T78" fmla="*/ 34 w 129"/>
                <a:gd name="T7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64">
                  <a:moveTo>
                    <a:pt x="34" y="0"/>
                  </a:moveTo>
                  <a:lnTo>
                    <a:pt x="34" y="0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3" y="17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71" y="26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91" y="20"/>
                  </a:lnTo>
                  <a:lnTo>
                    <a:pt x="96" y="13"/>
                  </a:lnTo>
                  <a:lnTo>
                    <a:pt x="102" y="8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7" y="2"/>
                  </a:lnTo>
                  <a:lnTo>
                    <a:pt x="125" y="6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0" y="11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5" y="19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09" y="24"/>
                  </a:lnTo>
                  <a:lnTo>
                    <a:pt x="104" y="26"/>
                  </a:lnTo>
                  <a:lnTo>
                    <a:pt x="100" y="28"/>
                  </a:lnTo>
                  <a:lnTo>
                    <a:pt x="96" y="30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87" y="41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3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3" y="50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4" y="59"/>
                  </a:lnTo>
                  <a:lnTo>
                    <a:pt x="43" y="62"/>
                  </a:lnTo>
                  <a:lnTo>
                    <a:pt x="33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2" y="5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16" y="53"/>
                  </a:lnTo>
                  <a:lnTo>
                    <a:pt x="12" y="53"/>
                  </a:lnTo>
                  <a:lnTo>
                    <a:pt x="9" y="53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2" y="46"/>
                  </a:lnTo>
                  <a:lnTo>
                    <a:pt x="18" y="46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9" y="41"/>
                  </a:lnTo>
                  <a:lnTo>
                    <a:pt x="33" y="37"/>
                  </a:lnTo>
                  <a:lnTo>
                    <a:pt x="36" y="3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38" y="13"/>
                  </a:lnTo>
                  <a:lnTo>
                    <a:pt x="34" y="4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3" name="Freeform 427">
              <a:extLst>
                <a:ext uri="{FF2B5EF4-FFF2-40B4-BE49-F238E27FC236}">
                  <a16:creationId xmlns:a16="http://schemas.microsoft.com/office/drawing/2014/main" id="{012B1FA2-BA25-4DFC-9246-C60791C67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248" y="1966759"/>
              <a:ext cx="62286" cy="20762"/>
            </a:xfrm>
            <a:custGeom>
              <a:avLst/>
              <a:gdLst>
                <a:gd name="T0" fmla="*/ 15 w 42"/>
                <a:gd name="T1" fmla="*/ 0 h 14"/>
                <a:gd name="T2" fmla="*/ 15 w 42"/>
                <a:gd name="T3" fmla="*/ 0 h 14"/>
                <a:gd name="T4" fmla="*/ 20 w 42"/>
                <a:gd name="T5" fmla="*/ 3 h 14"/>
                <a:gd name="T6" fmla="*/ 27 w 42"/>
                <a:gd name="T7" fmla="*/ 7 h 14"/>
                <a:gd name="T8" fmla="*/ 27 w 42"/>
                <a:gd name="T9" fmla="*/ 7 h 14"/>
                <a:gd name="T10" fmla="*/ 42 w 42"/>
                <a:gd name="T11" fmla="*/ 10 h 14"/>
                <a:gd name="T12" fmla="*/ 42 w 42"/>
                <a:gd name="T13" fmla="*/ 12 h 14"/>
                <a:gd name="T14" fmla="*/ 38 w 42"/>
                <a:gd name="T15" fmla="*/ 10 h 14"/>
                <a:gd name="T16" fmla="*/ 38 w 42"/>
                <a:gd name="T17" fmla="*/ 10 h 14"/>
                <a:gd name="T18" fmla="*/ 20 w 42"/>
                <a:gd name="T19" fmla="*/ 14 h 14"/>
                <a:gd name="T20" fmla="*/ 0 w 42"/>
                <a:gd name="T21" fmla="*/ 12 h 14"/>
                <a:gd name="T22" fmla="*/ 0 w 42"/>
                <a:gd name="T23" fmla="*/ 7 h 14"/>
                <a:gd name="T24" fmla="*/ 0 w 42"/>
                <a:gd name="T25" fmla="*/ 7 h 14"/>
                <a:gd name="T26" fmla="*/ 6 w 42"/>
                <a:gd name="T27" fmla="*/ 7 h 14"/>
                <a:gd name="T28" fmla="*/ 9 w 42"/>
                <a:gd name="T29" fmla="*/ 5 h 14"/>
                <a:gd name="T30" fmla="*/ 9 w 42"/>
                <a:gd name="T31" fmla="*/ 5 h 14"/>
                <a:gd name="T32" fmla="*/ 11 w 42"/>
                <a:gd name="T33" fmla="*/ 3 h 14"/>
                <a:gd name="T34" fmla="*/ 13 w 42"/>
                <a:gd name="T35" fmla="*/ 1 h 14"/>
                <a:gd name="T36" fmla="*/ 15 w 42"/>
                <a:gd name="T37" fmla="*/ 0 h 14"/>
                <a:gd name="T38" fmla="*/ 15 w 42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" h="14">
                  <a:moveTo>
                    <a:pt x="15" y="0"/>
                  </a:moveTo>
                  <a:lnTo>
                    <a:pt x="15" y="0"/>
                  </a:lnTo>
                  <a:lnTo>
                    <a:pt x="20" y="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20" y="14"/>
                  </a:lnTo>
                  <a:lnTo>
                    <a:pt x="0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6" y="7"/>
                  </a:lnTo>
                  <a:lnTo>
                    <a:pt x="9" y="5"/>
                  </a:lnTo>
                  <a:lnTo>
                    <a:pt x="9" y="5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4" name="Freeform 428">
              <a:extLst>
                <a:ext uri="{FF2B5EF4-FFF2-40B4-BE49-F238E27FC236}">
                  <a16:creationId xmlns:a16="http://schemas.microsoft.com/office/drawing/2014/main" id="{4EC9499F-1BCF-4213-A100-D8A1AC39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941548"/>
              <a:ext cx="29660" cy="29660"/>
            </a:xfrm>
            <a:custGeom>
              <a:avLst/>
              <a:gdLst>
                <a:gd name="T0" fmla="*/ 9 w 20"/>
                <a:gd name="T1" fmla="*/ 0 h 20"/>
                <a:gd name="T2" fmla="*/ 13 w 20"/>
                <a:gd name="T3" fmla="*/ 0 h 20"/>
                <a:gd name="T4" fmla="*/ 13 w 20"/>
                <a:gd name="T5" fmla="*/ 0 h 20"/>
                <a:gd name="T6" fmla="*/ 14 w 20"/>
                <a:gd name="T7" fmla="*/ 2 h 20"/>
                <a:gd name="T8" fmla="*/ 16 w 20"/>
                <a:gd name="T9" fmla="*/ 4 h 20"/>
                <a:gd name="T10" fmla="*/ 20 w 20"/>
                <a:gd name="T11" fmla="*/ 7 h 20"/>
                <a:gd name="T12" fmla="*/ 20 w 20"/>
                <a:gd name="T13" fmla="*/ 7 h 20"/>
                <a:gd name="T14" fmla="*/ 9 w 20"/>
                <a:gd name="T15" fmla="*/ 20 h 20"/>
                <a:gd name="T16" fmla="*/ 9 w 20"/>
                <a:gd name="T17" fmla="*/ 20 h 20"/>
                <a:gd name="T18" fmla="*/ 2 w 20"/>
                <a:gd name="T19" fmla="*/ 17 h 20"/>
                <a:gd name="T20" fmla="*/ 2 w 20"/>
                <a:gd name="T21" fmla="*/ 17 h 20"/>
                <a:gd name="T22" fmla="*/ 2 w 20"/>
                <a:gd name="T23" fmla="*/ 13 h 20"/>
                <a:gd name="T24" fmla="*/ 0 w 20"/>
                <a:gd name="T25" fmla="*/ 7 h 20"/>
                <a:gd name="T26" fmla="*/ 0 w 20"/>
                <a:gd name="T27" fmla="*/ 7 h 20"/>
                <a:gd name="T28" fmla="*/ 5 w 20"/>
                <a:gd name="T29" fmla="*/ 4 h 20"/>
                <a:gd name="T30" fmla="*/ 9 w 20"/>
                <a:gd name="T31" fmla="*/ 0 h 20"/>
                <a:gd name="T32" fmla="*/ 9 w 20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20">
                  <a:moveTo>
                    <a:pt x="9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5" name="Freeform 429">
              <a:extLst>
                <a:ext uri="{FF2B5EF4-FFF2-40B4-BE49-F238E27FC236}">
                  <a16:creationId xmlns:a16="http://schemas.microsoft.com/office/drawing/2014/main" id="{F34F5EED-D155-47F7-878C-0B8889E5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911888"/>
              <a:ext cx="8898" cy="8898"/>
            </a:xfrm>
            <a:custGeom>
              <a:avLst/>
              <a:gdLst>
                <a:gd name="T0" fmla="*/ 4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4 h 6"/>
                <a:gd name="T8" fmla="*/ 6 w 6"/>
                <a:gd name="T9" fmla="*/ 6 h 6"/>
                <a:gd name="T10" fmla="*/ 4 w 6"/>
                <a:gd name="T11" fmla="*/ 6 h 6"/>
                <a:gd name="T12" fmla="*/ 4 w 6"/>
                <a:gd name="T13" fmla="*/ 6 h 6"/>
                <a:gd name="T14" fmla="*/ 0 w 6"/>
                <a:gd name="T15" fmla="*/ 2 h 6"/>
                <a:gd name="T16" fmla="*/ 0 w 6"/>
                <a:gd name="T17" fmla="*/ 0 h 6"/>
                <a:gd name="T18" fmla="*/ 4 w 6"/>
                <a:gd name="T19" fmla="*/ 0 h 6"/>
                <a:gd name="T20" fmla="*/ 4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6" name="Freeform 430">
              <a:extLst>
                <a:ext uri="{FF2B5EF4-FFF2-40B4-BE49-F238E27FC236}">
                  <a16:creationId xmlns:a16="http://schemas.microsoft.com/office/drawing/2014/main" id="{D0B7D1F8-B6ED-4F69-8950-3906840EF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98541"/>
              <a:ext cx="121606" cy="97878"/>
            </a:xfrm>
            <a:custGeom>
              <a:avLst/>
              <a:gdLst>
                <a:gd name="T0" fmla="*/ 14 w 82"/>
                <a:gd name="T1" fmla="*/ 0 h 66"/>
                <a:gd name="T2" fmla="*/ 14 w 82"/>
                <a:gd name="T3" fmla="*/ 38 h 66"/>
                <a:gd name="T4" fmla="*/ 9 w 82"/>
                <a:gd name="T5" fmla="*/ 42 h 66"/>
                <a:gd name="T6" fmla="*/ 0 w 82"/>
                <a:gd name="T7" fmla="*/ 44 h 66"/>
                <a:gd name="T8" fmla="*/ 0 w 82"/>
                <a:gd name="T9" fmla="*/ 56 h 66"/>
                <a:gd name="T10" fmla="*/ 5 w 82"/>
                <a:gd name="T11" fmla="*/ 55 h 66"/>
                <a:gd name="T12" fmla="*/ 7 w 82"/>
                <a:gd name="T13" fmla="*/ 53 h 66"/>
                <a:gd name="T14" fmla="*/ 14 w 82"/>
                <a:gd name="T15" fmla="*/ 53 h 66"/>
                <a:gd name="T16" fmla="*/ 14 w 82"/>
                <a:gd name="T17" fmla="*/ 66 h 66"/>
                <a:gd name="T18" fmla="*/ 18 w 82"/>
                <a:gd name="T19" fmla="*/ 66 h 66"/>
                <a:gd name="T20" fmla="*/ 25 w 82"/>
                <a:gd name="T21" fmla="*/ 66 h 66"/>
                <a:gd name="T22" fmla="*/ 27 w 82"/>
                <a:gd name="T23" fmla="*/ 66 h 66"/>
                <a:gd name="T24" fmla="*/ 34 w 82"/>
                <a:gd name="T25" fmla="*/ 53 h 66"/>
                <a:gd name="T26" fmla="*/ 34 w 82"/>
                <a:gd name="T27" fmla="*/ 47 h 66"/>
                <a:gd name="T28" fmla="*/ 36 w 82"/>
                <a:gd name="T29" fmla="*/ 36 h 66"/>
                <a:gd name="T30" fmla="*/ 41 w 82"/>
                <a:gd name="T31" fmla="*/ 33 h 66"/>
                <a:gd name="T32" fmla="*/ 47 w 82"/>
                <a:gd name="T33" fmla="*/ 31 h 66"/>
                <a:gd name="T34" fmla="*/ 49 w 82"/>
                <a:gd name="T35" fmla="*/ 35 h 66"/>
                <a:gd name="T36" fmla="*/ 49 w 82"/>
                <a:gd name="T37" fmla="*/ 38 h 66"/>
                <a:gd name="T38" fmla="*/ 51 w 82"/>
                <a:gd name="T39" fmla="*/ 42 h 66"/>
                <a:gd name="T40" fmla="*/ 47 w 82"/>
                <a:gd name="T41" fmla="*/ 49 h 66"/>
                <a:gd name="T42" fmla="*/ 76 w 82"/>
                <a:gd name="T43" fmla="*/ 56 h 66"/>
                <a:gd name="T44" fmla="*/ 82 w 82"/>
                <a:gd name="T45" fmla="*/ 46 h 66"/>
                <a:gd name="T46" fmla="*/ 76 w 82"/>
                <a:gd name="T47" fmla="*/ 38 h 66"/>
                <a:gd name="T48" fmla="*/ 63 w 82"/>
                <a:gd name="T49" fmla="*/ 44 h 66"/>
                <a:gd name="T50" fmla="*/ 63 w 82"/>
                <a:gd name="T51" fmla="*/ 38 h 66"/>
                <a:gd name="T52" fmla="*/ 49 w 82"/>
                <a:gd name="T53" fmla="*/ 20 h 66"/>
                <a:gd name="T54" fmla="*/ 38 w 82"/>
                <a:gd name="T55" fmla="*/ 11 h 66"/>
                <a:gd name="T56" fmla="*/ 27 w 82"/>
                <a:gd name="T57" fmla="*/ 9 h 66"/>
                <a:gd name="T58" fmla="*/ 25 w 82"/>
                <a:gd name="T59" fmla="*/ 13 h 66"/>
                <a:gd name="T60" fmla="*/ 21 w 82"/>
                <a:gd name="T61" fmla="*/ 15 h 66"/>
                <a:gd name="T62" fmla="*/ 21 w 82"/>
                <a:gd name="T63" fmla="*/ 9 h 66"/>
                <a:gd name="T64" fmla="*/ 25 w 82"/>
                <a:gd name="T65" fmla="*/ 2 h 66"/>
                <a:gd name="T66" fmla="*/ 14 w 82"/>
                <a:gd name="T6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66">
                  <a:moveTo>
                    <a:pt x="14" y="0"/>
                  </a:moveTo>
                  <a:lnTo>
                    <a:pt x="14" y="0"/>
                  </a:lnTo>
                  <a:lnTo>
                    <a:pt x="14" y="1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9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5" y="55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60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8" y="66"/>
                  </a:lnTo>
                  <a:lnTo>
                    <a:pt x="21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31" y="60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47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8" y="33"/>
                  </a:lnTo>
                  <a:lnTo>
                    <a:pt x="41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9" y="35"/>
                  </a:lnTo>
                  <a:lnTo>
                    <a:pt x="49" y="38"/>
                  </a:lnTo>
                  <a:lnTo>
                    <a:pt x="49" y="38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76" y="56"/>
                  </a:lnTo>
                  <a:lnTo>
                    <a:pt x="76" y="56"/>
                  </a:lnTo>
                  <a:lnTo>
                    <a:pt x="78" y="51"/>
                  </a:lnTo>
                  <a:lnTo>
                    <a:pt x="82" y="4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1" y="42"/>
                  </a:lnTo>
                  <a:lnTo>
                    <a:pt x="63" y="44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58" y="31"/>
                  </a:lnTo>
                  <a:lnTo>
                    <a:pt x="49" y="20"/>
                  </a:lnTo>
                  <a:lnTo>
                    <a:pt x="43" y="15"/>
                  </a:lnTo>
                  <a:lnTo>
                    <a:pt x="38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5" y="13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1" y="9"/>
                  </a:lnTo>
                  <a:lnTo>
                    <a:pt x="21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7" name="Freeform 431">
              <a:extLst>
                <a:ext uri="{FF2B5EF4-FFF2-40B4-BE49-F238E27FC236}">
                  <a16:creationId xmlns:a16="http://schemas.microsoft.com/office/drawing/2014/main" id="{67129446-B315-4AB7-B085-050D26DE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731" y="1888159"/>
              <a:ext cx="10382" cy="10381"/>
            </a:xfrm>
            <a:custGeom>
              <a:avLst/>
              <a:gdLst>
                <a:gd name="T0" fmla="*/ 0 w 7"/>
                <a:gd name="T1" fmla="*/ 0 h 7"/>
                <a:gd name="T2" fmla="*/ 5 w 7"/>
                <a:gd name="T3" fmla="*/ 7 h 7"/>
                <a:gd name="T4" fmla="*/ 5 w 7"/>
                <a:gd name="T5" fmla="*/ 7 h 7"/>
                <a:gd name="T6" fmla="*/ 7 w 7"/>
                <a:gd name="T7" fmla="*/ 7 h 7"/>
                <a:gd name="T8" fmla="*/ 7 w 7"/>
                <a:gd name="T9" fmla="*/ 5 h 7"/>
                <a:gd name="T10" fmla="*/ 7 w 7"/>
                <a:gd name="T11" fmla="*/ 0 h 7"/>
                <a:gd name="T12" fmla="*/ 7 w 7"/>
                <a:gd name="T13" fmla="*/ 0 h 7"/>
                <a:gd name="T14" fmla="*/ 0 w 7"/>
                <a:gd name="T15" fmla="*/ 0 h 7"/>
                <a:gd name="T16" fmla="*/ 0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D53B9323-C8F7-404D-8000-BD4A195D0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145" y="1846635"/>
              <a:ext cx="19280" cy="16314"/>
            </a:xfrm>
            <a:custGeom>
              <a:avLst/>
              <a:gdLst>
                <a:gd name="T0" fmla="*/ 7 w 13"/>
                <a:gd name="T1" fmla="*/ 0 h 11"/>
                <a:gd name="T2" fmla="*/ 7 w 13"/>
                <a:gd name="T3" fmla="*/ 0 h 11"/>
                <a:gd name="T4" fmla="*/ 11 w 13"/>
                <a:gd name="T5" fmla="*/ 2 h 11"/>
                <a:gd name="T6" fmla="*/ 13 w 13"/>
                <a:gd name="T7" fmla="*/ 6 h 11"/>
                <a:gd name="T8" fmla="*/ 11 w 13"/>
                <a:gd name="T9" fmla="*/ 9 h 11"/>
                <a:gd name="T10" fmla="*/ 9 w 13"/>
                <a:gd name="T11" fmla="*/ 9 h 11"/>
                <a:gd name="T12" fmla="*/ 7 w 13"/>
                <a:gd name="T13" fmla="*/ 11 h 11"/>
                <a:gd name="T14" fmla="*/ 7 w 13"/>
                <a:gd name="T15" fmla="*/ 6 h 11"/>
                <a:gd name="T16" fmla="*/ 7 w 13"/>
                <a:gd name="T17" fmla="*/ 6 h 11"/>
                <a:gd name="T18" fmla="*/ 2 w 13"/>
                <a:gd name="T19" fmla="*/ 8 h 11"/>
                <a:gd name="T20" fmla="*/ 0 w 13"/>
                <a:gd name="T21" fmla="*/ 8 h 11"/>
                <a:gd name="T22" fmla="*/ 2 w 13"/>
                <a:gd name="T23" fmla="*/ 6 h 11"/>
                <a:gd name="T24" fmla="*/ 2 w 13"/>
                <a:gd name="T25" fmla="*/ 6 h 11"/>
                <a:gd name="T26" fmla="*/ 4 w 13"/>
                <a:gd name="T27" fmla="*/ 2 h 11"/>
                <a:gd name="T28" fmla="*/ 6 w 13"/>
                <a:gd name="T29" fmla="*/ 0 h 11"/>
                <a:gd name="T30" fmla="*/ 7 w 13"/>
                <a:gd name="T31" fmla="*/ 0 h 11"/>
                <a:gd name="T32" fmla="*/ 7 w 13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9" y="9"/>
                  </a:lnTo>
                  <a:lnTo>
                    <a:pt x="7" y="11"/>
                  </a:lnTo>
                  <a:lnTo>
                    <a:pt x="7" y="6"/>
                  </a:lnTo>
                  <a:lnTo>
                    <a:pt x="7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78AB983B-DC9C-4E22-9AFD-E686E543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580" y="1833289"/>
              <a:ext cx="151266" cy="102328"/>
            </a:xfrm>
            <a:custGeom>
              <a:avLst/>
              <a:gdLst>
                <a:gd name="T0" fmla="*/ 58 w 102"/>
                <a:gd name="T1" fmla="*/ 0 h 69"/>
                <a:gd name="T2" fmla="*/ 84 w 102"/>
                <a:gd name="T3" fmla="*/ 4 h 69"/>
                <a:gd name="T4" fmla="*/ 78 w 102"/>
                <a:gd name="T5" fmla="*/ 9 h 69"/>
                <a:gd name="T6" fmla="*/ 75 w 102"/>
                <a:gd name="T7" fmla="*/ 9 h 69"/>
                <a:gd name="T8" fmla="*/ 71 w 102"/>
                <a:gd name="T9" fmla="*/ 8 h 69"/>
                <a:gd name="T10" fmla="*/ 60 w 102"/>
                <a:gd name="T11" fmla="*/ 13 h 69"/>
                <a:gd name="T12" fmla="*/ 66 w 102"/>
                <a:gd name="T13" fmla="*/ 15 h 69"/>
                <a:gd name="T14" fmla="*/ 69 w 102"/>
                <a:gd name="T15" fmla="*/ 17 h 69"/>
                <a:gd name="T16" fmla="*/ 89 w 102"/>
                <a:gd name="T17" fmla="*/ 22 h 69"/>
                <a:gd name="T18" fmla="*/ 95 w 102"/>
                <a:gd name="T19" fmla="*/ 22 h 69"/>
                <a:gd name="T20" fmla="*/ 98 w 102"/>
                <a:gd name="T21" fmla="*/ 18 h 69"/>
                <a:gd name="T22" fmla="*/ 100 w 102"/>
                <a:gd name="T23" fmla="*/ 17 h 69"/>
                <a:gd name="T24" fmla="*/ 102 w 102"/>
                <a:gd name="T25" fmla="*/ 24 h 69"/>
                <a:gd name="T26" fmla="*/ 102 w 102"/>
                <a:gd name="T27" fmla="*/ 28 h 69"/>
                <a:gd name="T28" fmla="*/ 95 w 102"/>
                <a:gd name="T29" fmla="*/ 35 h 69"/>
                <a:gd name="T30" fmla="*/ 97 w 102"/>
                <a:gd name="T31" fmla="*/ 39 h 69"/>
                <a:gd name="T32" fmla="*/ 100 w 102"/>
                <a:gd name="T33" fmla="*/ 42 h 69"/>
                <a:gd name="T34" fmla="*/ 71 w 102"/>
                <a:gd name="T35" fmla="*/ 42 h 69"/>
                <a:gd name="T36" fmla="*/ 71 w 102"/>
                <a:gd name="T37" fmla="*/ 49 h 69"/>
                <a:gd name="T38" fmla="*/ 80 w 102"/>
                <a:gd name="T39" fmla="*/ 53 h 69"/>
                <a:gd name="T40" fmla="*/ 66 w 102"/>
                <a:gd name="T41" fmla="*/ 55 h 69"/>
                <a:gd name="T42" fmla="*/ 53 w 102"/>
                <a:gd name="T43" fmla="*/ 59 h 69"/>
                <a:gd name="T44" fmla="*/ 49 w 102"/>
                <a:gd name="T45" fmla="*/ 64 h 69"/>
                <a:gd name="T46" fmla="*/ 46 w 102"/>
                <a:gd name="T47" fmla="*/ 68 h 69"/>
                <a:gd name="T48" fmla="*/ 42 w 102"/>
                <a:gd name="T49" fmla="*/ 68 h 69"/>
                <a:gd name="T50" fmla="*/ 42 w 102"/>
                <a:gd name="T51" fmla="*/ 66 h 69"/>
                <a:gd name="T52" fmla="*/ 53 w 102"/>
                <a:gd name="T53" fmla="*/ 53 h 69"/>
                <a:gd name="T54" fmla="*/ 56 w 102"/>
                <a:gd name="T55" fmla="*/ 51 h 69"/>
                <a:gd name="T56" fmla="*/ 66 w 102"/>
                <a:gd name="T57" fmla="*/ 51 h 69"/>
                <a:gd name="T58" fmla="*/ 62 w 102"/>
                <a:gd name="T59" fmla="*/ 49 h 69"/>
                <a:gd name="T60" fmla="*/ 60 w 102"/>
                <a:gd name="T61" fmla="*/ 46 h 69"/>
                <a:gd name="T62" fmla="*/ 58 w 102"/>
                <a:gd name="T63" fmla="*/ 48 h 69"/>
                <a:gd name="T64" fmla="*/ 51 w 102"/>
                <a:gd name="T65" fmla="*/ 46 h 69"/>
                <a:gd name="T66" fmla="*/ 46 w 102"/>
                <a:gd name="T67" fmla="*/ 51 h 69"/>
                <a:gd name="T68" fmla="*/ 38 w 102"/>
                <a:gd name="T69" fmla="*/ 59 h 69"/>
                <a:gd name="T70" fmla="*/ 31 w 102"/>
                <a:gd name="T71" fmla="*/ 64 h 69"/>
                <a:gd name="T72" fmla="*/ 20 w 102"/>
                <a:gd name="T73" fmla="*/ 60 h 69"/>
                <a:gd name="T74" fmla="*/ 20 w 102"/>
                <a:gd name="T75" fmla="*/ 53 h 69"/>
                <a:gd name="T76" fmla="*/ 20 w 102"/>
                <a:gd name="T77" fmla="*/ 51 h 69"/>
                <a:gd name="T78" fmla="*/ 18 w 102"/>
                <a:gd name="T79" fmla="*/ 48 h 69"/>
                <a:gd name="T80" fmla="*/ 27 w 102"/>
                <a:gd name="T81" fmla="*/ 35 h 69"/>
                <a:gd name="T82" fmla="*/ 24 w 102"/>
                <a:gd name="T83" fmla="*/ 31 h 69"/>
                <a:gd name="T84" fmla="*/ 22 w 102"/>
                <a:gd name="T85" fmla="*/ 29 h 69"/>
                <a:gd name="T86" fmla="*/ 24 w 102"/>
                <a:gd name="T87" fmla="*/ 28 h 69"/>
                <a:gd name="T88" fmla="*/ 35 w 102"/>
                <a:gd name="T89" fmla="*/ 29 h 69"/>
                <a:gd name="T90" fmla="*/ 42 w 102"/>
                <a:gd name="T91" fmla="*/ 29 h 69"/>
                <a:gd name="T92" fmla="*/ 31 w 102"/>
                <a:gd name="T93" fmla="*/ 17 h 69"/>
                <a:gd name="T94" fmla="*/ 20 w 102"/>
                <a:gd name="T95" fmla="*/ 15 h 69"/>
                <a:gd name="T96" fmla="*/ 9 w 102"/>
                <a:gd name="T97" fmla="*/ 15 h 69"/>
                <a:gd name="T98" fmla="*/ 0 w 102"/>
                <a:gd name="T99" fmla="*/ 17 h 69"/>
                <a:gd name="T100" fmla="*/ 0 w 102"/>
                <a:gd name="T101" fmla="*/ 9 h 69"/>
                <a:gd name="T102" fmla="*/ 5 w 102"/>
                <a:gd name="T103" fmla="*/ 9 h 69"/>
                <a:gd name="T104" fmla="*/ 18 w 102"/>
                <a:gd name="T105" fmla="*/ 9 h 69"/>
                <a:gd name="T106" fmla="*/ 27 w 102"/>
                <a:gd name="T107" fmla="*/ 9 h 69"/>
                <a:gd name="T108" fmla="*/ 42 w 102"/>
                <a:gd name="T109" fmla="*/ 4 h 69"/>
                <a:gd name="T110" fmla="*/ 58 w 102"/>
                <a:gd name="T1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" h="69">
                  <a:moveTo>
                    <a:pt x="58" y="0"/>
                  </a:moveTo>
                  <a:lnTo>
                    <a:pt x="58" y="0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5" y="9"/>
                  </a:lnTo>
                  <a:lnTo>
                    <a:pt x="75" y="9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6" y="15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82" y="20"/>
                  </a:lnTo>
                  <a:lnTo>
                    <a:pt x="89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2" y="20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98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7" y="39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86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66" y="55"/>
                  </a:lnTo>
                  <a:lnTo>
                    <a:pt x="60" y="57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49" y="64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9"/>
                  </a:lnTo>
                  <a:lnTo>
                    <a:pt x="42" y="68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9" y="59"/>
                  </a:lnTo>
                  <a:lnTo>
                    <a:pt x="53" y="53"/>
                  </a:lnTo>
                  <a:lnTo>
                    <a:pt x="56" y="51"/>
                  </a:lnTo>
                  <a:lnTo>
                    <a:pt x="56" y="51"/>
                  </a:lnTo>
                  <a:lnTo>
                    <a:pt x="62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2" y="49"/>
                  </a:lnTo>
                  <a:lnTo>
                    <a:pt x="62" y="48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5" y="46"/>
                  </a:lnTo>
                  <a:lnTo>
                    <a:pt x="51" y="46"/>
                  </a:lnTo>
                  <a:lnTo>
                    <a:pt x="49" y="46"/>
                  </a:lnTo>
                  <a:lnTo>
                    <a:pt x="46" y="51"/>
                  </a:lnTo>
                  <a:lnTo>
                    <a:pt x="46" y="51"/>
                  </a:lnTo>
                  <a:lnTo>
                    <a:pt x="38" y="59"/>
                  </a:lnTo>
                  <a:lnTo>
                    <a:pt x="36" y="64"/>
                  </a:lnTo>
                  <a:lnTo>
                    <a:pt x="31" y="64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5" y="53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6" y="46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4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8"/>
                  </a:lnTo>
                  <a:lnTo>
                    <a:pt x="24" y="28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36" y="22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0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3" y="9"/>
                  </a:lnTo>
                  <a:lnTo>
                    <a:pt x="18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35" y="8"/>
                  </a:lnTo>
                  <a:lnTo>
                    <a:pt x="42" y="4"/>
                  </a:lnTo>
                  <a:lnTo>
                    <a:pt x="51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BC6C0C50-2AE8-47B2-AFEF-29F9009A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06595"/>
              <a:ext cx="4449" cy="741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3 w 3"/>
                <a:gd name="T7" fmla="*/ 2 h 5"/>
                <a:gd name="T8" fmla="*/ 3 w 3"/>
                <a:gd name="T9" fmla="*/ 2 h 5"/>
                <a:gd name="T10" fmla="*/ 0 w 3"/>
                <a:gd name="T11" fmla="*/ 0 h 5"/>
                <a:gd name="T12" fmla="*/ 0 w 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A78B1AFF-F7C1-4708-8E69-F1BC385A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020" y="1223774"/>
              <a:ext cx="22246" cy="29660"/>
            </a:xfrm>
            <a:custGeom>
              <a:avLst/>
              <a:gdLst>
                <a:gd name="T0" fmla="*/ 0 w 15"/>
                <a:gd name="T1" fmla="*/ 0 h 20"/>
                <a:gd name="T2" fmla="*/ 0 w 15"/>
                <a:gd name="T3" fmla="*/ 0 h 20"/>
                <a:gd name="T4" fmla="*/ 0 w 15"/>
                <a:gd name="T5" fmla="*/ 5 h 20"/>
                <a:gd name="T6" fmla="*/ 0 w 15"/>
                <a:gd name="T7" fmla="*/ 9 h 20"/>
                <a:gd name="T8" fmla="*/ 2 w 15"/>
                <a:gd name="T9" fmla="*/ 12 h 20"/>
                <a:gd name="T10" fmla="*/ 2 w 15"/>
                <a:gd name="T11" fmla="*/ 14 h 20"/>
                <a:gd name="T12" fmla="*/ 2 w 15"/>
                <a:gd name="T13" fmla="*/ 14 h 20"/>
                <a:gd name="T14" fmla="*/ 11 w 15"/>
                <a:gd name="T15" fmla="*/ 18 h 20"/>
                <a:gd name="T16" fmla="*/ 15 w 15"/>
                <a:gd name="T17" fmla="*/ 20 h 20"/>
                <a:gd name="T18" fmla="*/ 13 w 15"/>
                <a:gd name="T19" fmla="*/ 18 h 20"/>
                <a:gd name="T20" fmla="*/ 13 w 15"/>
                <a:gd name="T21" fmla="*/ 18 h 20"/>
                <a:gd name="T22" fmla="*/ 8 w 15"/>
                <a:gd name="T23" fmla="*/ 3 h 20"/>
                <a:gd name="T24" fmla="*/ 8 w 15"/>
                <a:gd name="T25" fmla="*/ 3 h 20"/>
                <a:gd name="T26" fmla="*/ 4 w 15"/>
                <a:gd name="T27" fmla="*/ 1 h 20"/>
                <a:gd name="T28" fmla="*/ 0 w 15"/>
                <a:gd name="T29" fmla="*/ 0 h 20"/>
                <a:gd name="T30" fmla="*/ 0 w 15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1" y="18"/>
                  </a:lnTo>
                  <a:lnTo>
                    <a:pt x="15" y="20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8" y="3"/>
                  </a:lnTo>
                  <a:lnTo>
                    <a:pt x="8" y="3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2" name="Freeform 436">
              <a:extLst>
                <a:ext uri="{FF2B5EF4-FFF2-40B4-BE49-F238E27FC236}">
                  <a16:creationId xmlns:a16="http://schemas.microsoft.com/office/drawing/2014/main" id="{AAC24BB0-B5AE-4186-A16D-3C4E2245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657384"/>
              <a:ext cx="195757" cy="326261"/>
            </a:xfrm>
            <a:custGeom>
              <a:avLst/>
              <a:gdLst>
                <a:gd name="T0" fmla="*/ 6 w 132"/>
                <a:gd name="T1" fmla="*/ 175 h 220"/>
                <a:gd name="T2" fmla="*/ 6 w 132"/>
                <a:gd name="T3" fmla="*/ 186 h 220"/>
                <a:gd name="T4" fmla="*/ 15 w 132"/>
                <a:gd name="T5" fmla="*/ 191 h 220"/>
                <a:gd name="T6" fmla="*/ 22 w 132"/>
                <a:gd name="T7" fmla="*/ 202 h 220"/>
                <a:gd name="T8" fmla="*/ 53 w 132"/>
                <a:gd name="T9" fmla="*/ 217 h 220"/>
                <a:gd name="T10" fmla="*/ 60 w 132"/>
                <a:gd name="T11" fmla="*/ 213 h 220"/>
                <a:gd name="T12" fmla="*/ 71 w 132"/>
                <a:gd name="T13" fmla="*/ 213 h 220"/>
                <a:gd name="T14" fmla="*/ 82 w 132"/>
                <a:gd name="T15" fmla="*/ 213 h 220"/>
                <a:gd name="T16" fmla="*/ 106 w 132"/>
                <a:gd name="T17" fmla="*/ 215 h 220"/>
                <a:gd name="T18" fmla="*/ 111 w 132"/>
                <a:gd name="T19" fmla="*/ 219 h 220"/>
                <a:gd name="T20" fmla="*/ 130 w 132"/>
                <a:gd name="T21" fmla="*/ 220 h 220"/>
                <a:gd name="T22" fmla="*/ 128 w 132"/>
                <a:gd name="T23" fmla="*/ 208 h 220"/>
                <a:gd name="T24" fmla="*/ 121 w 132"/>
                <a:gd name="T25" fmla="*/ 191 h 220"/>
                <a:gd name="T26" fmla="*/ 111 w 132"/>
                <a:gd name="T27" fmla="*/ 182 h 220"/>
                <a:gd name="T28" fmla="*/ 101 w 132"/>
                <a:gd name="T29" fmla="*/ 162 h 220"/>
                <a:gd name="T30" fmla="*/ 91 w 132"/>
                <a:gd name="T31" fmla="*/ 146 h 220"/>
                <a:gd name="T32" fmla="*/ 95 w 132"/>
                <a:gd name="T33" fmla="*/ 140 h 220"/>
                <a:gd name="T34" fmla="*/ 106 w 132"/>
                <a:gd name="T35" fmla="*/ 118 h 220"/>
                <a:gd name="T36" fmla="*/ 108 w 132"/>
                <a:gd name="T37" fmla="*/ 96 h 220"/>
                <a:gd name="T38" fmla="*/ 93 w 132"/>
                <a:gd name="T39" fmla="*/ 80 h 220"/>
                <a:gd name="T40" fmla="*/ 97 w 132"/>
                <a:gd name="T41" fmla="*/ 69 h 220"/>
                <a:gd name="T42" fmla="*/ 117 w 132"/>
                <a:gd name="T43" fmla="*/ 69 h 220"/>
                <a:gd name="T44" fmla="*/ 113 w 132"/>
                <a:gd name="T45" fmla="*/ 62 h 220"/>
                <a:gd name="T46" fmla="*/ 110 w 132"/>
                <a:gd name="T47" fmla="*/ 45 h 220"/>
                <a:gd name="T48" fmla="*/ 111 w 132"/>
                <a:gd name="T49" fmla="*/ 33 h 220"/>
                <a:gd name="T50" fmla="*/ 111 w 132"/>
                <a:gd name="T51" fmla="*/ 24 h 220"/>
                <a:gd name="T52" fmla="*/ 108 w 132"/>
                <a:gd name="T53" fmla="*/ 15 h 220"/>
                <a:gd name="T54" fmla="*/ 97 w 132"/>
                <a:gd name="T55" fmla="*/ 0 h 220"/>
                <a:gd name="T56" fmla="*/ 99 w 132"/>
                <a:gd name="T57" fmla="*/ 18 h 220"/>
                <a:gd name="T58" fmla="*/ 97 w 132"/>
                <a:gd name="T59" fmla="*/ 31 h 220"/>
                <a:gd name="T60" fmla="*/ 90 w 132"/>
                <a:gd name="T61" fmla="*/ 38 h 220"/>
                <a:gd name="T62" fmla="*/ 82 w 132"/>
                <a:gd name="T63" fmla="*/ 47 h 220"/>
                <a:gd name="T64" fmla="*/ 82 w 132"/>
                <a:gd name="T65" fmla="*/ 55 h 220"/>
                <a:gd name="T66" fmla="*/ 79 w 132"/>
                <a:gd name="T67" fmla="*/ 62 h 220"/>
                <a:gd name="T68" fmla="*/ 75 w 132"/>
                <a:gd name="T69" fmla="*/ 69 h 220"/>
                <a:gd name="T70" fmla="*/ 75 w 132"/>
                <a:gd name="T71" fmla="*/ 76 h 220"/>
                <a:gd name="T72" fmla="*/ 59 w 132"/>
                <a:gd name="T73" fmla="*/ 89 h 220"/>
                <a:gd name="T74" fmla="*/ 57 w 132"/>
                <a:gd name="T75" fmla="*/ 100 h 220"/>
                <a:gd name="T76" fmla="*/ 51 w 132"/>
                <a:gd name="T77" fmla="*/ 111 h 220"/>
                <a:gd name="T78" fmla="*/ 46 w 132"/>
                <a:gd name="T79" fmla="*/ 117 h 220"/>
                <a:gd name="T80" fmla="*/ 42 w 132"/>
                <a:gd name="T81" fmla="*/ 131 h 220"/>
                <a:gd name="T82" fmla="*/ 39 w 132"/>
                <a:gd name="T83" fmla="*/ 138 h 220"/>
                <a:gd name="T84" fmla="*/ 29 w 132"/>
                <a:gd name="T85" fmla="*/ 144 h 220"/>
                <a:gd name="T86" fmla="*/ 29 w 132"/>
                <a:gd name="T87" fmla="*/ 133 h 220"/>
                <a:gd name="T88" fmla="*/ 17 w 132"/>
                <a:gd name="T89" fmla="*/ 133 h 220"/>
                <a:gd name="T90" fmla="*/ 8 w 132"/>
                <a:gd name="T91" fmla="*/ 138 h 220"/>
                <a:gd name="T92" fmla="*/ 4 w 132"/>
                <a:gd name="T93" fmla="*/ 149 h 220"/>
                <a:gd name="T94" fmla="*/ 0 w 132"/>
                <a:gd name="T95" fmla="*/ 157 h 220"/>
                <a:gd name="T96" fmla="*/ 0 w 132"/>
                <a:gd name="T97" fmla="*/ 168 h 220"/>
                <a:gd name="T98" fmla="*/ 4 w 132"/>
                <a:gd name="T99" fmla="*/ 18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" h="220">
                  <a:moveTo>
                    <a:pt x="4" y="180"/>
                  </a:moveTo>
                  <a:lnTo>
                    <a:pt x="4" y="180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6" y="186"/>
                  </a:lnTo>
                  <a:lnTo>
                    <a:pt x="6" y="186"/>
                  </a:lnTo>
                  <a:lnTo>
                    <a:pt x="11" y="188"/>
                  </a:lnTo>
                  <a:lnTo>
                    <a:pt x="15" y="188"/>
                  </a:lnTo>
                  <a:lnTo>
                    <a:pt x="15" y="188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3"/>
                  </a:lnTo>
                  <a:lnTo>
                    <a:pt x="19" y="197"/>
                  </a:lnTo>
                  <a:lnTo>
                    <a:pt x="22" y="202"/>
                  </a:lnTo>
                  <a:lnTo>
                    <a:pt x="22" y="202"/>
                  </a:lnTo>
                  <a:lnTo>
                    <a:pt x="22" y="211"/>
                  </a:lnTo>
                  <a:lnTo>
                    <a:pt x="22" y="217"/>
                  </a:lnTo>
                  <a:lnTo>
                    <a:pt x="53" y="217"/>
                  </a:lnTo>
                  <a:lnTo>
                    <a:pt x="53" y="217"/>
                  </a:lnTo>
                  <a:lnTo>
                    <a:pt x="55" y="217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2" y="213"/>
                  </a:lnTo>
                  <a:lnTo>
                    <a:pt x="66" y="213"/>
                  </a:lnTo>
                  <a:lnTo>
                    <a:pt x="68" y="215"/>
                  </a:lnTo>
                  <a:lnTo>
                    <a:pt x="71" y="213"/>
                  </a:lnTo>
                  <a:lnTo>
                    <a:pt x="71" y="213"/>
                  </a:lnTo>
                  <a:lnTo>
                    <a:pt x="75" y="213"/>
                  </a:lnTo>
                  <a:lnTo>
                    <a:pt x="79" y="213"/>
                  </a:lnTo>
                  <a:lnTo>
                    <a:pt x="82" y="213"/>
                  </a:lnTo>
                  <a:lnTo>
                    <a:pt x="95" y="213"/>
                  </a:lnTo>
                  <a:lnTo>
                    <a:pt x="95" y="213"/>
                  </a:lnTo>
                  <a:lnTo>
                    <a:pt x="101" y="213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8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21" y="219"/>
                  </a:lnTo>
                  <a:lnTo>
                    <a:pt x="121" y="219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09"/>
                  </a:lnTo>
                  <a:lnTo>
                    <a:pt x="128" y="208"/>
                  </a:lnTo>
                  <a:lnTo>
                    <a:pt x="132" y="204"/>
                  </a:lnTo>
                  <a:lnTo>
                    <a:pt x="132" y="204"/>
                  </a:lnTo>
                  <a:lnTo>
                    <a:pt x="126" y="200"/>
                  </a:lnTo>
                  <a:lnTo>
                    <a:pt x="121" y="191"/>
                  </a:lnTo>
                  <a:lnTo>
                    <a:pt x="121" y="191"/>
                  </a:lnTo>
                  <a:lnTo>
                    <a:pt x="117" y="186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6" y="175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1" y="162"/>
                  </a:lnTo>
                  <a:lnTo>
                    <a:pt x="97" y="153"/>
                  </a:lnTo>
                  <a:lnTo>
                    <a:pt x="97" y="153"/>
                  </a:lnTo>
                  <a:lnTo>
                    <a:pt x="95" y="149"/>
                  </a:lnTo>
                  <a:lnTo>
                    <a:pt x="91" y="146"/>
                  </a:lnTo>
                  <a:lnTo>
                    <a:pt x="91" y="146"/>
                  </a:lnTo>
                  <a:lnTo>
                    <a:pt x="90" y="146"/>
                  </a:lnTo>
                  <a:lnTo>
                    <a:pt x="90" y="144"/>
                  </a:lnTo>
                  <a:lnTo>
                    <a:pt x="95" y="140"/>
                  </a:lnTo>
                  <a:lnTo>
                    <a:pt x="95" y="140"/>
                  </a:lnTo>
                  <a:lnTo>
                    <a:pt x="99" y="135"/>
                  </a:lnTo>
                  <a:lnTo>
                    <a:pt x="102" y="127"/>
                  </a:lnTo>
                  <a:lnTo>
                    <a:pt x="106" y="118"/>
                  </a:lnTo>
                  <a:lnTo>
                    <a:pt x="110" y="109"/>
                  </a:lnTo>
                  <a:lnTo>
                    <a:pt x="110" y="109"/>
                  </a:lnTo>
                  <a:lnTo>
                    <a:pt x="108" y="102"/>
                  </a:lnTo>
                  <a:lnTo>
                    <a:pt x="108" y="96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99" y="87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3" y="75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101" y="69"/>
                  </a:lnTo>
                  <a:lnTo>
                    <a:pt x="108" y="69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5" y="67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3" y="56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0" y="45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0" y="35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1" y="24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97" y="0"/>
                  </a:lnTo>
                  <a:lnTo>
                    <a:pt x="95" y="15"/>
                  </a:lnTo>
                  <a:lnTo>
                    <a:pt x="95" y="15"/>
                  </a:lnTo>
                  <a:lnTo>
                    <a:pt x="97" y="16"/>
                  </a:lnTo>
                  <a:lnTo>
                    <a:pt x="99" y="18"/>
                  </a:lnTo>
                  <a:lnTo>
                    <a:pt x="101" y="20"/>
                  </a:lnTo>
                  <a:lnTo>
                    <a:pt x="101" y="20"/>
                  </a:lnTo>
                  <a:lnTo>
                    <a:pt x="99" y="27"/>
                  </a:lnTo>
                  <a:lnTo>
                    <a:pt x="97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5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88" y="42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0" y="60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5" y="69"/>
                  </a:lnTo>
                  <a:lnTo>
                    <a:pt x="75" y="69"/>
                  </a:lnTo>
                  <a:lnTo>
                    <a:pt x="77" y="73"/>
                  </a:lnTo>
                  <a:lnTo>
                    <a:pt x="77" y="75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64" y="82"/>
                  </a:lnTo>
                  <a:lnTo>
                    <a:pt x="60" y="86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9" y="95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3" y="104"/>
                  </a:lnTo>
                  <a:lnTo>
                    <a:pt x="53" y="107"/>
                  </a:lnTo>
                  <a:lnTo>
                    <a:pt x="53" y="107"/>
                  </a:lnTo>
                  <a:lnTo>
                    <a:pt x="51" y="111"/>
                  </a:lnTo>
                  <a:lnTo>
                    <a:pt x="50" y="113"/>
                  </a:lnTo>
                  <a:lnTo>
                    <a:pt x="48" y="113"/>
                  </a:lnTo>
                  <a:lnTo>
                    <a:pt x="46" y="117"/>
                  </a:lnTo>
                  <a:lnTo>
                    <a:pt x="46" y="117"/>
                  </a:lnTo>
                  <a:lnTo>
                    <a:pt x="42" y="122"/>
                  </a:lnTo>
                  <a:lnTo>
                    <a:pt x="42" y="127"/>
                  </a:lnTo>
                  <a:lnTo>
                    <a:pt x="42" y="127"/>
                  </a:lnTo>
                  <a:lnTo>
                    <a:pt x="42" y="131"/>
                  </a:lnTo>
                  <a:lnTo>
                    <a:pt x="44" y="133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39" y="138"/>
                  </a:lnTo>
                  <a:lnTo>
                    <a:pt x="37" y="140"/>
                  </a:lnTo>
                  <a:lnTo>
                    <a:pt x="35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38"/>
                  </a:lnTo>
                  <a:lnTo>
                    <a:pt x="31" y="135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5" y="135"/>
                  </a:lnTo>
                  <a:lnTo>
                    <a:pt x="11" y="137"/>
                  </a:lnTo>
                  <a:lnTo>
                    <a:pt x="8" y="138"/>
                  </a:lnTo>
                  <a:lnTo>
                    <a:pt x="6" y="140"/>
                  </a:lnTo>
                  <a:lnTo>
                    <a:pt x="6" y="140"/>
                  </a:lnTo>
                  <a:lnTo>
                    <a:pt x="4" y="148"/>
                  </a:lnTo>
                  <a:lnTo>
                    <a:pt x="4" y="149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3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" y="160"/>
                  </a:lnTo>
                  <a:lnTo>
                    <a:pt x="4" y="160"/>
                  </a:lnTo>
                  <a:lnTo>
                    <a:pt x="0" y="168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3" name="Freeform 437">
              <a:extLst>
                <a:ext uri="{FF2B5EF4-FFF2-40B4-BE49-F238E27FC236}">
                  <a16:creationId xmlns:a16="http://schemas.microsoft.com/office/drawing/2014/main" id="{4D601F5D-147E-4026-AB1E-DDBBB25D5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568" y="3618826"/>
              <a:ext cx="126056" cy="137920"/>
            </a:xfrm>
            <a:custGeom>
              <a:avLst/>
              <a:gdLst>
                <a:gd name="T0" fmla="*/ 7 w 85"/>
                <a:gd name="T1" fmla="*/ 64 h 93"/>
                <a:gd name="T2" fmla="*/ 7 w 85"/>
                <a:gd name="T3" fmla="*/ 64 h 93"/>
                <a:gd name="T4" fmla="*/ 16 w 85"/>
                <a:gd name="T5" fmla="*/ 84 h 93"/>
                <a:gd name="T6" fmla="*/ 16 w 85"/>
                <a:gd name="T7" fmla="*/ 84 h 93"/>
                <a:gd name="T8" fmla="*/ 20 w 85"/>
                <a:gd name="T9" fmla="*/ 82 h 93"/>
                <a:gd name="T10" fmla="*/ 22 w 85"/>
                <a:gd name="T11" fmla="*/ 82 h 93"/>
                <a:gd name="T12" fmla="*/ 23 w 85"/>
                <a:gd name="T13" fmla="*/ 82 h 93"/>
                <a:gd name="T14" fmla="*/ 23 w 85"/>
                <a:gd name="T15" fmla="*/ 82 h 93"/>
                <a:gd name="T16" fmla="*/ 22 w 85"/>
                <a:gd name="T17" fmla="*/ 90 h 93"/>
                <a:gd name="T18" fmla="*/ 22 w 85"/>
                <a:gd name="T19" fmla="*/ 90 h 93"/>
                <a:gd name="T20" fmla="*/ 31 w 85"/>
                <a:gd name="T21" fmla="*/ 93 h 93"/>
                <a:gd name="T22" fmla="*/ 34 w 85"/>
                <a:gd name="T23" fmla="*/ 86 h 93"/>
                <a:gd name="T24" fmla="*/ 40 w 85"/>
                <a:gd name="T25" fmla="*/ 82 h 93"/>
                <a:gd name="T26" fmla="*/ 43 w 85"/>
                <a:gd name="T27" fmla="*/ 81 h 93"/>
                <a:gd name="T28" fmla="*/ 49 w 85"/>
                <a:gd name="T29" fmla="*/ 79 h 93"/>
                <a:gd name="T30" fmla="*/ 62 w 85"/>
                <a:gd name="T31" fmla="*/ 82 h 93"/>
                <a:gd name="T32" fmla="*/ 63 w 85"/>
                <a:gd name="T33" fmla="*/ 75 h 93"/>
                <a:gd name="T34" fmla="*/ 71 w 85"/>
                <a:gd name="T35" fmla="*/ 70 h 93"/>
                <a:gd name="T36" fmla="*/ 80 w 85"/>
                <a:gd name="T37" fmla="*/ 66 h 93"/>
                <a:gd name="T38" fmla="*/ 85 w 85"/>
                <a:gd name="T39" fmla="*/ 53 h 93"/>
                <a:gd name="T40" fmla="*/ 85 w 85"/>
                <a:gd name="T41" fmla="*/ 44 h 93"/>
                <a:gd name="T42" fmla="*/ 85 w 85"/>
                <a:gd name="T43" fmla="*/ 35 h 93"/>
                <a:gd name="T44" fmla="*/ 82 w 85"/>
                <a:gd name="T45" fmla="*/ 28 h 93"/>
                <a:gd name="T46" fmla="*/ 82 w 85"/>
                <a:gd name="T47" fmla="*/ 22 h 93"/>
                <a:gd name="T48" fmla="*/ 80 w 85"/>
                <a:gd name="T49" fmla="*/ 13 h 93"/>
                <a:gd name="T50" fmla="*/ 78 w 85"/>
                <a:gd name="T51" fmla="*/ 4 h 93"/>
                <a:gd name="T52" fmla="*/ 71 w 85"/>
                <a:gd name="T53" fmla="*/ 6 h 93"/>
                <a:gd name="T54" fmla="*/ 67 w 85"/>
                <a:gd name="T55" fmla="*/ 2 h 93"/>
                <a:gd name="T56" fmla="*/ 63 w 85"/>
                <a:gd name="T57" fmla="*/ 0 h 93"/>
                <a:gd name="T58" fmla="*/ 58 w 85"/>
                <a:gd name="T59" fmla="*/ 6 h 93"/>
                <a:gd name="T60" fmla="*/ 58 w 85"/>
                <a:gd name="T61" fmla="*/ 15 h 93"/>
                <a:gd name="T62" fmla="*/ 54 w 85"/>
                <a:gd name="T63" fmla="*/ 15 h 93"/>
                <a:gd name="T64" fmla="*/ 49 w 85"/>
                <a:gd name="T65" fmla="*/ 10 h 93"/>
                <a:gd name="T66" fmla="*/ 45 w 85"/>
                <a:gd name="T67" fmla="*/ 8 h 93"/>
                <a:gd name="T68" fmla="*/ 36 w 85"/>
                <a:gd name="T69" fmla="*/ 8 h 93"/>
                <a:gd name="T70" fmla="*/ 32 w 85"/>
                <a:gd name="T71" fmla="*/ 11 h 93"/>
                <a:gd name="T72" fmla="*/ 25 w 85"/>
                <a:gd name="T73" fmla="*/ 17 h 93"/>
                <a:gd name="T74" fmla="*/ 20 w 85"/>
                <a:gd name="T75" fmla="*/ 17 h 93"/>
                <a:gd name="T76" fmla="*/ 14 w 85"/>
                <a:gd name="T77" fmla="*/ 15 h 93"/>
                <a:gd name="T78" fmla="*/ 7 w 85"/>
                <a:gd name="T79" fmla="*/ 20 h 93"/>
                <a:gd name="T80" fmla="*/ 2 w 85"/>
                <a:gd name="T81" fmla="*/ 22 h 93"/>
                <a:gd name="T82" fmla="*/ 0 w 85"/>
                <a:gd name="T83" fmla="*/ 31 h 93"/>
                <a:gd name="T84" fmla="*/ 2 w 85"/>
                <a:gd name="T85" fmla="*/ 44 h 93"/>
                <a:gd name="T86" fmla="*/ 7 w 85"/>
                <a:gd name="T87" fmla="*/ 51 h 93"/>
                <a:gd name="T88" fmla="*/ 5 w 85"/>
                <a:gd name="T89" fmla="*/ 66 h 93"/>
                <a:gd name="T90" fmla="*/ 7 w 85"/>
                <a:gd name="T91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93">
                  <a:moveTo>
                    <a:pt x="7" y="64"/>
                  </a:moveTo>
                  <a:lnTo>
                    <a:pt x="7" y="64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0" y="82"/>
                  </a:lnTo>
                  <a:lnTo>
                    <a:pt x="22" y="82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31" y="93"/>
                  </a:lnTo>
                  <a:lnTo>
                    <a:pt x="34" y="86"/>
                  </a:lnTo>
                  <a:lnTo>
                    <a:pt x="40" y="82"/>
                  </a:lnTo>
                  <a:lnTo>
                    <a:pt x="43" y="81"/>
                  </a:lnTo>
                  <a:lnTo>
                    <a:pt x="49" y="79"/>
                  </a:lnTo>
                  <a:lnTo>
                    <a:pt x="62" y="82"/>
                  </a:lnTo>
                  <a:lnTo>
                    <a:pt x="63" y="75"/>
                  </a:lnTo>
                  <a:lnTo>
                    <a:pt x="71" y="70"/>
                  </a:lnTo>
                  <a:lnTo>
                    <a:pt x="80" y="66"/>
                  </a:lnTo>
                  <a:lnTo>
                    <a:pt x="85" y="53"/>
                  </a:lnTo>
                  <a:lnTo>
                    <a:pt x="85" y="44"/>
                  </a:lnTo>
                  <a:lnTo>
                    <a:pt x="85" y="35"/>
                  </a:lnTo>
                  <a:lnTo>
                    <a:pt x="82" y="28"/>
                  </a:lnTo>
                  <a:lnTo>
                    <a:pt x="82" y="22"/>
                  </a:lnTo>
                  <a:lnTo>
                    <a:pt x="80" y="13"/>
                  </a:lnTo>
                  <a:lnTo>
                    <a:pt x="78" y="4"/>
                  </a:lnTo>
                  <a:lnTo>
                    <a:pt x="71" y="6"/>
                  </a:lnTo>
                  <a:lnTo>
                    <a:pt x="67" y="2"/>
                  </a:lnTo>
                  <a:lnTo>
                    <a:pt x="63" y="0"/>
                  </a:lnTo>
                  <a:lnTo>
                    <a:pt x="58" y="6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49" y="10"/>
                  </a:lnTo>
                  <a:lnTo>
                    <a:pt x="45" y="8"/>
                  </a:lnTo>
                  <a:lnTo>
                    <a:pt x="36" y="8"/>
                  </a:lnTo>
                  <a:lnTo>
                    <a:pt x="32" y="11"/>
                  </a:lnTo>
                  <a:lnTo>
                    <a:pt x="25" y="17"/>
                  </a:lnTo>
                  <a:lnTo>
                    <a:pt x="20" y="17"/>
                  </a:lnTo>
                  <a:lnTo>
                    <a:pt x="14" y="15"/>
                  </a:lnTo>
                  <a:lnTo>
                    <a:pt x="7" y="20"/>
                  </a:lnTo>
                  <a:lnTo>
                    <a:pt x="2" y="22"/>
                  </a:lnTo>
                  <a:lnTo>
                    <a:pt x="0" y="31"/>
                  </a:lnTo>
                  <a:lnTo>
                    <a:pt x="2" y="44"/>
                  </a:lnTo>
                  <a:lnTo>
                    <a:pt x="7" y="51"/>
                  </a:lnTo>
                  <a:lnTo>
                    <a:pt x="5" y="66"/>
                  </a:lnTo>
                  <a:lnTo>
                    <a:pt x="7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4" name="Freeform 438">
              <a:extLst>
                <a:ext uri="{FF2B5EF4-FFF2-40B4-BE49-F238E27FC236}">
                  <a16:creationId xmlns:a16="http://schemas.microsoft.com/office/drawing/2014/main" id="{5C7DD11E-EF40-4C31-8F19-32B77DC3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00" y="4137878"/>
              <a:ext cx="51906" cy="59320"/>
            </a:xfrm>
            <a:custGeom>
              <a:avLst/>
              <a:gdLst>
                <a:gd name="T0" fmla="*/ 0 w 35"/>
                <a:gd name="T1" fmla="*/ 13 h 40"/>
                <a:gd name="T2" fmla="*/ 0 w 35"/>
                <a:gd name="T3" fmla="*/ 13 h 40"/>
                <a:gd name="T4" fmla="*/ 2 w 35"/>
                <a:gd name="T5" fmla="*/ 11 h 40"/>
                <a:gd name="T6" fmla="*/ 0 w 35"/>
                <a:gd name="T7" fmla="*/ 4 h 40"/>
                <a:gd name="T8" fmla="*/ 0 w 35"/>
                <a:gd name="T9" fmla="*/ 4 h 40"/>
                <a:gd name="T10" fmla="*/ 2 w 35"/>
                <a:gd name="T11" fmla="*/ 2 h 40"/>
                <a:gd name="T12" fmla="*/ 4 w 35"/>
                <a:gd name="T13" fmla="*/ 2 h 40"/>
                <a:gd name="T14" fmla="*/ 5 w 35"/>
                <a:gd name="T15" fmla="*/ 4 h 40"/>
                <a:gd name="T16" fmla="*/ 5 w 35"/>
                <a:gd name="T17" fmla="*/ 4 h 40"/>
                <a:gd name="T18" fmla="*/ 7 w 35"/>
                <a:gd name="T19" fmla="*/ 8 h 40"/>
                <a:gd name="T20" fmla="*/ 9 w 35"/>
                <a:gd name="T21" fmla="*/ 9 h 40"/>
                <a:gd name="T22" fmla="*/ 9 w 35"/>
                <a:gd name="T23" fmla="*/ 11 h 40"/>
                <a:gd name="T24" fmla="*/ 13 w 35"/>
                <a:gd name="T25" fmla="*/ 9 h 40"/>
                <a:gd name="T26" fmla="*/ 13 w 35"/>
                <a:gd name="T27" fmla="*/ 9 h 40"/>
                <a:gd name="T28" fmla="*/ 15 w 35"/>
                <a:gd name="T29" fmla="*/ 6 h 40"/>
                <a:gd name="T30" fmla="*/ 16 w 35"/>
                <a:gd name="T31" fmla="*/ 2 h 40"/>
                <a:gd name="T32" fmla="*/ 16 w 35"/>
                <a:gd name="T33" fmla="*/ 0 h 40"/>
                <a:gd name="T34" fmla="*/ 18 w 35"/>
                <a:gd name="T35" fmla="*/ 0 h 40"/>
                <a:gd name="T36" fmla="*/ 18 w 35"/>
                <a:gd name="T37" fmla="*/ 0 h 40"/>
                <a:gd name="T38" fmla="*/ 24 w 35"/>
                <a:gd name="T39" fmla="*/ 2 h 40"/>
                <a:gd name="T40" fmla="*/ 29 w 35"/>
                <a:gd name="T41" fmla="*/ 4 h 40"/>
                <a:gd name="T42" fmla="*/ 29 w 35"/>
                <a:gd name="T43" fmla="*/ 4 h 40"/>
                <a:gd name="T44" fmla="*/ 27 w 35"/>
                <a:gd name="T45" fmla="*/ 8 h 40"/>
                <a:gd name="T46" fmla="*/ 27 w 35"/>
                <a:gd name="T47" fmla="*/ 11 h 40"/>
                <a:gd name="T48" fmla="*/ 29 w 35"/>
                <a:gd name="T49" fmla="*/ 15 h 40"/>
                <a:gd name="T50" fmla="*/ 29 w 35"/>
                <a:gd name="T51" fmla="*/ 15 h 40"/>
                <a:gd name="T52" fmla="*/ 35 w 35"/>
                <a:gd name="T53" fmla="*/ 17 h 40"/>
                <a:gd name="T54" fmla="*/ 35 w 35"/>
                <a:gd name="T55" fmla="*/ 15 h 40"/>
                <a:gd name="T56" fmla="*/ 35 w 35"/>
                <a:gd name="T57" fmla="*/ 15 h 40"/>
                <a:gd name="T58" fmla="*/ 35 w 35"/>
                <a:gd name="T59" fmla="*/ 18 h 40"/>
                <a:gd name="T60" fmla="*/ 33 w 35"/>
                <a:gd name="T61" fmla="*/ 22 h 40"/>
                <a:gd name="T62" fmla="*/ 33 w 35"/>
                <a:gd name="T63" fmla="*/ 22 h 40"/>
                <a:gd name="T64" fmla="*/ 27 w 35"/>
                <a:gd name="T65" fmla="*/ 26 h 40"/>
                <a:gd name="T66" fmla="*/ 25 w 35"/>
                <a:gd name="T67" fmla="*/ 28 h 40"/>
                <a:gd name="T68" fmla="*/ 24 w 35"/>
                <a:gd name="T69" fmla="*/ 37 h 40"/>
                <a:gd name="T70" fmla="*/ 24 w 35"/>
                <a:gd name="T71" fmla="*/ 37 h 40"/>
                <a:gd name="T72" fmla="*/ 16 w 35"/>
                <a:gd name="T73" fmla="*/ 40 h 40"/>
                <a:gd name="T74" fmla="*/ 16 w 35"/>
                <a:gd name="T75" fmla="*/ 40 h 40"/>
                <a:gd name="T76" fmla="*/ 9 w 35"/>
                <a:gd name="T77" fmla="*/ 40 h 40"/>
                <a:gd name="T78" fmla="*/ 5 w 35"/>
                <a:gd name="T79" fmla="*/ 38 h 40"/>
                <a:gd name="T80" fmla="*/ 5 w 35"/>
                <a:gd name="T81" fmla="*/ 38 h 40"/>
                <a:gd name="T82" fmla="*/ 4 w 35"/>
                <a:gd name="T83" fmla="*/ 13 h 40"/>
                <a:gd name="T84" fmla="*/ 0 w 35"/>
                <a:gd name="T8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" h="40">
                  <a:moveTo>
                    <a:pt x="0" y="13"/>
                  </a:moveTo>
                  <a:lnTo>
                    <a:pt x="0" y="13"/>
                  </a:lnTo>
                  <a:lnTo>
                    <a:pt x="2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8"/>
                  </a:lnTo>
                  <a:lnTo>
                    <a:pt x="9" y="9"/>
                  </a:lnTo>
                  <a:lnTo>
                    <a:pt x="9" y="11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6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5" y="17"/>
                  </a:lnTo>
                  <a:lnTo>
                    <a:pt x="35" y="15"/>
                  </a:lnTo>
                  <a:lnTo>
                    <a:pt x="35" y="15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9" y="40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4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5" name="Freeform 439">
              <a:extLst>
                <a:ext uri="{FF2B5EF4-FFF2-40B4-BE49-F238E27FC236}">
                  <a16:creationId xmlns:a16="http://schemas.microsoft.com/office/drawing/2014/main" id="{0E57CB42-B141-46E8-BF09-892AECF6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669" y="3249557"/>
              <a:ext cx="198723" cy="483459"/>
            </a:xfrm>
            <a:custGeom>
              <a:avLst/>
              <a:gdLst>
                <a:gd name="T0" fmla="*/ 105 w 134"/>
                <a:gd name="T1" fmla="*/ 320 h 326"/>
                <a:gd name="T2" fmla="*/ 111 w 134"/>
                <a:gd name="T3" fmla="*/ 291 h 326"/>
                <a:gd name="T4" fmla="*/ 94 w 134"/>
                <a:gd name="T5" fmla="*/ 257 h 326"/>
                <a:gd name="T6" fmla="*/ 100 w 134"/>
                <a:gd name="T7" fmla="*/ 229 h 326"/>
                <a:gd name="T8" fmla="*/ 83 w 134"/>
                <a:gd name="T9" fmla="*/ 198 h 326"/>
                <a:gd name="T10" fmla="*/ 83 w 134"/>
                <a:gd name="T11" fmla="*/ 171 h 326"/>
                <a:gd name="T12" fmla="*/ 96 w 134"/>
                <a:gd name="T13" fmla="*/ 158 h 326"/>
                <a:gd name="T14" fmla="*/ 104 w 134"/>
                <a:gd name="T15" fmla="*/ 146 h 326"/>
                <a:gd name="T16" fmla="*/ 124 w 134"/>
                <a:gd name="T17" fmla="*/ 149 h 326"/>
                <a:gd name="T18" fmla="*/ 134 w 134"/>
                <a:gd name="T19" fmla="*/ 124 h 326"/>
                <a:gd name="T20" fmla="*/ 118 w 134"/>
                <a:gd name="T21" fmla="*/ 106 h 326"/>
                <a:gd name="T22" fmla="*/ 107 w 134"/>
                <a:gd name="T23" fmla="*/ 100 h 326"/>
                <a:gd name="T24" fmla="*/ 105 w 134"/>
                <a:gd name="T25" fmla="*/ 87 h 326"/>
                <a:gd name="T26" fmla="*/ 102 w 134"/>
                <a:gd name="T27" fmla="*/ 71 h 326"/>
                <a:gd name="T28" fmla="*/ 87 w 134"/>
                <a:gd name="T29" fmla="*/ 76 h 326"/>
                <a:gd name="T30" fmla="*/ 83 w 134"/>
                <a:gd name="T31" fmla="*/ 69 h 326"/>
                <a:gd name="T32" fmla="*/ 87 w 134"/>
                <a:gd name="T33" fmla="*/ 51 h 326"/>
                <a:gd name="T34" fmla="*/ 93 w 134"/>
                <a:gd name="T35" fmla="*/ 27 h 326"/>
                <a:gd name="T36" fmla="*/ 89 w 134"/>
                <a:gd name="T37" fmla="*/ 7 h 326"/>
                <a:gd name="T38" fmla="*/ 78 w 134"/>
                <a:gd name="T39" fmla="*/ 2 h 326"/>
                <a:gd name="T40" fmla="*/ 65 w 134"/>
                <a:gd name="T41" fmla="*/ 20 h 326"/>
                <a:gd name="T42" fmla="*/ 52 w 134"/>
                <a:gd name="T43" fmla="*/ 36 h 326"/>
                <a:gd name="T44" fmla="*/ 34 w 134"/>
                <a:gd name="T45" fmla="*/ 53 h 326"/>
                <a:gd name="T46" fmla="*/ 34 w 134"/>
                <a:gd name="T47" fmla="*/ 64 h 326"/>
                <a:gd name="T48" fmla="*/ 16 w 134"/>
                <a:gd name="T49" fmla="*/ 76 h 326"/>
                <a:gd name="T50" fmla="*/ 20 w 134"/>
                <a:gd name="T51" fmla="*/ 106 h 326"/>
                <a:gd name="T52" fmla="*/ 12 w 134"/>
                <a:gd name="T53" fmla="*/ 118 h 326"/>
                <a:gd name="T54" fmla="*/ 5 w 134"/>
                <a:gd name="T55" fmla="*/ 124 h 326"/>
                <a:gd name="T56" fmla="*/ 9 w 134"/>
                <a:gd name="T57" fmla="*/ 136 h 326"/>
                <a:gd name="T58" fmla="*/ 0 w 134"/>
                <a:gd name="T59" fmla="*/ 142 h 326"/>
                <a:gd name="T60" fmla="*/ 1 w 134"/>
                <a:gd name="T61" fmla="*/ 147 h 326"/>
                <a:gd name="T62" fmla="*/ 5 w 134"/>
                <a:gd name="T63" fmla="*/ 153 h 326"/>
                <a:gd name="T64" fmla="*/ 5 w 134"/>
                <a:gd name="T65" fmla="*/ 151 h 326"/>
                <a:gd name="T66" fmla="*/ 11 w 134"/>
                <a:gd name="T67" fmla="*/ 149 h 326"/>
                <a:gd name="T68" fmla="*/ 18 w 134"/>
                <a:gd name="T69" fmla="*/ 164 h 326"/>
                <a:gd name="T70" fmla="*/ 20 w 134"/>
                <a:gd name="T71" fmla="*/ 180 h 326"/>
                <a:gd name="T72" fmla="*/ 31 w 134"/>
                <a:gd name="T73" fmla="*/ 191 h 326"/>
                <a:gd name="T74" fmla="*/ 27 w 134"/>
                <a:gd name="T75" fmla="*/ 204 h 326"/>
                <a:gd name="T76" fmla="*/ 23 w 134"/>
                <a:gd name="T77" fmla="*/ 220 h 326"/>
                <a:gd name="T78" fmla="*/ 31 w 134"/>
                <a:gd name="T79" fmla="*/ 229 h 326"/>
                <a:gd name="T80" fmla="*/ 51 w 134"/>
                <a:gd name="T81" fmla="*/ 226 h 326"/>
                <a:gd name="T82" fmla="*/ 58 w 134"/>
                <a:gd name="T83" fmla="*/ 218 h 326"/>
                <a:gd name="T84" fmla="*/ 62 w 134"/>
                <a:gd name="T85" fmla="*/ 209 h 326"/>
                <a:gd name="T86" fmla="*/ 76 w 134"/>
                <a:gd name="T87" fmla="*/ 220 h 326"/>
                <a:gd name="T88" fmla="*/ 76 w 134"/>
                <a:gd name="T89" fmla="*/ 229 h 326"/>
                <a:gd name="T90" fmla="*/ 74 w 134"/>
                <a:gd name="T91" fmla="*/ 237 h 326"/>
                <a:gd name="T92" fmla="*/ 82 w 134"/>
                <a:gd name="T93" fmla="*/ 244 h 326"/>
                <a:gd name="T94" fmla="*/ 83 w 134"/>
                <a:gd name="T95" fmla="*/ 262 h 326"/>
                <a:gd name="T96" fmla="*/ 87 w 134"/>
                <a:gd name="T97" fmla="*/ 275 h 326"/>
                <a:gd name="T98" fmla="*/ 93 w 134"/>
                <a:gd name="T99" fmla="*/ 286 h 326"/>
                <a:gd name="T100" fmla="*/ 96 w 134"/>
                <a:gd name="T101" fmla="*/ 297 h 326"/>
                <a:gd name="T102" fmla="*/ 94 w 134"/>
                <a:gd name="T103" fmla="*/ 306 h 326"/>
                <a:gd name="T104" fmla="*/ 98 w 134"/>
                <a:gd name="T105" fmla="*/ 313 h 326"/>
                <a:gd name="T106" fmla="*/ 102 w 134"/>
                <a:gd name="T10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4" h="326">
                  <a:moveTo>
                    <a:pt x="102" y="326"/>
                  </a:moveTo>
                  <a:lnTo>
                    <a:pt x="104" y="326"/>
                  </a:lnTo>
                  <a:lnTo>
                    <a:pt x="105" y="320"/>
                  </a:lnTo>
                  <a:lnTo>
                    <a:pt x="107" y="310"/>
                  </a:lnTo>
                  <a:lnTo>
                    <a:pt x="111" y="302"/>
                  </a:lnTo>
                  <a:lnTo>
                    <a:pt x="111" y="291"/>
                  </a:lnTo>
                  <a:lnTo>
                    <a:pt x="107" y="279"/>
                  </a:lnTo>
                  <a:lnTo>
                    <a:pt x="98" y="271"/>
                  </a:lnTo>
                  <a:lnTo>
                    <a:pt x="94" y="257"/>
                  </a:lnTo>
                  <a:lnTo>
                    <a:pt x="91" y="240"/>
                  </a:lnTo>
                  <a:lnTo>
                    <a:pt x="100" y="237"/>
                  </a:lnTo>
                  <a:lnTo>
                    <a:pt x="100" y="229"/>
                  </a:lnTo>
                  <a:lnTo>
                    <a:pt x="93" y="222"/>
                  </a:lnTo>
                  <a:lnTo>
                    <a:pt x="85" y="213"/>
                  </a:lnTo>
                  <a:lnTo>
                    <a:pt x="83" y="198"/>
                  </a:lnTo>
                  <a:lnTo>
                    <a:pt x="85" y="187"/>
                  </a:lnTo>
                  <a:lnTo>
                    <a:pt x="87" y="180"/>
                  </a:lnTo>
                  <a:lnTo>
                    <a:pt x="83" y="171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6" y="158"/>
                  </a:lnTo>
                  <a:lnTo>
                    <a:pt x="100" y="158"/>
                  </a:lnTo>
                  <a:lnTo>
                    <a:pt x="100" y="153"/>
                  </a:lnTo>
                  <a:lnTo>
                    <a:pt x="104" y="146"/>
                  </a:lnTo>
                  <a:lnTo>
                    <a:pt x="107" y="146"/>
                  </a:lnTo>
                  <a:lnTo>
                    <a:pt x="111" y="149"/>
                  </a:lnTo>
                  <a:lnTo>
                    <a:pt x="124" y="149"/>
                  </a:lnTo>
                  <a:lnTo>
                    <a:pt x="129" y="140"/>
                  </a:lnTo>
                  <a:lnTo>
                    <a:pt x="127" y="133"/>
                  </a:lnTo>
                  <a:lnTo>
                    <a:pt x="134" y="124"/>
                  </a:lnTo>
                  <a:lnTo>
                    <a:pt x="124" y="122"/>
                  </a:lnTo>
                  <a:lnTo>
                    <a:pt x="120" y="115"/>
                  </a:lnTo>
                  <a:lnTo>
                    <a:pt x="118" y="106"/>
                  </a:lnTo>
                  <a:lnTo>
                    <a:pt x="114" y="106"/>
                  </a:lnTo>
                  <a:lnTo>
                    <a:pt x="107" y="104"/>
                  </a:lnTo>
                  <a:lnTo>
                    <a:pt x="107" y="100"/>
                  </a:lnTo>
                  <a:lnTo>
                    <a:pt x="113" y="91"/>
                  </a:lnTo>
                  <a:lnTo>
                    <a:pt x="111" y="87"/>
                  </a:lnTo>
                  <a:lnTo>
                    <a:pt x="105" y="87"/>
                  </a:lnTo>
                  <a:lnTo>
                    <a:pt x="104" y="80"/>
                  </a:lnTo>
                  <a:lnTo>
                    <a:pt x="105" y="75"/>
                  </a:lnTo>
                  <a:lnTo>
                    <a:pt x="102" y="71"/>
                  </a:lnTo>
                  <a:lnTo>
                    <a:pt x="96" y="71"/>
                  </a:lnTo>
                  <a:lnTo>
                    <a:pt x="91" y="73"/>
                  </a:lnTo>
                  <a:lnTo>
                    <a:pt x="87" y="76"/>
                  </a:lnTo>
                  <a:lnTo>
                    <a:pt x="85" y="78"/>
                  </a:lnTo>
                  <a:lnTo>
                    <a:pt x="83" y="75"/>
                  </a:lnTo>
                  <a:lnTo>
                    <a:pt x="83" y="69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7" y="51"/>
                  </a:lnTo>
                  <a:lnTo>
                    <a:pt x="91" y="44"/>
                  </a:lnTo>
                  <a:lnTo>
                    <a:pt x="93" y="33"/>
                  </a:lnTo>
                  <a:lnTo>
                    <a:pt x="93" y="27"/>
                  </a:lnTo>
                  <a:lnTo>
                    <a:pt x="91" y="22"/>
                  </a:lnTo>
                  <a:lnTo>
                    <a:pt x="93" y="13"/>
                  </a:lnTo>
                  <a:lnTo>
                    <a:pt x="89" y="7"/>
                  </a:lnTo>
                  <a:lnTo>
                    <a:pt x="87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8" y="13"/>
                  </a:lnTo>
                  <a:lnTo>
                    <a:pt x="73" y="22"/>
                  </a:lnTo>
                  <a:lnTo>
                    <a:pt x="65" y="20"/>
                  </a:lnTo>
                  <a:lnTo>
                    <a:pt x="56" y="22"/>
                  </a:lnTo>
                  <a:lnTo>
                    <a:pt x="52" y="33"/>
                  </a:lnTo>
                  <a:lnTo>
                    <a:pt x="52" y="36"/>
                  </a:lnTo>
                  <a:lnTo>
                    <a:pt x="45" y="44"/>
                  </a:lnTo>
                  <a:lnTo>
                    <a:pt x="40" y="51"/>
                  </a:lnTo>
                  <a:lnTo>
                    <a:pt x="34" y="53"/>
                  </a:lnTo>
                  <a:lnTo>
                    <a:pt x="31" y="56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29" y="71"/>
                  </a:lnTo>
                  <a:lnTo>
                    <a:pt x="25" y="82"/>
                  </a:lnTo>
                  <a:lnTo>
                    <a:pt x="16" y="76"/>
                  </a:lnTo>
                  <a:lnTo>
                    <a:pt x="16" y="93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1"/>
                  </a:lnTo>
                  <a:lnTo>
                    <a:pt x="16" y="115"/>
                  </a:lnTo>
                  <a:lnTo>
                    <a:pt x="12" y="118"/>
                  </a:lnTo>
                  <a:lnTo>
                    <a:pt x="9" y="115"/>
                  </a:lnTo>
                  <a:lnTo>
                    <a:pt x="3" y="116"/>
                  </a:lnTo>
                  <a:lnTo>
                    <a:pt x="5" y="124"/>
                  </a:lnTo>
                  <a:lnTo>
                    <a:pt x="7" y="129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1" y="133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7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7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16" y="147"/>
                  </a:lnTo>
                  <a:lnTo>
                    <a:pt x="16" y="147"/>
                  </a:lnTo>
                  <a:lnTo>
                    <a:pt x="18" y="164"/>
                  </a:lnTo>
                  <a:lnTo>
                    <a:pt x="18" y="171"/>
                  </a:lnTo>
                  <a:lnTo>
                    <a:pt x="20" y="180"/>
                  </a:lnTo>
                  <a:lnTo>
                    <a:pt x="20" y="180"/>
                  </a:lnTo>
                  <a:lnTo>
                    <a:pt x="25" y="186"/>
                  </a:lnTo>
                  <a:lnTo>
                    <a:pt x="29" y="187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8"/>
                  </a:lnTo>
                  <a:lnTo>
                    <a:pt x="27" y="204"/>
                  </a:lnTo>
                  <a:lnTo>
                    <a:pt x="23" y="213"/>
                  </a:lnTo>
                  <a:lnTo>
                    <a:pt x="23" y="213"/>
                  </a:lnTo>
                  <a:lnTo>
                    <a:pt x="23" y="220"/>
                  </a:lnTo>
                  <a:lnTo>
                    <a:pt x="23" y="228"/>
                  </a:lnTo>
                  <a:lnTo>
                    <a:pt x="23" y="228"/>
                  </a:lnTo>
                  <a:lnTo>
                    <a:pt x="31" y="229"/>
                  </a:lnTo>
                  <a:lnTo>
                    <a:pt x="42" y="229"/>
                  </a:lnTo>
                  <a:lnTo>
                    <a:pt x="47" y="228"/>
                  </a:lnTo>
                  <a:lnTo>
                    <a:pt x="51" y="226"/>
                  </a:lnTo>
                  <a:lnTo>
                    <a:pt x="54" y="224"/>
                  </a:lnTo>
                  <a:lnTo>
                    <a:pt x="58" y="218"/>
                  </a:lnTo>
                  <a:lnTo>
                    <a:pt x="58" y="218"/>
                  </a:lnTo>
                  <a:lnTo>
                    <a:pt x="58" y="213"/>
                  </a:lnTo>
                  <a:lnTo>
                    <a:pt x="58" y="209"/>
                  </a:lnTo>
                  <a:lnTo>
                    <a:pt x="62" y="209"/>
                  </a:lnTo>
                  <a:lnTo>
                    <a:pt x="62" y="209"/>
                  </a:lnTo>
                  <a:lnTo>
                    <a:pt x="73" y="220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8" y="226"/>
                  </a:lnTo>
                  <a:lnTo>
                    <a:pt x="76" y="229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8" y="240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3" y="249"/>
                  </a:lnTo>
                  <a:lnTo>
                    <a:pt x="83" y="255"/>
                  </a:lnTo>
                  <a:lnTo>
                    <a:pt x="83" y="262"/>
                  </a:lnTo>
                  <a:lnTo>
                    <a:pt x="83" y="268"/>
                  </a:lnTo>
                  <a:lnTo>
                    <a:pt x="83" y="268"/>
                  </a:lnTo>
                  <a:lnTo>
                    <a:pt x="87" y="275"/>
                  </a:lnTo>
                  <a:lnTo>
                    <a:pt x="91" y="275"/>
                  </a:lnTo>
                  <a:lnTo>
                    <a:pt x="91" y="275"/>
                  </a:lnTo>
                  <a:lnTo>
                    <a:pt x="93" y="286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6" y="297"/>
                  </a:lnTo>
                  <a:lnTo>
                    <a:pt x="96" y="297"/>
                  </a:lnTo>
                  <a:lnTo>
                    <a:pt x="96" y="302"/>
                  </a:lnTo>
                  <a:lnTo>
                    <a:pt x="94" y="306"/>
                  </a:lnTo>
                  <a:lnTo>
                    <a:pt x="93" y="310"/>
                  </a:lnTo>
                  <a:lnTo>
                    <a:pt x="91" y="311"/>
                  </a:lnTo>
                  <a:lnTo>
                    <a:pt x="98" y="313"/>
                  </a:lnTo>
                  <a:lnTo>
                    <a:pt x="98" y="313"/>
                  </a:lnTo>
                  <a:lnTo>
                    <a:pt x="100" y="324"/>
                  </a:lnTo>
                  <a:lnTo>
                    <a:pt x="102" y="3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6" name="Freeform 440">
              <a:extLst>
                <a:ext uri="{FF2B5EF4-FFF2-40B4-BE49-F238E27FC236}">
                  <a16:creationId xmlns:a16="http://schemas.microsoft.com/office/drawing/2014/main" id="{FBD9E541-2FD0-4AD1-BC98-6AF51666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5215" y="3581750"/>
              <a:ext cx="173512" cy="173512"/>
            </a:xfrm>
            <a:custGeom>
              <a:avLst/>
              <a:gdLst>
                <a:gd name="T0" fmla="*/ 77 w 117"/>
                <a:gd name="T1" fmla="*/ 84 h 117"/>
                <a:gd name="T2" fmla="*/ 77 w 117"/>
                <a:gd name="T3" fmla="*/ 87 h 117"/>
                <a:gd name="T4" fmla="*/ 53 w 117"/>
                <a:gd name="T5" fmla="*/ 86 h 117"/>
                <a:gd name="T6" fmla="*/ 49 w 117"/>
                <a:gd name="T7" fmla="*/ 89 h 117"/>
                <a:gd name="T8" fmla="*/ 47 w 117"/>
                <a:gd name="T9" fmla="*/ 95 h 117"/>
                <a:gd name="T10" fmla="*/ 49 w 117"/>
                <a:gd name="T11" fmla="*/ 104 h 117"/>
                <a:gd name="T12" fmla="*/ 47 w 117"/>
                <a:gd name="T13" fmla="*/ 115 h 117"/>
                <a:gd name="T14" fmla="*/ 42 w 117"/>
                <a:gd name="T15" fmla="*/ 117 h 117"/>
                <a:gd name="T16" fmla="*/ 35 w 117"/>
                <a:gd name="T17" fmla="*/ 117 h 117"/>
                <a:gd name="T18" fmla="*/ 33 w 117"/>
                <a:gd name="T19" fmla="*/ 111 h 117"/>
                <a:gd name="T20" fmla="*/ 27 w 117"/>
                <a:gd name="T21" fmla="*/ 107 h 117"/>
                <a:gd name="T22" fmla="*/ 15 w 117"/>
                <a:gd name="T23" fmla="*/ 111 h 117"/>
                <a:gd name="T24" fmla="*/ 0 w 117"/>
                <a:gd name="T25" fmla="*/ 104 h 117"/>
                <a:gd name="T26" fmla="*/ 0 w 117"/>
                <a:gd name="T27" fmla="*/ 98 h 117"/>
                <a:gd name="T28" fmla="*/ 2 w 117"/>
                <a:gd name="T29" fmla="*/ 91 h 117"/>
                <a:gd name="T30" fmla="*/ 5 w 117"/>
                <a:gd name="T31" fmla="*/ 89 h 117"/>
                <a:gd name="T32" fmla="*/ 4 w 117"/>
                <a:gd name="T33" fmla="*/ 82 h 117"/>
                <a:gd name="T34" fmla="*/ 4 w 117"/>
                <a:gd name="T35" fmla="*/ 78 h 117"/>
                <a:gd name="T36" fmla="*/ 5 w 117"/>
                <a:gd name="T37" fmla="*/ 75 h 117"/>
                <a:gd name="T38" fmla="*/ 11 w 117"/>
                <a:gd name="T39" fmla="*/ 67 h 117"/>
                <a:gd name="T40" fmla="*/ 15 w 117"/>
                <a:gd name="T41" fmla="*/ 69 h 117"/>
                <a:gd name="T42" fmla="*/ 15 w 117"/>
                <a:gd name="T43" fmla="*/ 69 h 117"/>
                <a:gd name="T44" fmla="*/ 18 w 117"/>
                <a:gd name="T45" fmla="*/ 56 h 117"/>
                <a:gd name="T46" fmla="*/ 20 w 117"/>
                <a:gd name="T47" fmla="*/ 51 h 117"/>
                <a:gd name="T48" fmla="*/ 26 w 117"/>
                <a:gd name="T49" fmla="*/ 47 h 117"/>
                <a:gd name="T50" fmla="*/ 36 w 117"/>
                <a:gd name="T51" fmla="*/ 44 h 117"/>
                <a:gd name="T52" fmla="*/ 38 w 117"/>
                <a:gd name="T53" fmla="*/ 44 h 117"/>
                <a:gd name="T54" fmla="*/ 44 w 117"/>
                <a:gd name="T55" fmla="*/ 36 h 117"/>
                <a:gd name="T56" fmla="*/ 46 w 117"/>
                <a:gd name="T57" fmla="*/ 31 h 117"/>
                <a:gd name="T58" fmla="*/ 49 w 117"/>
                <a:gd name="T59" fmla="*/ 27 h 117"/>
                <a:gd name="T60" fmla="*/ 56 w 117"/>
                <a:gd name="T61" fmla="*/ 24 h 117"/>
                <a:gd name="T62" fmla="*/ 56 w 117"/>
                <a:gd name="T63" fmla="*/ 22 h 117"/>
                <a:gd name="T64" fmla="*/ 60 w 117"/>
                <a:gd name="T65" fmla="*/ 11 h 117"/>
                <a:gd name="T66" fmla="*/ 64 w 117"/>
                <a:gd name="T67" fmla="*/ 11 h 117"/>
                <a:gd name="T68" fmla="*/ 71 w 117"/>
                <a:gd name="T69" fmla="*/ 7 h 117"/>
                <a:gd name="T70" fmla="*/ 71 w 117"/>
                <a:gd name="T71" fmla="*/ 5 h 117"/>
                <a:gd name="T72" fmla="*/ 75 w 117"/>
                <a:gd name="T73" fmla="*/ 2 h 117"/>
                <a:gd name="T74" fmla="*/ 78 w 117"/>
                <a:gd name="T75" fmla="*/ 2 h 117"/>
                <a:gd name="T76" fmla="*/ 78 w 117"/>
                <a:gd name="T77" fmla="*/ 4 h 117"/>
                <a:gd name="T78" fmla="*/ 82 w 117"/>
                <a:gd name="T79" fmla="*/ 2 h 117"/>
                <a:gd name="T80" fmla="*/ 84 w 117"/>
                <a:gd name="T81" fmla="*/ 2 h 117"/>
                <a:gd name="T82" fmla="*/ 87 w 117"/>
                <a:gd name="T83" fmla="*/ 9 h 117"/>
                <a:gd name="T84" fmla="*/ 91 w 117"/>
                <a:gd name="T85" fmla="*/ 22 h 117"/>
                <a:gd name="T86" fmla="*/ 100 w 117"/>
                <a:gd name="T87" fmla="*/ 35 h 117"/>
                <a:gd name="T88" fmla="*/ 108 w 117"/>
                <a:gd name="T89" fmla="*/ 49 h 117"/>
                <a:gd name="T90" fmla="*/ 113 w 117"/>
                <a:gd name="T91" fmla="*/ 49 h 117"/>
                <a:gd name="T92" fmla="*/ 115 w 117"/>
                <a:gd name="T93" fmla="*/ 51 h 117"/>
                <a:gd name="T94" fmla="*/ 113 w 117"/>
                <a:gd name="T95" fmla="*/ 58 h 117"/>
                <a:gd name="T96" fmla="*/ 117 w 117"/>
                <a:gd name="T97" fmla="*/ 73 h 117"/>
                <a:gd name="T98" fmla="*/ 115 w 117"/>
                <a:gd name="T99" fmla="*/ 78 h 117"/>
                <a:gd name="T100" fmla="*/ 109 w 117"/>
                <a:gd name="T101" fmla="*/ 82 h 117"/>
                <a:gd name="T102" fmla="*/ 109 w 117"/>
                <a:gd name="T103" fmla="*/ 84 h 117"/>
                <a:gd name="T104" fmla="*/ 108 w 117"/>
                <a:gd name="T105" fmla="*/ 87 h 117"/>
                <a:gd name="T106" fmla="*/ 104 w 117"/>
                <a:gd name="T107" fmla="*/ 87 h 117"/>
                <a:gd name="T108" fmla="*/ 95 w 117"/>
                <a:gd name="T109" fmla="*/ 86 h 117"/>
                <a:gd name="T110" fmla="*/ 87 w 117"/>
                <a:gd name="T11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" h="117">
                  <a:moveTo>
                    <a:pt x="87" y="86"/>
                  </a:moveTo>
                  <a:lnTo>
                    <a:pt x="77" y="84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66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49" y="89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100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5"/>
                  </a:lnTo>
                  <a:lnTo>
                    <a:pt x="47" y="115"/>
                  </a:lnTo>
                  <a:lnTo>
                    <a:pt x="42" y="117"/>
                  </a:lnTo>
                  <a:lnTo>
                    <a:pt x="35" y="117"/>
                  </a:lnTo>
                  <a:lnTo>
                    <a:pt x="35" y="117"/>
                  </a:lnTo>
                  <a:lnTo>
                    <a:pt x="35" y="115"/>
                  </a:lnTo>
                  <a:lnTo>
                    <a:pt x="33" y="111"/>
                  </a:lnTo>
                  <a:lnTo>
                    <a:pt x="33" y="107"/>
                  </a:lnTo>
                  <a:lnTo>
                    <a:pt x="27" y="107"/>
                  </a:lnTo>
                  <a:lnTo>
                    <a:pt x="22" y="111"/>
                  </a:lnTo>
                  <a:lnTo>
                    <a:pt x="15" y="111"/>
                  </a:lnTo>
                  <a:lnTo>
                    <a:pt x="13" y="10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5" y="89"/>
                  </a:lnTo>
                  <a:lnTo>
                    <a:pt x="5" y="8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3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6" y="64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20" y="51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31" y="45"/>
                  </a:lnTo>
                  <a:lnTo>
                    <a:pt x="36" y="44"/>
                  </a:lnTo>
                  <a:lnTo>
                    <a:pt x="36" y="44"/>
                  </a:lnTo>
                  <a:lnTo>
                    <a:pt x="38" y="44"/>
                  </a:lnTo>
                  <a:lnTo>
                    <a:pt x="42" y="42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55" y="24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8" y="15"/>
                  </a:lnTo>
                  <a:lnTo>
                    <a:pt x="60" y="11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9" y="9"/>
                  </a:lnTo>
                  <a:lnTo>
                    <a:pt x="71" y="7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6" y="15"/>
                  </a:lnTo>
                  <a:lnTo>
                    <a:pt x="91" y="22"/>
                  </a:lnTo>
                  <a:lnTo>
                    <a:pt x="102" y="29"/>
                  </a:lnTo>
                  <a:lnTo>
                    <a:pt x="100" y="3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51"/>
                  </a:lnTo>
                  <a:lnTo>
                    <a:pt x="115" y="51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7" y="73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9" y="84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95" y="86"/>
                  </a:lnTo>
                  <a:lnTo>
                    <a:pt x="95" y="86"/>
                  </a:lnTo>
                  <a:lnTo>
                    <a:pt x="87" y="86"/>
                  </a:lnTo>
                  <a:lnTo>
                    <a:pt x="87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7" name="Freeform 441">
              <a:extLst>
                <a:ext uri="{FF2B5EF4-FFF2-40B4-BE49-F238E27FC236}">
                  <a16:creationId xmlns:a16="http://schemas.microsoft.com/office/drawing/2014/main" id="{5604E233-0D67-4CD1-8F75-A8F2A4045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499" y="2697880"/>
              <a:ext cx="139402" cy="102328"/>
            </a:xfrm>
            <a:custGeom>
              <a:avLst/>
              <a:gdLst>
                <a:gd name="T0" fmla="*/ 94 w 94"/>
                <a:gd name="T1" fmla="*/ 6 h 69"/>
                <a:gd name="T2" fmla="*/ 89 w 94"/>
                <a:gd name="T3" fmla="*/ 2 h 69"/>
                <a:gd name="T4" fmla="*/ 84 w 94"/>
                <a:gd name="T5" fmla="*/ 0 h 69"/>
                <a:gd name="T6" fmla="*/ 76 w 94"/>
                <a:gd name="T7" fmla="*/ 4 h 69"/>
                <a:gd name="T8" fmla="*/ 71 w 94"/>
                <a:gd name="T9" fmla="*/ 4 h 69"/>
                <a:gd name="T10" fmla="*/ 65 w 94"/>
                <a:gd name="T11" fmla="*/ 0 h 69"/>
                <a:gd name="T12" fmla="*/ 64 w 94"/>
                <a:gd name="T13" fmla="*/ 0 h 69"/>
                <a:gd name="T14" fmla="*/ 56 w 94"/>
                <a:gd name="T15" fmla="*/ 6 h 69"/>
                <a:gd name="T16" fmla="*/ 53 w 94"/>
                <a:gd name="T17" fmla="*/ 7 h 69"/>
                <a:gd name="T18" fmla="*/ 45 w 94"/>
                <a:gd name="T19" fmla="*/ 9 h 69"/>
                <a:gd name="T20" fmla="*/ 33 w 94"/>
                <a:gd name="T21" fmla="*/ 9 h 69"/>
                <a:gd name="T22" fmla="*/ 29 w 94"/>
                <a:gd name="T23" fmla="*/ 9 h 69"/>
                <a:gd name="T24" fmla="*/ 27 w 94"/>
                <a:gd name="T25" fmla="*/ 11 h 69"/>
                <a:gd name="T26" fmla="*/ 23 w 94"/>
                <a:gd name="T27" fmla="*/ 11 h 69"/>
                <a:gd name="T28" fmla="*/ 16 w 94"/>
                <a:gd name="T29" fmla="*/ 9 h 69"/>
                <a:gd name="T30" fmla="*/ 18 w 94"/>
                <a:gd name="T31" fmla="*/ 6 h 69"/>
                <a:gd name="T32" fmla="*/ 20 w 94"/>
                <a:gd name="T33" fmla="*/ 4 h 69"/>
                <a:gd name="T34" fmla="*/ 12 w 94"/>
                <a:gd name="T35" fmla="*/ 0 h 69"/>
                <a:gd name="T36" fmla="*/ 11 w 94"/>
                <a:gd name="T37" fmla="*/ 4 h 69"/>
                <a:gd name="T38" fmla="*/ 5 w 94"/>
                <a:gd name="T39" fmla="*/ 9 h 69"/>
                <a:gd name="T40" fmla="*/ 0 w 94"/>
                <a:gd name="T41" fmla="*/ 15 h 69"/>
                <a:gd name="T42" fmla="*/ 0 w 94"/>
                <a:gd name="T43" fmla="*/ 18 h 69"/>
                <a:gd name="T44" fmla="*/ 9 w 94"/>
                <a:gd name="T45" fmla="*/ 26 h 69"/>
                <a:gd name="T46" fmla="*/ 9 w 94"/>
                <a:gd name="T47" fmla="*/ 28 h 69"/>
                <a:gd name="T48" fmla="*/ 3 w 94"/>
                <a:gd name="T49" fmla="*/ 38 h 69"/>
                <a:gd name="T50" fmla="*/ 3 w 94"/>
                <a:gd name="T51" fmla="*/ 40 h 69"/>
                <a:gd name="T52" fmla="*/ 9 w 94"/>
                <a:gd name="T53" fmla="*/ 49 h 69"/>
                <a:gd name="T54" fmla="*/ 11 w 94"/>
                <a:gd name="T55" fmla="*/ 53 h 69"/>
                <a:gd name="T56" fmla="*/ 9 w 94"/>
                <a:gd name="T57" fmla="*/ 60 h 69"/>
                <a:gd name="T58" fmla="*/ 12 w 94"/>
                <a:gd name="T59" fmla="*/ 68 h 69"/>
                <a:gd name="T60" fmla="*/ 22 w 94"/>
                <a:gd name="T61" fmla="*/ 69 h 69"/>
                <a:gd name="T62" fmla="*/ 27 w 94"/>
                <a:gd name="T63" fmla="*/ 68 h 69"/>
                <a:gd name="T64" fmla="*/ 31 w 94"/>
                <a:gd name="T65" fmla="*/ 64 h 69"/>
                <a:gd name="T66" fmla="*/ 36 w 94"/>
                <a:gd name="T67" fmla="*/ 60 h 69"/>
                <a:gd name="T68" fmla="*/ 42 w 94"/>
                <a:gd name="T69" fmla="*/ 62 h 69"/>
                <a:gd name="T70" fmla="*/ 45 w 94"/>
                <a:gd name="T71" fmla="*/ 64 h 69"/>
                <a:gd name="T72" fmla="*/ 47 w 94"/>
                <a:gd name="T73" fmla="*/ 68 h 69"/>
                <a:gd name="T74" fmla="*/ 54 w 94"/>
                <a:gd name="T75" fmla="*/ 68 h 69"/>
                <a:gd name="T76" fmla="*/ 60 w 94"/>
                <a:gd name="T77" fmla="*/ 68 h 69"/>
                <a:gd name="T78" fmla="*/ 60 w 94"/>
                <a:gd name="T79" fmla="*/ 64 h 69"/>
                <a:gd name="T80" fmla="*/ 62 w 94"/>
                <a:gd name="T81" fmla="*/ 60 h 69"/>
                <a:gd name="T82" fmla="*/ 65 w 94"/>
                <a:gd name="T83" fmla="*/ 60 h 69"/>
                <a:gd name="T84" fmla="*/ 67 w 94"/>
                <a:gd name="T85" fmla="*/ 57 h 69"/>
                <a:gd name="T86" fmla="*/ 71 w 94"/>
                <a:gd name="T87" fmla="*/ 57 h 69"/>
                <a:gd name="T88" fmla="*/ 74 w 94"/>
                <a:gd name="T89" fmla="*/ 59 h 69"/>
                <a:gd name="T90" fmla="*/ 78 w 94"/>
                <a:gd name="T91" fmla="*/ 59 h 69"/>
                <a:gd name="T92" fmla="*/ 80 w 94"/>
                <a:gd name="T93" fmla="*/ 57 h 69"/>
                <a:gd name="T94" fmla="*/ 74 w 94"/>
                <a:gd name="T95" fmla="*/ 48 h 69"/>
                <a:gd name="T96" fmla="*/ 87 w 94"/>
                <a:gd name="T97" fmla="*/ 26 h 69"/>
                <a:gd name="T98" fmla="*/ 91 w 94"/>
                <a:gd name="T99" fmla="*/ 24 h 69"/>
                <a:gd name="T100" fmla="*/ 93 w 94"/>
                <a:gd name="T101" fmla="*/ 13 h 69"/>
                <a:gd name="T102" fmla="*/ 94 w 94"/>
                <a:gd name="T103" fmla="*/ 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4" h="69">
                  <a:moveTo>
                    <a:pt x="94" y="6"/>
                  </a:moveTo>
                  <a:lnTo>
                    <a:pt x="94" y="6"/>
                  </a:lnTo>
                  <a:lnTo>
                    <a:pt x="93" y="4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4" y="0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3" y="7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38" y="11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0" y="11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4"/>
                  </a:lnTo>
                  <a:lnTo>
                    <a:pt x="5" y="9"/>
                  </a:lnTo>
                  <a:lnTo>
                    <a:pt x="5" y="9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4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9" y="57"/>
                  </a:lnTo>
                  <a:lnTo>
                    <a:pt x="9" y="6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" y="68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7" y="68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6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5" y="62"/>
                  </a:lnTo>
                  <a:lnTo>
                    <a:pt x="45" y="64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7" y="57"/>
                  </a:lnTo>
                  <a:lnTo>
                    <a:pt x="67" y="57"/>
                  </a:lnTo>
                  <a:lnTo>
                    <a:pt x="71" y="57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8" y="59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78" y="53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87" y="26"/>
                  </a:lnTo>
                  <a:lnTo>
                    <a:pt x="91" y="24"/>
                  </a:lnTo>
                  <a:lnTo>
                    <a:pt x="91" y="24"/>
                  </a:lnTo>
                  <a:lnTo>
                    <a:pt x="93" y="18"/>
                  </a:lnTo>
                  <a:lnTo>
                    <a:pt x="93" y="13"/>
                  </a:lnTo>
                  <a:lnTo>
                    <a:pt x="93" y="9"/>
                  </a:lnTo>
                  <a:lnTo>
                    <a:pt x="94" y="6"/>
                  </a:lnTo>
                  <a:lnTo>
                    <a:pt x="94" y="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8" name="Freeform 442">
              <a:extLst>
                <a:ext uri="{FF2B5EF4-FFF2-40B4-BE49-F238E27FC236}">
                  <a16:creationId xmlns:a16="http://schemas.microsoft.com/office/drawing/2014/main" id="{28E458D7-6734-4D68-829E-5F49F833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8856" y="3919875"/>
              <a:ext cx="32626" cy="23728"/>
            </a:xfrm>
            <a:custGeom>
              <a:avLst/>
              <a:gdLst>
                <a:gd name="T0" fmla="*/ 0 w 22"/>
                <a:gd name="T1" fmla="*/ 11 h 16"/>
                <a:gd name="T2" fmla="*/ 6 w 22"/>
                <a:gd name="T3" fmla="*/ 16 h 16"/>
                <a:gd name="T4" fmla="*/ 11 w 22"/>
                <a:gd name="T5" fmla="*/ 14 h 16"/>
                <a:gd name="T6" fmla="*/ 13 w 22"/>
                <a:gd name="T7" fmla="*/ 12 h 16"/>
                <a:gd name="T8" fmla="*/ 17 w 22"/>
                <a:gd name="T9" fmla="*/ 9 h 16"/>
                <a:gd name="T10" fmla="*/ 20 w 22"/>
                <a:gd name="T11" fmla="*/ 11 h 16"/>
                <a:gd name="T12" fmla="*/ 22 w 22"/>
                <a:gd name="T13" fmla="*/ 9 h 16"/>
                <a:gd name="T14" fmla="*/ 18 w 22"/>
                <a:gd name="T15" fmla="*/ 0 h 16"/>
                <a:gd name="T16" fmla="*/ 18 w 22"/>
                <a:gd name="T17" fmla="*/ 0 h 16"/>
                <a:gd name="T18" fmla="*/ 15 w 22"/>
                <a:gd name="T19" fmla="*/ 0 h 16"/>
                <a:gd name="T20" fmla="*/ 9 w 22"/>
                <a:gd name="T21" fmla="*/ 1 h 16"/>
                <a:gd name="T22" fmla="*/ 9 w 22"/>
                <a:gd name="T23" fmla="*/ 1 h 16"/>
                <a:gd name="T24" fmla="*/ 7 w 22"/>
                <a:gd name="T25" fmla="*/ 5 h 16"/>
                <a:gd name="T26" fmla="*/ 6 w 22"/>
                <a:gd name="T27" fmla="*/ 9 h 16"/>
                <a:gd name="T28" fmla="*/ 6 w 22"/>
                <a:gd name="T29" fmla="*/ 9 h 16"/>
                <a:gd name="T30" fmla="*/ 4 w 22"/>
                <a:gd name="T31" fmla="*/ 9 h 16"/>
                <a:gd name="T32" fmla="*/ 2 w 22"/>
                <a:gd name="T33" fmla="*/ 9 h 16"/>
                <a:gd name="T34" fmla="*/ 0 w 22"/>
                <a:gd name="T35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6" y="16"/>
                  </a:lnTo>
                  <a:lnTo>
                    <a:pt x="11" y="14"/>
                  </a:lnTo>
                  <a:lnTo>
                    <a:pt x="13" y="12"/>
                  </a:lnTo>
                  <a:lnTo>
                    <a:pt x="17" y="9"/>
                  </a:lnTo>
                  <a:lnTo>
                    <a:pt x="20" y="11"/>
                  </a:lnTo>
                  <a:lnTo>
                    <a:pt x="22" y="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7" y="5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9" name="Freeform 443">
              <a:extLst>
                <a:ext uri="{FF2B5EF4-FFF2-40B4-BE49-F238E27FC236}">
                  <a16:creationId xmlns:a16="http://schemas.microsoft.com/office/drawing/2014/main" id="{1D220425-4946-45D0-B2C7-D5180BE3F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4290" y="3908011"/>
              <a:ext cx="937259" cy="1156743"/>
            </a:xfrm>
            <a:custGeom>
              <a:avLst/>
              <a:gdLst>
                <a:gd name="T0" fmla="*/ 390 w 632"/>
                <a:gd name="T1" fmla="*/ 64 h 780"/>
                <a:gd name="T2" fmla="*/ 390 w 632"/>
                <a:gd name="T3" fmla="*/ 101 h 780"/>
                <a:gd name="T4" fmla="*/ 411 w 632"/>
                <a:gd name="T5" fmla="*/ 117 h 780"/>
                <a:gd name="T6" fmla="*/ 472 w 632"/>
                <a:gd name="T7" fmla="*/ 139 h 780"/>
                <a:gd name="T8" fmla="*/ 490 w 632"/>
                <a:gd name="T9" fmla="*/ 148 h 780"/>
                <a:gd name="T10" fmla="*/ 528 w 632"/>
                <a:gd name="T11" fmla="*/ 161 h 780"/>
                <a:gd name="T12" fmla="*/ 597 w 632"/>
                <a:gd name="T13" fmla="*/ 195 h 780"/>
                <a:gd name="T14" fmla="*/ 630 w 632"/>
                <a:gd name="T15" fmla="*/ 234 h 780"/>
                <a:gd name="T16" fmla="*/ 581 w 632"/>
                <a:gd name="T17" fmla="*/ 343 h 780"/>
                <a:gd name="T18" fmla="*/ 561 w 632"/>
                <a:gd name="T19" fmla="*/ 374 h 780"/>
                <a:gd name="T20" fmla="*/ 555 w 632"/>
                <a:gd name="T21" fmla="*/ 436 h 780"/>
                <a:gd name="T22" fmla="*/ 550 w 632"/>
                <a:gd name="T23" fmla="*/ 481 h 780"/>
                <a:gd name="T24" fmla="*/ 517 w 632"/>
                <a:gd name="T25" fmla="*/ 552 h 780"/>
                <a:gd name="T26" fmla="*/ 472 w 632"/>
                <a:gd name="T27" fmla="*/ 572 h 780"/>
                <a:gd name="T28" fmla="*/ 415 w 632"/>
                <a:gd name="T29" fmla="*/ 605 h 780"/>
                <a:gd name="T30" fmla="*/ 404 w 632"/>
                <a:gd name="T31" fmla="*/ 623 h 780"/>
                <a:gd name="T32" fmla="*/ 382 w 632"/>
                <a:gd name="T33" fmla="*/ 720 h 780"/>
                <a:gd name="T34" fmla="*/ 370 w 632"/>
                <a:gd name="T35" fmla="*/ 714 h 780"/>
                <a:gd name="T36" fmla="*/ 337 w 632"/>
                <a:gd name="T37" fmla="*/ 776 h 780"/>
                <a:gd name="T38" fmla="*/ 322 w 632"/>
                <a:gd name="T39" fmla="*/ 742 h 780"/>
                <a:gd name="T40" fmla="*/ 266 w 632"/>
                <a:gd name="T41" fmla="*/ 711 h 780"/>
                <a:gd name="T42" fmla="*/ 291 w 632"/>
                <a:gd name="T43" fmla="*/ 673 h 780"/>
                <a:gd name="T44" fmla="*/ 322 w 632"/>
                <a:gd name="T45" fmla="*/ 647 h 780"/>
                <a:gd name="T46" fmla="*/ 320 w 632"/>
                <a:gd name="T47" fmla="*/ 612 h 780"/>
                <a:gd name="T48" fmla="*/ 315 w 632"/>
                <a:gd name="T49" fmla="*/ 574 h 780"/>
                <a:gd name="T50" fmla="*/ 295 w 632"/>
                <a:gd name="T51" fmla="*/ 541 h 780"/>
                <a:gd name="T52" fmla="*/ 266 w 632"/>
                <a:gd name="T53" fmla="*/ 527 h 780"/>
                <a:gd name="T54" fmla="*/ 257 w 632"/>
                <a:gd name="T55" fmla="*/ 483 h 780"/>
                <a:gd name="T56" fmla="*/ 247 w 632"/>
                <a:gd name="T57" fmla="*/ 430 h 780"/>
                <a:gd name="T58" fmla="*/ 226 w 632"/>
                <a:gd name="T59" fmla="*/ 392 h 780"/>
                <a:gd name="T60" fmla="*/ 189 w 632"/>
                <a:gd name="T61" fmla="*/ 365 h 780"/>
                <a:gd name="T62" fmla="*/ 151 w 632"/>
                <a:gd name="T63" fmla="*/ 341 h 780"/>
                <a:gd name="T64" fmla="*/ 122 w 632"/>
                <a:gd name="T65" fmla="*/ 310 h 780"/>
                <a:gd name="T66" fmla="*/ 83 w 632"/>
                <a:gd name="T67" fmla="*/ 341 h 780"/>
                <a:gd name="T68" fmla="*/ 53 w 632"/>
                <a:gd name="T69" fmla="*/ 283 h 780"/>
                <a:gd name="T70" fmla="*/ 7 w 632"/>
                <a:gd name="T71" fmla="*/ 268 h 780"/>
                <a:gd name="T72" fmla="*/ 1 w 632"/>
                <a:gd name="T73" fmla="*/ 237 h 780"/>
                <a:gd name="T74" fmla="*/ 29 w 632"/>
                <a:gd name="T75" fmla="*/ 195 h 780"/>
                <a:gd name="T76" fmla="*/ 69 w 632"/>
                <a:gd name="T77" fmla="*/ 161 h 780"/>
                <a:gd name="T78" fmla="*/ 69 w 632"/>
                <a:gd name="T79" fmla="*/ 93 h 780"/>
                <a:gd name="T80" fmla="*/ 133 w 632"/>
                <a:gd name="T81" fmla="*/ 91 h 780"/>
                <a:gd name="T82" fmla="*/ 160 w 632"/>
                <a:gd name="T83" fmla="*/ 75 h 780"/>
                <a:gd name="T84" fmla="*/ 164 w 632"/>
                <a:gd name="T85" fmla="*/ 59 h 780"/>
                <a:gd name="T86" fmla="*/ 147 w 632"/>
                <a:gd name="T87" fmla="*/ 28 h 780"/>
                <a:gd name="T88" fmla="*/ 169 w 632"/>
                <a:gd name="T89" fmla="*/ 26 h 780"/>
                <a:gd name="T90" fmla="*/ 193 w 632"/>
                <a:gd name="T91" fmla="*/ 22 h 780"/>
                <a:gd name="T92" fmla="*/ 217 w 632"/>
                <a:gd name="T93" fmla="*/ 4 h 780"/>
                <a:gd name="T94" fmla="*/ 235 w 632"/>
                <a:gd name="T95" fmla="*/ 15 h 780"/>
                <a:gd name="T96" fmla="*/ 226 w 632"/>
                <a:gd name="T97" fmla="*/ 55 h 780"/>
                <a:gd name="T98" fmla="*/ 244 w 632"/>
                <a:gd name="T99" fmla="*/ 82 h 780"/>
                <a:gd name="T100" fmla="*/ 258 w 632"/>
                <a:gd name="T101" fmla="*/ 70 h 780"/>
                <a:gd name="T102" fmla="*/ 304 w 632"/>
                <a:gd name="T103" fmla="*/ 53 h 780"/>
                <a:gd name="T104" fmla="*/ 342 w 632"/>
                <a:gd name="T105" fmla="*/ 66 h 780"/>
                <a:gd name="T106" fmla="*/ 411 w 632"/>
                <a:gd name="T107" fmla="*/ 122 h 780"/>
                <a:gd name="T108" fmla="*/ 408 w 632"/>
                <a:gd name="T109" fmla="*/ 130 h 780"/>
                <a:gd name="T110" fmla="*/ 377 w 632"/>
                <a:gd name="T111" fmla="*/ 124 h 780"/>
                <a:gd name="T112" fmla="*/ 362 w 632"/>
                <a:gd name="T113" fmla="*/ 126 h 780"/>
                <a:gd name="T114" fmla="*/ 360 w 632"/>
                <a:gd name="T115" fmla="*/ 117 h 780"/>
                <a:gd name="T116" fmla="*/ 379 w 632"/>
                <a:gd name="T117" fmla="*/ 88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2" h="780">
                  <a:moveTo>
                    <a:pt x="362" y="17"/>
                  </a:moveTo>
                  <a:lnTo>
                    <a:pt x="368" y="17"/>
                  </a:lnTo>
                  <a:lnTo>
                    <a:pt x="368" y="17"/>
                  </a:lnTo>
                  <a:lnTo>
                    <a:pt x="371" y="26"/>
                  </a:lnTo>
                  <a:lnTo>
                    <a:pt x="371" y="26"/>
                  </a:lnTo>
                  <a:lnTo>
                    <a:pt x="375" y="35"/>
                  </a:lnTo>
                  <a:lnTo>
                    <a:pt x="377" y="44"/>
                  </a:lnTo>
                  <a:lnTo>
                    <a:pt x="379" y="60"/>
                  </a:lnTo>
                  <a:lnTo>
                    <a:pt x="379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4"/>
                  </a:lnTo>
                  <a:lnTo>
                    <a:pt x="390" y="68"/>
                  </a:lnTo>
                  <a:lnTo>
                    <a:pt x="390" y="68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86" y="81"/>
                  </a:lnTo>
                  <a:lnTo>
                    <a:pt x="390" y="82"/>
                  </a:lnTo>
                  <a:lnTo>
                    <a:pt x="390" y="86"/>
                  </a:lnTo>
                  <a:lnTo>
                    <a:pt x="384" y="95"/>
                  </a:lnTo>
                  <a:lnTo>
                    <a:pt x="384" y="95"/>
                  </a:lnTo>
                  <a:lnTo>
                    <a:pt x="386" y="95"/>
                  </a:lnTo>
                  <a:lnTo>
                    <a:pt x="388" y="97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3" y="101"/>
                  </a:lnTo>
                  <a:lnTo>
                    <a:pt x="395" y="99"/>
                  </a:lnTo>
                  <a:lnTo>
                    <a:pt x="397" y="97"/>
                  </a:lnTo>
                  <a:lnTo>
                    <a:pt x="401" y="97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3" y="104"/>
                  </a:lnTo>
                  <a:lnTo>
                    <a:pt x="413" y="104"/>
                  </a:lnTo>
                  <a:lnTo>
                    <a:pt x="413" y="108"/>
                  </a:lnTo>
                  <a:lnTo>
                    <a:pt x="411" y="113"/>
                  </a:lnTo>
                  <a:lnTo>
                    <a:pt x="411" y="117"/>
                  </a:lnTo>
                  <a:lnTo>
                    <a:pt x="411" y="121"/>
                  </a:lnTo>
                  <a:lnTo>
                    <a:pt x="413" y="122"/>
                  </a:lnTo>
                  <a:lnTo>
                    <a:pt x="419" y="122"/>
                  </a:lnTo>
                  <a:lnTo>
                    <a:pt x="421" y="115"/>
                  </a:lnTo>
                  <a:lnTo>
                    <a:pt x="421" y="115"/>
                  </a:lnTo>
                  <a:lnTo>
                    <a:pt x="426" y="113"/>
                  </a:lnTo>
                  <a:lnTo>
                    <a:pt x="432" y="113"/>
                  </a:lnTo>
                  <a:lnTo>
                    <a:pt x="444" y="117"/>
                  </a:lnTo>
                  <a:lnTo>
                    <a:pt x="463" y="126"/>
                  </a:lnTo>
                  <a:lnTo>
                    <a:pt x="463" y="132"/>
                  </a:lnTo>
                  <a:lnTo>
                    <a:pt x="463" y="132"/>
                  </a:lnTo>
                  <a:lnTo>
                    <a:pt x="470" y="130"/>
                  </a:lnTo>
                  <a:lnTo>
                    <a:pt x="472" y="139"/>
                  </a:lnTo>
                  <a:lnTo>
                    <a:pt x="477" y="139"/>
                  </a:lnTo>
                  <a:lnTo>
                    <a:pt x="477" y="139"/>
                  </a:lnTo>
                  <a:lnTo>
                    <a:pt x="477" y="142"/>
                  </a:lnTo>
                  <a:lnTo>
                    <a:pt x="477" y="144"/>
                  </a:lnTo>
                  <a:lnTo>
                    <a:pt x="475" y="148"/>
                  </a:lnTo>
                  <a:lnTo>
                    <a:pt x="475" y="148"/>
                  </a:lnTo>
                  <a:lnTo>
                    <a:pt x="479" y="153"/>
                  </a:lnTo>
                  <a:lnTo>
                    <a:pt x="479" y="159"/>
                  </a:lnTo>
                  <a:lnTo>
                    <a:pt x="479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3"/>
                  </a:lnTo>
                  <a:lnTo>
                    <a:pt x="490" y="148"/>
                  </a:lnTo>
                  <a:lnTo>
                    <a:pt x="490" y="148"/>
                  </a:lnTo>
                  <a:lnTo>
                    <a:pt x="493" y="148"/>
                  </a:lnTo>
                  <a:lnTo>
                    <a:pt x="497" y="148"/>
                  </a:lnTo>
                  <a:lnTo>
                    <a:pt x="503" y="150"/>
                  </a:lnTo>
                  <a:lnTo>
                    <a:pt x="506" y="153"/>
                  </a:lnTo>
                  <a:lnTo>
                    <a:pt x="508" y="157"/>
                  </a:lnTo>
                  <a:lnTo>
                    <a:pt x="508" y="157"/>
                  </a:lnTo>
                  <a:lnTo>
                    <a:pt x="514" y="155"/>
                  </a:lnTo>
                  <a:lnTo>
                    <a:pt x="515" y="153"/>
                  </a:lnTo>
                  <a:lnTo>
                    <a:pt x="519" y="153"/>
                  </a:lnTo>
                  <a:lnTo>
                    <a:pt x="521" y="159"/>
                  </a:lnTo>
                  <a:lnTo>
                    <a:pt x="521" y="159"/>
                  </a:lnTo>
                  <a:lnTo>
                    <a:pt x="528" y="161"/>
                  </a:lnTo>
                  <a:lnTo>
                    <a:pt x="535" y="159"/>
                  </a:lnTo>
                  <a:lnTo>
                    <a:pt x="541" y="159"/>
                  </a:lnTo>
                  <a:lnTo>
                    <a:pt x="546" y="159"/>
                  </a:lnTo>
                  <a:lnTo>
                    <a:pt x="546" y="159"/>
                  </a:lnTo>
                  <a:lnTo>
                    <a:pt x="561" y="166"/>
                  </a:lnTo>
                  <a:lnTo>
                    <a:pt x="575" y="175"/>
                  </a:lnTo>
                  <a:lnTo>
                    <a:pt x="575" y="175"/>
                  </a:lnTo>
                  <a:lnTo>
                    <a:pt x="583" y="188"/>
                  </a:lnTo>
                  <a:lnTo>
                    <a:pt x="590" y="197"/>
                  </a:lnTo>
                  <a:lnTo>
                    <a:pt x="590" y="197"/>
                  </a:lnTo>
                  <a:lnTo>
                    <a:pt x="592" y="199"/>
                  </a:lnTo>
                  <a:lnTo>
                    <a:pt x="596" y="197"/>
                  </a:lnTo>
                  <a:lnTo>
                    <a:pt x="597" y="195"/>
                  </a:lnTo>
                  <a:lnTo>
                    <a:pt x="601" y="195"/>
                  </a:lnTo>
                  <a:lnTo>
                    <a:pt x="601" y="195"/>
                  </a:lnTo>
                  <a:lnTo>
                    <a:pt x="601" y="203"/>
                  </a:lnTo>
                  <a:lnTo>
                    <a:pt x="601" y="203"/>
                  </a:lnTo>
                  <a:lnTo>
                    <a:pt x="614" y="201"/>
                  </a:lnTo>
                  <a:lnTo>
                    <a:pt x="614" y="201"/>
                  </a:lnTo>
                  <a:lnTo>
                    <a:pt x="617" y="210"/>
                  </a:lnTo>
                  <a:lnTo>
                    <a:pt x="621" y="219"/>
                  </a:lnTo>
                  <a:lnTo>
                    <a:pt x="621" y="219"/>
                  </a:lnTo>
                  <a:lnTo>
                    <a:pt x="625" y="223"/>
                  </a:lnTo>
                  <a:lnTo>
                    <a:pt x="628" y="224"/>
                  </a:lnTo>
                  <a:lnTo>
                    <a:pt x="628" y="224"/>
                  </a:lnTo>
                  <a:lnTo>
                    <a:pt x="630" y="234"/>
                  </a:lnTo>
                  <a:lnTo>
                    <a:pt x="632" y="243"/>
                  </a:lnTo>
                  <a:lnTo>
                    <a:pt x="630" y="263"/>
                  </a:lnTo>
                  <a:lnTo>
                    <a:pt x="625" y="281"/>
                  </a:lnTo>
                  <a:lnTo>
                    <a:pt x="619" y="294"/>
                  </a:lnTo>
                  <a:lnTo>
                    <a:pt x="619" y="294"/>
                  </a:lnTo>
                  <a:lnTo>
                    <a:pt x="614" y="299"/>
                  </a:lnTo>
                  <a:lnTo>
                    <a:pt x="606" y="303"/>
                  </a:lnTo>
                  <a:lnTo>
                    <a:pt x="599" y="308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88" y="323"/>
                  </a:lnTo>
                  <a:lnTo>
                    <a:pt x="585" y="332"/>
                  </a:lnTo>
                  <a:lnTo>
                    <a:pt x="581" y="343"/>
                  </a:lnTo>
                  <a:lnTo>
                    <a:pt x="577" y="354"/>
                  </a:lnTo>
                  <a:lnTo>
                    <a:pt x="577" y="354"/>
                  </a:lnTo>
                  <a:lnTo>
                    <a:pt x="565" y="347"/>
                  </a:lnTo>
                  <a:lnTo>
                    <a:pt x="565" y="347"/>
                  </a:lnTo>
                  <a:lnTo>
                    <a:pt x="565" y="350"/>
                  </a:lnTo>
                  <a:lnTo>
                    <a:pt x="566" y="352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3" y="361"/>
                  </a:lnTo>
                  <a:lnTo>
                    <a:pt x="561" y="365"/>
                  </a:lnTo>
                  <a:lnTo>
                    <a:pt x="561" y="368"/>
                  </a:lnTo>
                  <a:lnTo>
                    <a:pt x="561" y="374"/>
                  </a:lnTo>
                  <a:lnTo>
                    <a:pt x="555" y="374"/>
                  </a:lnTo>
                  <a:lnTo>
                    <a:pt x="555" y="374"/>
                  </a:lnTo>
                  <a:lnTo>
                    <a:pt x="555" y="377"/>
                  </a:lnTo>
                  <a:lnTo>
                    <a:pt x="555" y="377"/>
                  </a:lnTo>
                  <a:lnTo>
                    <a:pt x="561" y="379"/>
                  </a:lnTo>
                  <a:lnTo>
                    <a:pt x="561" y="379"/>
                  </a:lnTo>
                  <a:lnTo>
                    <a:pt x="561" y="396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6"/>
                  </a:lnTo>
                  <a:lnTo>
                    <a:pt x="559" y="423"/>
                  </a:lnTo>
                  <a:lnTo>
                    <a:pt x="561" y="432"/>
                  </a:lnTo>
                  <a:lnTo>
                    <a:pt x="555" y="436"/>
                  </a:lnTo>
                  <a:lnTo>
                    <a:pt x="555" y="436"/>
                  </a:lnTo>
                  <a:lnTo>
                    <a:pt x="555" y="441"/>
                  </a:lnTo>
                  <a:lnTo>
                    <a:pt x="557" y="447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55" y="458"/>
                  </a:lnTo>
                  <a:lnTo>
                    <a:pt x="550" y="461"/>
                  </a:lnTo>
                  <a:lnTo>
                    <a:pt x="550" y="461"/>
                  </a:lnTo>
                  <a:lnTo>
                    <a:pt x="550" y="467"/>
                  </a:lnTo>
                  <a:lnTo>
                    <a:pt x="550" y="472"/>
                  </a:lnTo>
                  <a:lnTo>
                    <a:pt x="552" y="476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46" y="489"/>
                  </a:lnTo>
                  <a:lnTo>
                    <a:pt x="537" y="500"/>
                  </a:lnTo>
                  <a:lnTo>
                    <a:pt x="528" y="510"/>
                  </a:lnTo>
                  <a:lnTo>
                    <a:pt x="524" y="516"/>
                  </a:lnTo>
                  <a:lnTo>
                    <a:pt x="524" y="521"/>
                  </a:lnTo>
                  <a:lnTo>
                    <a:pt x="524" y="521"/>
                  </a:lnTo>
                  <a:lnTo>
                    <a:pt x="523" y="527"/>
                  </a:lnTo>
                  <a:lnTo>
                    <a:pt x="524" y="530"/>
                  </a:lnTo>
                  <a:lnTo>
                    <a:pt x="526" y="540"/>
                  </a:lnTo>
                  <a:lnTo>
                    <a:pt x="517" y="545"/>
                  </a:lnTo>
                  <a:lnTo>
                    <a:pt x="517" y="545"/>
                  </a:lnTo>
                  <a:lnTo>
                    <a:pt x="517" y="549"/>
                  </a:lnTo>
                  <a:lnTo>
                    <a:pt x="517" y="552"/>
                  </a:lnTo>
                  <a:lnTo>
                    <a:pt x="517" y="552"/>
                  </a:lnTo>
                  <a:lnTo>
                    <a:pt x="510" y="554"/>
                  </a:lnTo>
                  <a:lnTo>
                    <a:pt x="504" y="552"/>
                  </a:lnTo>
                  <a:lnTo>
                    <a:pt x="499" y="551"/>
                  </a:lnTo>
                  <a:lnTo>
                    <a:pt x="499" y="551"/>
                  </a:lnTo>
                  <a:lnTo>
                    <a:pt x="499" y="558"/>
                  </a:lnTo>
                  <a:lnTo>
                    <a:pt x="499" y="558"/>
                  </a:lnTo>
                  <a:lnTo>
                    <a:pt x="475" y="560"/>
                  </a:lnTo>
                  <a:lnTo>
                    <a:pt x="475" y="560"/>
                  </a:lnTo>
                  <a:lnTo>
                    <a:pt x="473" y="561"/>
                  </a:lnTo>
                  <a:lnTo>
                    <a:pt x="470" y="561"/>
                  </a:lnTo>
                  <a:lnTo>
                    <a:pt x="472" y="572"/>
                  </a:lnTo>
                  <a:lnTo>
                    <a:pt x="472" y="572"/>
                  </a:lnTo>
                  <a:lnTo>
                    <a:pt x="468" y="574"/>
                  </a:lnTo>
                  <a:lnTo>
                    <a:pt x="461" y="574"/>
                  </a:lnTo>
                  <a:lnTo>
                    <a:pt x="453" y="574"/>
                  </a:lnTo>
                  <a:lnTo>
                    <a:pt x="448" y="576"/>
                  </a:lnTo>
                  <a:lnTo>
                    <a:pt x="448" y="576"/>
                  </a:lnTo>
                  <a:lnTo>
                    <a:pt x="446" y="578"/>
                  </a:lnTo>
                  <a:lnTo>
                    <a:pt x="446" y="580"/>
                  </a:lnTo>
                  <a:lnTo>
                    <a:pt x="446" y="583"/>
                  </a:lnTo>
                  <a:lnTo>
                    <a:pt x="446" y="583"/>
                  </a:lnTo>
                  <a:lnTo>
                    <a:pt x="441" y="589"/>
                  </a:lnTo>
                  <a:lnTo>
                    <a:pt x="432" y="594"/>
                  </a:lnTo>
                  <a:lnTo>
                    <a:pt x="415" y="602"/>
                  </a:lnTo>
                  <a:lnTo>
                    <a:pt x="415" y="605"/>
                  </a:lnTo>
                  <a:lnTo>
                    <a:pt x="415" y="605"/>
                  </a:lnTo>
                  <a:lnTo>
                    <a:pt x="413" y="607"/>
                  </a:lnTo>
                  <a:lnTo>
                    <a:pt x="411" y="607"/>
                  </a:lnTo>
                  <a:lnTo>
                    <a:pt x="408" y="607"/>
                  </a:lnTo>
                  <a:lnTo>
                    <a:pt x="406" y="609"/>
                  </a:lnTo>
                  <a:lnTo>
                    <a:pt x="406" y="609"/>
                  </a:lnTo>
                  <a:lnTo>
                    <a:pt x="406" y="611"/>
                  </a:lnTo>
                  <a:lnTo>
                    <a:pt x="408" y="611"/>
                  </a:lnTo>
                  <a:lnTo>
                    <a:pt x="410" y="612"/>
                  </a:lnTo>
                  <a:lnTo>
                    <a:pt x="408" y="614"/>
                  </a:lnTo>
                  <a:lnTo>
                    <a:pt x="408" y="614"/>
                  </a:lnTo>
                  <a:lnTo>
                    <a:pt x="406" y="618"/>
                  </a:lnTo>
                  <a:lnTo>
                    <a:pt x="404" y="623"/>
                  </a:lnTo>
                  <a:lnTo>
                    <a:pt x="406" y="640"/>
                  </a:lnTo>
                  <a:lnTo>
                    <a:pt x="410" y="658"/>
                  </a:lnTo>
                  <a:lnTo>
                    <a:pt x="410" y="665"/>
                  </a:lnTo>
                  <a:lnTo>
                    <a:pt x="408" y="673"/>
                  </a:lnTo>
                  <a:lnTo>
                    <a:pt x="408" y="673"/>
                  </a:lnTo>
                  <a:lnTo>
                    <a:pt x="404" y="678"/>
                  </a:lnTo>
                  <a:lnTo>
                    <a:pt x="399" y="684"/>
                  </a:lnTo>
                  <a:lnTo>
                    <a:pt x="393" y="689"/>
                  </a:lnTo>
                  <a:lnTo>
                    <a:pt x="390" y="694"/>
                  </a:lnTo>
                  <a:lnTo>
                    <a:pt x="390" y="694"/>
                  </a:lnTo>
                  <a:lnTo>
                    <a:pt x="386" y="702"/>
                  </a:lnTo>
                  <a:lnTo>
                    <a:pt x="384" y="711"/>
                  </a:lnTo>
                  <a:lnTo>
                    <a:pt x="382" y="720"/>
                  </a:lnTo>
                  <a:lnTo>
                    <a:pt x="379" y="729"/>
                  </a:lnTo>
                  <a:lnTo>
                    <a:pt x="379" y="729"/>
                  </a:lnTo>
                  <a:lnTo>
                    <a:pt x="375" y="733"/>
                  </a:lnTo>
                  <a:lnTo>
                    <a:pt x="370" y="738"/>
                  </a:lnTo>
                  <a:lnTo>
                    <a:pt x="370" y="738"/>
                  </a:lnTo>
                  <a:lnTo>
                    <a:pt x="379" y="714"/>
                  </a:lnTo>
                  <a:lnTo>
                    <a:pt x="379" y="714"/>
                  </a:lnTo>
                  <a:lnTo>
                    <a:pt x="377" y="714"/>
                  </a:lnTo>
                  <a:lnTo>
                    <a:pt x="377" y="714"/>
                  </a:lnTo>
                  <a:lnTo>
                    <a:pt x="375" y="716"/>
                  </a:lnTo>
                  <a:lnTo>
                    <a:pt x="371" y="716"/>
                  </a:lnTo>
                  <a:lnTo>
                    <a:pt x="371" y="716"/>
                  </a:lnTo>
                  <a:lnTo>
                    <a:pt x="370" y="714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364" y="718"/>
                  </a:lnTo>
                  <a:lnTo>
                    <a:pt x="364" y="724"/>
                  </a:lnTo>
                  <a:lnTo>
                    <a:pt x="364" y="724"/>
                  </a:lnTo>
                  <a:lnTo>
                    <a:pt x="342" y="751"/>
                  </a:lnTo>
                  <a:lnTo>
                    <a:pt x="342" y="751"/>
                  </a:lnTo>
                  <a:lnTo>
                    <a:pt x="342" y="755"/>
                  </a:lnTo>
                  <a:lnTo>
                    <a:pt x="344" y="756"/>
                  </a:lnTo>
                  <a:lnTo>
                    <a:pt x="346" y="758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37" y="776"/>
                  </a:lnTo>
                  <a:lnTo>
                    <a:pt x="335" y="780"/>
                  </a:lnTo>
                  <a:lnTo>
                    <a:pt x="333" y="773"/>
                  </a:lnTo>
                  <a:lnTo>
                    <a:pt x="339" y="762"/>
                  </a:lnTo>
                  <a:lnTo>
                    <a:pt x="339" y="762"/>
                  </a:lnTo>
                  <a:lnTo>
                    <a:pt x="339" y="760"/>
                  </a:lnTo>
                  <a:lnTo>
                    <a:pt x="333" y="756"/>
                  </a:lnTo>
                  <a:lnTo>
                    <a:pt x="333" y="756"/>
                  </a:lnTo>
                  <a:lnTo>
                    <a:pt x="329" y="755"/>
                  </a:lnTo>
                  <a:lnTo>
                    <a:pt x="328" y="753"/>
                  </a:lnTo>
                  <a:lnTo>
                    <a:pt x="326" y="745"/>
                  </a:lnTo>
                  <a:lnTo>
                    <a:pt x="326" y="745"/>
                  </a:lnTo>
                  <a:lnTo>
                    <a:pt x="324" y="744"/>
                  </a:lnTo>
                  <a:lnTo>
                    <a:pt x="322" y="742"/>
                  </a:lnTo>
                  <a:lnTo>
                    <a:pt x="315" y="740"/>
                  </a:lnTo>
                  <a:lnTo>
                    <a:pt x="315" y="740"/>
                  </a:lnTo>
                  <a:lnTo>
                    <a:pt x="309" y="736"/>
                  </a:lnTo>
                  <a:lnTo>
                    <a:pt x="306" y="731"/>
                  </a:lnTo>
                  <a:lnTo>
                    <a:pt x="306" y="731"/>
                  </a:lnTo>
                  <a:lnTo>
                    <a:pt x="302" y="729"/>
                  </a:lnTo>
                  <a:lnTo>
                    <a:pt x="300" y="727"/>
                  </a:lnTo>
                  <a:lnTo>
                    <a:pt x="297" y="727"/>
                  </a:lnTo>
                  <a:lnTo>
                    <a:pt x="295" y="725"/>
                  </a:lnTo>
                  <a:lnTo>
                    <a:pt x="295" y="725"/>
                  </a:lnTo>
                  <a:lnTo>
                    <a:pt x="291" y="716"/>
                  </a:lnTo>
                  <a:lnTo>
                    <a:pt x="277" y="707"/>
                  </a:lnTo>
                  <a:lnTo>
                    <a:pt x="266" y="711"/>
                  </a:lnTo>
                  <a:lnTo>
                    <a:pt x="266" y="711"/>
                  </a:lnTo>
                  <a:lnTo>
                    <a:pt x="269" y="700"/>
                  </a:lnTo>
                  <a:lnTo>
                    <a:pt x="269" y="700"/>
                  </a:lnTo>
                  <a:lnTo>
                    <a:pt x="269" y="696"/>
                  </a:lnTo>
                  <a:lnTo>
                    <a:pt x="271" y="694"/>
                  </a:lnTo>
                  <a:lnTo>
                    <a:pt x="277" y="691"/>
                  </a:lnTo>
                  <a:lnTo>
                    <a:pt x="277" y="691"/>
                  </a:lnTo>
                  <a:lnTo>
                    <a:pt x="280" y="685"/>
                  </a:lnTo>
                  <a:lnTo>
                    <a:pt x="282" y="678"/>
                  </a:lnTo>
                  <a:lnTo>
                    <a:pt x="282" y="678"/>
                  </a:lnTo>
                  <a:lnTo>
                    <a:pt x="284" y="676"/>
                  </a:lnTo>
                  <a:lnTo>
                    <a:pt x="288" y="674"/>
                  </a:lnTo>
                  <a:lnTo>
                    <a:pt x="291" y="673"/>
                  </a:lnTo>
                  <a:lnTo>
                    <a:pt x="293" y="671"/>
                  </a:lnTo>
                  <a:lnTo>
                    <a:pt x="293" y="671"/>
                  </a:lnTo>
                  <a:lnTo>
                    <a:pt x="295" y="667"/>
                  </a:lnTo>
                  <a:lnTo>
                    <a:pt x="300" y="663"/>
                  </a:lnTo>
                  <a:lnTo>
                    <a:pt x="300" y="663"/>
                  </a:lnTo>
                  <a:lnTo>
                    <a:pt x="304" y="658"/>
                  </a:lnTo>
                  <a:lnTo>
                    <a:pt x="308" y="653"/>
                  </a:lnTo>
                  <a:lnTo>
                    <a:pt x="308" y="653"/>
                  </a:lnTo>
                  <a:lnTo>
                    <a:pt x="311" y="651"/>
                  </a:lnTo>
                  <a:lnTo>
                    <a:pt x="315" y="649"/>
                  </a:lnTo>
                  <a:lnTo>
                    <a:pt x="319" y="649"/>
                  </a:lnTo>
                  <a:lnTo>
                    <a:pt x="322" y="647"/>
                  </a:lnTo>
                  <a:lnTo>
                    <a:pt x="322" y="647"/>
                  </a:lnTo>
                  <a:lnTo>
                    <a:pt x="326" y="643"/>
                  </a:lnTo>
                  <a:lnTo>
                    <a:pt x="328" y="642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6" y="623"/>
                  </a:lnTo>
                  <a:lnTo>
                    <a:pt x="326" y="623"/>
                  </a:lnTo>
                  <a:lnTo>
                    <a:pt x="326" y="611"/>
                  </a:lnTo>
                  <a:lnTo>
                    <a:pt x="326" y="611"/>
                  </a:lnTo>
                  <a:lnTo>
                    <a:pt x="322" y="609"/>
                  </a:lnTo>
                  <a:lnTo>
                    <a:pt x="320" y="609"/>
                  </a:lnTo>
                  <a:lnTo>
                    <a:pt x="320" y="611"/>
                  </a:lnTo>
                  <a:lnTo>
                    <a:pt x="320" y="611"/>
                  </a:lnTo>
                  <a:lnTo>
                    <a:pt x="320" y="612"/>
                  </a:lnTo>
                  <a:lnTo>
                    <a:pt x="319" y="612"/>
                  </a:lnTo>
                  <a:lnTo>
                    <a:pt x="317" y="611"/>
                  </a:lnTo>
                  <a:lnTo>
                    <a:pt x="311" y="609"/>
                  </a:lnTo>
                  <a:lnTo>
                    <a:pt x="311" y="609"/>
                  </a:lnTo>
                  <a:lnTo>
                    <a:pt x="311" y="602"/>
                  </a:lnTo>
                  <a:lnTo>
                    <a:pt x="311" y="594"/>
                  </a:lnTo>
                  <a:lnTo>
                    <a:pt x="313" y="591"/>
                  </a:lnTo>
                  <a:lnTo>
                    <a:pt x="313" y="591"/>
                  </a:lnTo>
                  <a:lnTo>
                    <a:pt x="315" y="587"/>
                  </a:lnTo>
                  <a:lnTo>
                    <a:pt x="315" y="582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3" y="574"/>
                  </a:lnTo>
                  <a:lnTo>
                    <a:pt x="308" y="576"/>
                  </a:lnTo>
                  <a:lnTo>
                    <a:pt x="308" y="576"/>
                  </a:lnTo>
                  <a:lnTo>
                    <a:pt x="304" y="576"/>
                  </a:lnTo>
                  <a:lnTo>
                    <a:pt x="304" y="574"/>
                  </a:lnTo>
                  <a:lnTo>
                    <a:pt x="302" y="567"/>
                  </a:lnTo>
                  <a:lnTo>
                    <a:pt x="302" y="567"/>
                  </a:lnTo>
                  <a:lnTo>
                    <a:pt x="302" y="558"/>
                  </a:lnTo>
                  <a:lnTo>
                    <a:pt x="302" y="549"/>
                  </a:lnTo>
                  <a:lnTo>
                    <a:pt x="302" y="549"/>
                  </a:lnTo>
                  <a:lnTo>
                    <a:pt x="302" y="545"/>
                  </a:lnTo>
                  <a:lnTo>
                    <a:pt x="300" y="543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1" y="540"/>
                  </a:lnTo>
                  <a:lnTo>
                    <a:pt x="291" y="538"/>
                  </a:lnTo>
                  <a:lnTo>
                    <a:pt x="289" y="534"/>
                  </a:lnTo>
                  <a:lnTo>
                    <a:pt x="288" y="530"/>
                  </a:lnTo>
                  <a:lnTo>
                    <a:pt x="284" y="534"/>
                  </a:lnTo>
                  <a:lnTo>
                    <a:pt x="284" y="534"/>
                  </a:lnTo>
                  <a:lnTo>
                    <a:pt x="275" y="532"/>
                  </a:lnTo>
                  <a:lnTo>
                    <a:pt x="268" y="532"/>
                  </a:lnTo>
                  <a:lnTo>
                    <a:pt x="266" y="530"/>
                  </a:lnTo>
                  <a:lnTo>
                    <a:pt x="266" y="529"/>
                  </a:lnTo>
                  <a:lnTo>
                    <a:pt x="266" y="529"/>
                  </a:lnTo>
                  <a:lnTo>
                    <a:pt x="266" y="527"/>
                  </a:lnTo>
                  <a:lnTo>
                    <a:pt x="264" y="523"/>
                  </a:lnTo>
                  <a:lnTo>
                    <a:pt x="262" y="520"/>
                  </a:lnTo>
                  <a:lnTo>
                    <a:pt x="262" y="516"/>
                  </a:lnTo>
                  <a:lnTo>
                    <a:pt x="262" y="516"/>
                  </a:lnTo>
                  <a:lnTo>
                    <a:pt x="264" y="507"/>
                  </a:lnTo>
                  <a:lnTo>
                    <a:pt x="264" y="503"/>
                  </a:lnTo>
                  <a:lnTo>
                    <a:pt x="262" y="501"/>
                  </a:lnTo>
                  <a:lnTo>
                    <a:pt x="262" y="501"/>
                  </a:lnTo>
                  <a:lnTo>
                    <a:pt x="258" y="494"/>
                  </a:lnTo>
                  <a:lnTo>
                    <a:pt x="257" y="490"/>
                  </a:lnTo>
                  <a:lnTo>
                    <a:pt x="260" y="487"/>
                  </a:lnTo>
                  <a:lnTo>
                    <a:pt x="257" y="483"/>
                  </a:lnTo>
                  <a:lnTo>
                    <a:pt x="257" y="483"/>
                  </a:lnTo>
                  <a:lnTo>
                    <a:pt x="258" y="474"/>
                  </a:lnTo>
                  <a:lnTo>
                    <a:pt x="262" y="461"/>
                  </a:lnTo>
                  <a:lnTo>
                    <a:pt x="262" y="461"/>
                  </a:lnTo>
                  <a:lnTo>
                    <a:pt x="262" y="456"/>
                  </a:lnTo>
                  <a:lnTo>
                    <a:pt x="262" y="452"/>
                  </a:lnTo>
                  <a:lnTo>
                    <a:pt x="262" y="452"/>
                  </a:lnTo>
                  <a:lnTo>
                    <a:pt x="258" y="447"/>
                  </a:lnTo>
                  <a:lnTo>
                    <a:pt x="255" y="443"/>
                  </a:lnTo>
                  <a:lnTo>
                    <a:pt x="255" y="443"/>
                  </a:lnTo>
                  <a:lnTo>
                    <a:pt x="251" y="439"/>
                  </a:lnTo>
                  <a:lnTo>
                    <a:pt x="249" y="438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5"/>
                  </a:lnTo>
                  <a:lnTo>
                    <a:pt x="249" y="421"/>
                  </a:lnTo>
                  <a:lnTo>
                    <a:pt x="226" y="423"/>
                  </a:lnTo>
                  <a:lnTo>
                    <a:pt x="226" y="423"/>
                  </a:lnTo>
                  <a:lnTo>
                    <a:pt x="226" y="419"/>
                  </a:lnTo>
                  <a:lnTo>
                    <a:pt x="222" y="414"/>
                  </a:lnTo>
                  <a:lnTo>
                    <a:pt x="222" y="414"/>
                  </a:lnTo>
                  <a:lnTo>
                    <a:pt x="218" y="407"/>
                  </a:lnTo>
                  <a:lnTo>
                    <a:pt x="218" y="403"/>
                  </a:lnTo>
                  <a:lnTo>
                    <a:pt x="220" y="401"/>
                  </a:lnTo>
                  <a:lnTo>
                    <a:pt x="220" y="401"/>
                  </a:lnTo>
                  <a:lnTo>
                    <a:pt x="226" y="392"/>
                  </a:lnTo>
                  <a:lnTo>
                    <a:pt x="226" y="392"/>
                  </a:lnTo>
                  <a:lnTo>
                    <a:pt x="222" y="381"/>
                  </a:lnTo>
                  <a:lnTo>
                    <a:pt x="222" y="381"/>
                  </a:lnTo>
                  <a:lnTo>
                    <a:pt x="218" y="374"/>
                  </a:lnTo>
                  <a:lnTo>
                    <a:pt x="217" y="368"/>
                  </a:lnTo>
                  <a:lnTo>
                    <a:pt x="217" y="368"/>
                  </a:lnTo>
                  <a:lnTo>
                    <a:pt x="215" y="367"/>
                  </a:lnTo>
                  <a:lnTo>
                    <a:pt x="211" y="367"/>
                  </a:lnTo>
                  <a:lnTo>
                    <a:pt x="206" y="368"/>
                  </a:lnTo>
                  <a:lnTo>
                    <a:pt x="206" y="368"/>
                  </a:lnTo>
                  <a:lnTo>
                    <a:pt x="200" y="367"/>
                  </a:lnTo>
                  <a:lnTo>
                    <a:pt x="193" y="365"/>
                  </a:lnTo>
                  <a:lnTo>
                    <a:pt x="193" y="365"/>
                  </a:lnTo>
                  <a:lnTo>
                    <a:pt x="189" y="365"/>
                  </a:lnTo>
                  <a:lnTo>
                    <a:pt x="187" y="363"/>
                  </a:lnTo>
                  <a:lnTo>
                    <a:pt x="182" y="357"/>
                  </a:lnTo>
                  <a:lnTo>
                    <a:pt x="182" y="357"/>
                  </a:lnTo>
                  <a:lnTo>
                    <a:pt x="178" y="354"/>
                  </a:lnTo>
                  <a:lnTo>
                    <a:pt x="173" y="350"/>
                  </a:lnTo>
                  <a:lnTo>
                    <a:pt x="173" y="350"/>
                  </a:lnTo>
                  <a:lnTo>
                    <a:pt x="167" y="347"/>
                  </a:lnTo>
                  <a:lnTo>
                    <a:pt x="162" y="341"/>
                  </a:lnTo>
                  <a:lnTo>
                    <a:pt x="162" y="341"/>
                  </a:lnTo>
                  <a:lnTo>
                    <a:pt x="158" y="339"/>
                  </a:lnTo>
                  <a:lnTo>
                    <a:pt x="156" y="339"/>
                  </a:lnTo>
                  <a:lnTo>
                    <a:pt x="153" y="341"/>
                  </a:lnTo>
                  <a:lnTo>
                    <a:pt x="151" y="341"/>
                  </a:lnTo>
                  <a:lnTo>
                    <a:pt x="151" y="341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38" y="336"/>
                  </a:lnTo>
                  <a:lnTo>
                    <a:pt x="135" y="328"/>
                  </a:lnTo>
                  <a:lnTo>
                    <a:pt x="135" y="328"/>
                  </a:lnTo>
                  <a:lnTo>
                    <a:pt x="136" y="325"/>
                  </a:lnTo>
                  <a:lnTo>
                    <a:pt x="138" y="319"/>
                  </a:lnTo>
                  <a:lnTo>
                    <a:pt x="142" y="312"/>
                  </a:lnTo>
                  <a:lnTo>
                    <a:pt x="138" y="308"/>
                  </a:lnTo>
                  <a:lnTo>
                    <a:pt x="131" y="308"/>
                  </a:lnTo>
                  <a:lnTo>
                    <a:pt x="131" y="308"/>
                  </a:lnTo>
                  <a:lnTo>
                    <a:pt x="122" y="310"/>
                  </a:lnTo>
                  <a:lnTo>
                    <a:pt x="113" y="314"/>
                  </a:lnTo>
                  <a:lnTo>
                    <a:pt x="113" y="314"/>
                  </a:lnTo>
                  <a:lnTo>
                    <a:pt x="107" y="317"/>
                  </a:lnTo>
                  <a:lnTo>
                    <a:pt x="102" y="323"/>
                  </a:lnTo>
                  <a:lnTo>
                    <a:pt x="94" y="332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6"/>
                  </a:lnTo>
                  <a:lnTo>
                    <a:pt x="87" y="336"/>
                  </a:lnTo>
                  <a:lnTo>
                    <a:pt x="87" y="337"/>
                  </a:lnTo>
                  <a:lnTo>
                    <a:pt x="87" y="337"/>
                  </a:lnTo>
                  <a:lnTo>
                    <a:pt x="87" y="339"/>
                  </a:lnTo>
                  <a:lnTo>
                    <a:pt x="83" y="341"/>
                  </a:lnTo>
                  <a:lnTo>
                    <a:pt x="80" y="343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4" y="341"/>
                  </a:lnTo>
                  <a:lnTo>
                    <a:pt x="73" y="341"/>
                  </a:lnTo>
                  <a:lnTo>
                    <a:pt x="69" y="341"/>
                  </a:lnTo>
                  <a:lnTo>
                    <a:pt x="53" y="336"/>
                  </a:lnTo>
                  <a:lnTo>
                    <a:pt x="54" y="286"/>
                  </a:lnTo>
                  <a:lnTo>
                    <a:pt x="54" y="286"/>
                  </a:lnTo>
                  <a:lnTo>
                    <a:pt x="56" y="285"/>
                  </a:lnTo>
                  <a:lnTo>
                    <a:pt x="54" y="283"/>
                  </a:lnTo>
                  <a:lnTo>
                    <a:pt x="53" y="283"/>
                  </a:lnTo>
                  <a:lnTo>
                    <a:pt x="53" y="283"/>
                  </a:lnTo>
                  <a:lnTo>
                    <a:pt x="40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3" y="288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2" y="281"/>
                  </a:lnTo>
                  <a:lnTo>
                    <a:pt x="18" y="279"/>
                  </a:lnTo>
                  <a:lnTo>
                    <a:pt x="14" y="275"/>
                  </a:lnTo>
                  <a:lnTo>
                    <a:pt x="12" y="274"/>
                  </a:lnTo>
                  <a:lnTo>
                    <a:pt x="12" y="274"/>
                  </a:lnTo>
                  <a:lnTo>
                    <a:pt x="11" y="270"/>
                  </a:lnTo>
                  <a:lnTo>
                    <a:pt x="7" y="268"/>
                  </a:lnTo>
                  <a:lnTo>
                    <a:pt x="1" y="265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5" y="254"/>
                  </a:lnTo>
                  <a:lnTo>
                    <a:pt x="3" y="252"/>
                  </a:lnTo>
                  <a:lnTo>
                    <a:pt x="1" y="250"/>
                  </a:lnTo>
                  <a:lnTo>
                    <a:pt x="1" y="250"/>
                  </a:lnTo>
                  <a:lnTo>
                    <a:pt x="1" y="248"/>
                  </a:lnTo>
                  <a:lnTo>
                    <a:pt x="0" y="244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1" y="237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9" y="224"/>
                  </a:lnTo>
                  <a:lnTo>
                    <a:pt x="11" y="219"/>
                  </a:lnTo>
                  <a:lnTo>
                    <a:pt x="11" y="219"/>
                  </a:lnTo>
                  <a:lnTo>
                    <a:pt x="14" y="212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8" y="203"/>
                  </a:lnTo>
                  <a:lnTo>
                    <a:pt x="22" y="199"/>
                  </a:lnTo>
                  <a:lnTo>
                    <a:pt x="29" y="195"/>
                  </a:lnTo>
                  <a:lnTo>
                    <a:pt x="29" y="195"/>
                  </a:lnTo>
                  <a:lnTo>
                    <a:pt x="32" y="192"/>
                  </a:lnTo>
                  <a:lnTo>
                    <a:pt x="36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9" y="188"/>
                  </a:lnTo>
                  <a:lnTo>
                    <a:pt x="54" y="188"/>
                  </a:lnTo>
                  <a:lnTo>
                    <a:pt x="54" y="188"/>
                  </a:lnTo>
                  <a:lnTo>
                    <a:pt x="58" y="186"/>
                  </a:lnTo>
                  <a:lnTo>
                    <a:pt x="60" y="184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69" y="161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8" y="130"/>
                  </a:lnTo>
                  <a:lnTo>
                    <a:pt x="76" y="124"/>
                  </a:lnTo>
                  <a:lnTo>
                    <a:pt x="76" y="124"/>
                  </a:lnTo>
                  <a:lnTo>
                    <a:pt x="71" y="121"/>
                  </a:lnTo>
                  <a:lnTo>
                    <a:pt x="67" y="119"/>
                  </a:lnTo>
                  <a:lnTo>
                    <a:pt x="67" y="113"/>
                  </a:lnTo>
                  <a:lnTo>
                    <a:pt x="80" y="111"/>
                  </a:lnTo>
                  <a:lnTo>
                    <a:pt x="78" y="106"/>
                  </a:lnTo>
                  <a:lnTo>
                    <a:pt x="76" y="104"/>
                  </a:lnTo>
                  <a:lnTo>
                    <a:pt x="71" y="104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100" y="90"/>
                  </a:lnTo>
                  <a:lnTo>
                    <a:pt x="100" y="82"/>
                  </a:lnTo>
                  <a:lnTo>
                    <a:pt x="105" y="86"/>
                  </a:lnTo>
                  <a:lnTo>
                    <a:pt x="111" y="84"/>
                  </a:lnTo>
                  <a:lnTo>
                    <a:pt x="113" y="77"/>
                  </a:lnTo>
                  <a:lnTo>
                    <a:pt x="118" y="77"/>
                  </a:lnTo>
                  <a:lnTo>
                    <a:pt x="120" y="84"/>
                  </a:lnTo>
                  <a:lnTo>
                    <a:pt x="125" y="86"/>
                  </a:lnTo>
                  <a:lnTo>
                    <a:pt x="133" y="91"/>
                  </a:lnTo>
                  <a:lnTo>
                    <a:pt x="133" y="91"/>
                  </a:lnTo>
                  <a:lnTo>
                    <a:pt x="136" y="90"/>
                  </a:lnTo>
                  <a:lnTo>
                    <a:pt x="140" y="88"/>
                  </a:lnTo>
                  <a:lnTo>
                    <a:pt x="144" y="86"/>
                  </a:lnTo>
                  <a:lnTo>
                    <a:pt x="144" y="86"/>
                  </a:lnTo>
                  <a:lnTo>
                    <a:pt x="147" y="86"/>
                  </a:lnTo>
                  <a:lnTo>
                    <a:pt x="149" y="82"/>
                  </a:lnTo>
                  <a:lnTo>
                    <a:pt x="151" y="81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5" y="79"/>
                  </a:lnTo>
                  <a:lnTo>
                    <a:pt x="156" y="77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4" y="73"/>
                  </a:lnTo>
                  <a:lnTo>
                    <a:pt x="165" y="70"/>
                  </a:lnTo>
                  <a:lnTo>
                    <a:pt x="167" y="66"/>
                  </a:lnTo>
                  <a:lnTo>
                    <a:pt x="169" y="64"/>
                  </a:lnTo>
                  <a:lnTo>
                    <a:pt x="169" y="64"/>
                  </a:lnTo>
                  <a:lnTo>
                    <a:pt x="175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75" y="59"/>
                  </a:lnTo>
                  <a:lnTo>
                    <a:pt x="173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4" y="59"/>
                  </a:lnTo>
                  <a:lnTo>
                    <a:pt x="160" y="60"/>
                  </a:lnTo>
                  <a:lnTo>
                    <a:pt x="158" y="59"/>
                  </a:lnTo>
                  <a:lnTo>
                    <a:pt x="158" y="59"/>
                  </a:lnTo>
                  <a:lnTo>
                    <a:pt x="155" y="57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0"/>
                  </a:lnTo>
                  <a:lnTo>
                    <a:pt x="153" y="46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7" y="28"/>
                  </a:lnTo>
                  <a:lnTo>
                    <a:pt x="147" y="26"/>
                  </a:lnTo>
                  <a:lnTo>
                    <a:pt x="147" y="24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4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64" y="24"/>
                  </a:lnTo>
                  <a:lnTo>
                    <a:pt x="167" y="24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3" y="28"/>
                  </a:lnTo>
                  <a:lnTo>
                    <a:pt x="176" y="28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78" y="28"/>
                  </a:lnTo>
                  <a:lnTo>
                    <a:pt x="178" y="26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93" y="22"/>
                  </a:lnTo>
                  <a:lnTo>
                    <a:pt x="193" y="22"/>
                  </a:lnTo>
                  <a:lnTo>
                    <a:pt x="195" y="22"/>
                  </a:lnTo>
                  <a:lnTo>
                    <a:pt x="196" y="20"/>
                  </a:lnTo>
                  <a:lnTo>
                    <a:pt x="196" y="19"/>
                  </a:lnTo>
                  <a:lnTo>
                    <a:pt x="198" y="19"/>
                  </a:lnTo>
                  <a:lnTo>
                    <a:pt x="198" y="19"/>
                  </a:lnTo>
                  <a:lnTo>
                    <a:pt x="202" y="17"/>
                  </a:lnTo>
                  <a:lnTo>
                    <a:pt x="204" y="15"/>
                  </a:lnTo>
                  <a:lnTo>
                    <a:pt x="204" y="13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13" y="9"/>
                  </a:lnTo>
                  <a:lnTo>
                    <a:pt x="217" y="4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9" y="2"/>
                  </a:lnTo>
                  <a:lnTo>
                    <a:pt x="231" y="4"/>
                  </a:lnTo>
                  <a:lnTo>
                    <a:pt x="231" y="8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35" y="15"/>
                  </a:lnTo>
                  <a:lnTo>
                    <a:pt x="235" y="15"/>
                  </a:lnTo>
                  <a:lnTo>
                    <a:pt x="235" y="17"/>
                  </a:lnTo>
                  <a:lnTo>
                    <a:pt x="235" y="19"/>
                  </a:lnTo>
                  <a:lnTo>
                    <a:pt x="233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7" y="26"/>
                  </a:lnTo>
                  <a:lnTo>
                    <a:pt x="235" y="30"/>
                  </a:lnTo>
                  <a:lnTo>
                    <a:pt x="235" y="30"/>
                  </a:lnTo>
                  <a:lnTo>
                    <a:pt x="229" y="35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26" y="46"/>
                  </a:lnTo>
                  <a:lnTo>
                    <a:pt x="226" y="55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8"/>
                  </a:lnTo>
                  <a:lnTo>
                    <a:pt x="229" y="71"/>
                  </a:lnTo>
                  <a:lnTo>
                    <a:pt x="229" y="71"/>
                  </a:lnTo>
                  <a:lnTo>
                    <a:pt x="233" y="73"/>
                  </a:lnTo>
                  <a:lnTo>
                    <a:pt x="237" y="7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7" y="81"/>
                  </a:lnTo>
                  <a:lnTo>
                    <a:pt x="238" y="81"/>
                  </a:lnTo>
                  <a:lnTo>
                    <a:pt x="244" y="82"/>
                  </a:lnTo>
                  <a:lnTo>
                    <a:pt x="244" y="82"/>
                  </a:lnTo>
                  <a:lnTo>
                    <a:pt x="246" y="82"/>
                  </a:lnTo>
                  <a:lnTo>
                    <a:pt x="246" y="79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1" y="77"/>
                  </a:lnTo>
                  <a:lnTo>
                    <a:pt x="253" y="75"/>
                  </a:lnTo>
                  <a:lnTo>
                    <a:pt x="253" y="73"/>
                  </a:lnTo>
                  <a:lnTo>
                    <a:pt x="255" y="71"/>
                  </a:lnTo>
                  <a:lnTo>
                    <a:pt x="255" y="71"/>
                  </a:lnTo>
                  <a:lnTo>
                    <a:pt x="257" y="71"/>
                  </a:lnTo>
                  <a:lnTo>
                    <a:pt x="258" y="70"/>
                  </a:lnTo>
                  <a:lnTo>
                    <a:pt x="258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4" y="70"/>
                  </a:lnTo>
                  <a:lnTo>
                    <a:pt x="268" y="70"/>
                  </a:lnTo>
                  <a:lnTo>
                    <a:pt x="269" y="70"/>
                  </a:lnTo>
                  <a:lnTo>
                    <a:pt x="277" y="68"/>
                  </a:lnTo>
                  <a:lnTo>
                    <a:pt x="288" y="71"/>
                  </a:lnTo>
                  <a:lnTo>
                    <a:pt x="291" y="64"/>
                  </a:lnTo>
                  <a:lnTo>
                    <a:pt x="286" y="60"/>
                  </a:lnTo>
                  <a:lnTo>
                    <a:pt x="288" y="51"/>
                  </a:lnTo>
                  <a:lnTo>
                    <a:pt x="299" y="55"/>
                  </a:lnTo>
                  <a:lnTo>
                    <a:pt x="304" y="53"/>
                  </a:lnTo>
                  <a:lnTo>
                    <a:pt x="306" y="57"/>
                  </a:lnTo>
                  <a:lnTo>
                    <a:pt x="313" y="57"/>
                  </a:lnTo>
                  <a:lnTo>
                    <a:pt x="313" y="57"/>
                  </a:lnTo>
                  <a:lnTo>
                    <a:pt x="315" y="60"/>
                  </a:lnTo>
                  <a:lnTo>
                    <a:pt x="317" y="62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22" y="66"/>
                  </a:lnTo>
                  <a:lnTo>
                    <a:pt x="324" y="64"/>
                  </a:lnTo>
                  <a:lnTo>
                    <a:pt x="328" y="62"/>
                  </a:lnTo>
                  <a:lnTo>
                    <a:pt x="337" y="60"/>
                  </a:lnTo>
                  <a:lnTo>
                    <a:pt x="342" y="66"/>
                  </a:lnTo>
                  <a:lnTo>
                    <a:pt x="342" y="66"/>
                  </a:lnTo>
                  <a:lnTo>
                    <a:pt x="348" y="60"/>
                  </a:lnTo>
                  <a:lnTo>
                    <a:pt x="353" y="51"/>
                  </a:lnTo>
                  <a:lnTo>
                    <a:pt x="353" y="51"/>
                  </a:lnTo>
                  <a:lnTo>
                    <a:pt x="355" y="35"/>
                  </a:lnTo>
                  <a:lnTo>
                    <a:pt x="359" y="24"/>
                  </a:lnTo>
                  <a:lnTo>
                    <a:pt x="362" y="17"/>
                  </a:lnTo>
                  <a:close/>
                  <a:moveTo>
                    <a:pt x="413" y="122"/>
                  </a:moveTo>
                  <a:lnTo>
                    <a:pt x="413" y="126"/>
                  </a:lnTo>
                  <a:lnTo>
                    <a:pt x="413" y="126"/>
                  </a:lnTo>
                  <a:lnTo>
                    <a:pt x="408" y="130"/>
                  </a:lnTo>
                  <a:lnTo>
                    <a:pt x="408" y="130"/>
                  </a:lnTo>
                  <a:lnTo>
                    <a:pt x="410" y="124"/>
                  </a:lnTo>
                  <a:lnTo>
                    <a:pt x="411" y="122"/>
                  </a:lnTo>
                  <a:lnTo>
                    <a:pt x="413" y="122"/>
                  </a:lnTo>
                  <a:lnTo>
                    <a:pt x="413" y="122"/>
                  </a:lnTo>
                  <a:close/>
                  <a:moveTo>
                    <a:pt x="408" y="130"/>
                  </a:moveTo>
                  <a:lnTo>
                    <a:pt x="408" y="133"/>
                  </a:lnTo>
                  <a:lnTo>
                    <a:pt x="408" y="133"/>
                  </a:lnTo>
                  <a:lnTo>
                    <a:pt x="406" y="135"/>
                  </a:lnTo>
                  <a:lnTo>
                    <a:pt x="406" y="137"/>
                  </a:lnTo>
                  <a:lnTo>
                    <a:pt x="404" y="139"/>
                  </a:lnTo>
                  <a:lnTo>
                    <a:pt x="404" y="139"/>
                  </a:lnTo>
                  <a:lnTo>
                    <a:pt x="401" y="139"/>
                  </a:lnTo>
                  <a:lnTo>
                    <a:pt x="399" y="139"/>
                  </a:lnTo>
                  <a:lnTo>
                    <a:pt x="401" y="135"/>
                  </a:lnTo>
                  <a:lnTo>
                    <a:pt x="408" y="130"/>
                  </a:lnTo>
                  <a:lnTo>
                    <a:pt x="408" y="130"/>
                  </a:lnTo>
                  <a:close/>
                  <a:moveTo>
                    <a:pt x="375" y="95"/>
                  </a:moveTo>
                  <a:lnTo>
                    <a:pt x="375" y="95"/>
                  </a:lnTo>
                  <a:lnTo>
                    <a:pt x="375" y="99"/>
                  </a:lnTo>
                  <a:lnTo>
                    <a:pt x="377" y="102"/>
                  </a:lnTo>
                  <a:lnTo>
                    <a:pt x="377" y="102"/>
                  </a:lnTo>
                  <a:lnTo>
                    <a:pt x="382" y="102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81" y="111"/>
                  </a:lnTo>
                  <a:lnTo>
                    <a:pt x="379" y="115"/>
                  </a:lnTo>
                  <a:lnTo>
                    <a:pt x="377" y="121"/>
                  </a:lnTo>
                  <a:lnTo>
                    <a:pt x="377" y="124"/>
                  </a:lnTo>
                  <a:lnTo>
                    <a:pt x="379" y="128"/>
                  </a:lnTo>
                  <a:lnTo>
                    <a:pt x="390" y="139"/>
                  </a:lnTo>
                  <a:lnTo>
                    <a:pt x="390" y="139"/>
                  </a:lnTo>
                  <a:lnTo>
                    <a:pt x="382" y="139"/>
                  </a:lnTo>
                  <a:lnTo>
                    <a:pt x="382" y="139"/>
                  </a:lnTo>
                  <a:lnTo>
                    <a:pt x="371" y="122"/>
                  </a:lnTo>
                  <a:lnTo>
                    <a:pt x="371" y="122"/>
                  </a:lnTo>
                  <a:lnTo>
                    <a:pt x="368" y="122"/>
                  </a:lnTo>
                  <a:lnTo>
                    <a:pt x="366" y="122"/>
                  </a:lnTo>
                  <a:lnTo>
                    <a:pt x="368" y="124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62" y="126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0" y="124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0" y="126"/>
                  </a:lnTo>
                  <a:lnTo>
                    <a:pt x="348" y="128"/>
                  </a:lnTo>
                  <a:lnTo>
                    <a:pt x="348" y="128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19"/>
                  </a:lnTo>
                  <a:lnTo>
                    <a:pt x="360" y="117"/>
                  </a:lnTo>
                  <a:lnTo>
                    <a:pt x="360" y="117"/>
                  </a:lnTo>
                  <a:lnTo>
                    <a:pt x="362" y="110"/>
                  </a:lnTo>
                  <a:lnTo>
                    <a:pt x="364" y="104"/>
                  </a:lnTo>
                  <a:lnTo>
                    <a:pt x="368" y="99"/>
                  </a:lnTo>
                  <a:lnTo>
                    <a:pt x="371" y="95"/>
                  </a:lnTo>
                  <a:lnTo>
                    <a:pt x="375" y="95"/>
                  </a:lnTo>
                  <a:lnTo>
                    <a:pt x="375" y="95"/>
                  </a:lnTo>
                  <a:close/>
                  <a:moveTo>
                    <a:pt x="382" y="82"/>
                  </a:moveTo>
                  <a:lnTo>
                    <a:pt x="382" y="82"/>
                  </a:lnTo>
                  <a:lnTo>
                    <a:pt x="384" y="84"/>
                  </a:lnTo>
                  <a:lnTo>
                    <a:pt x="384" y="86"/>
                  </a:lnTo>
                  <a:lnTo>
                    <a:pt x="382" y="86"/>
                  </a:lnTo>
                  <a:lnTo>
                    <a:pt x="379" y="88"/>
                  </a:lnTo>
                  <a:lnTo>
                    <a:pt x="379" y="88"/>
                  </a:lnTo>
                  <a:lnTo>
                    <a:pt x="379" y="84"/>
                  </a:lnTo>
                  <a:lnTo>
                    <a:pt x="381" y="82"/>
                  </a:lnTo>
                  <a:lnTo>
                    <a:pt x="382" y="82"/>
                  </a:lnTo>
                  <a:lnTo>
                    <a:pt x="382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0" name="Freeform 444">
              <a:extLst>
                <a:ext uri="{FF2B5EF4-FFF2-40B4-BE49-F238E27FC236}">
                  <a16:creationId xmlns:a16="http://schemas.microsoft.com/office/drawing/2014/main" id="{D825F1BE-A829-4A7A-BDCC-6EC1C7955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00" y="4581295"/>
              <a:ext cx="232832" cy="272873"/>
            </a:xfrm>
            <a:custGeom>
              <a:avLst/>
              <a:gdLst>
                <a:gd name="T0" fmla="*/ 4 w 157"/>
                <a:gd name="T1" fmla="*/ 153 h 184"/>
                <a:gd name="T2" fmla="*/ 11 w 157"/>
                <a:gd name="T3" fmla="*/ 160 h 184"/>
                <a:gd name="T4" fmla="*/ 13 w 157"/>
                <a:gd name="T5" fmla="*/ 175 h 184"/>
                <a:gd name="T6" fmla="*/ 13 w 157"/>
                <a:gd name="T7" fmla="*/ 184 h 184"/>
                <a:gd name="T8" fmla="*/ 18 w 157"/>
                <a:gd name="T9" fmla="*/ 184 h 184"/>
                <a:gd name="T10" fmla="*/ 24 w 157"/>
                <a:gd name="T11" fmla="*/ 180 h 184"/>
                <a:gd name="T12" fmla="*/ 33 w 157"/>
                <a:gd name="T13" fmla="*/ 179 h 184"/>
                <a:gd name="T14" fmla="*/ 47 w 157"/>
                <a:gd name="T15" fmla="*/ 169 h 184"/>
                <a:gd name="T16" fmla="*/ 55 w 157"/>
                <a:gd name="T17" fmla="*/ 162 h 184"/>
                <a:gd name="T18" fmla="*/ 60 w 157"/>
                <a:gd name="T19" fmla="*/ 153 h 184"/>
                <a:gd name="T20" fmla="*/ 64 w 157"/>
                <a:gd name="T21" fmla="*/ 153 h 184"/>
                <a:gd name="T22" fmla="*/ 69 w 157"/>
                <a:gd name="T23" fmla="*/ 157 h 184"/>
                <a:gd name="T24" fmla="*/ 76 w 157"/>
                <a:gd name="T25" fmla="*/ 157 h 184"/>
                <a:gd name="T26" fmla="*/ 82 w 157"/>
                <a:gd name="T27" fmla="*/ 158 h 184"/>
                <a:gd name="T28" fmla="*/ 89 w 157"/>
                <a:gd name="T29" fmla="*/ 158 h 184"/>
                <a:gd name="T30" fmla="*/ 96 w 157"/>
                <a:gd name="T31" fmla="*/ 158 h 184"/>
                <a:gd name="T32" fmla="*/ 98 w 157"/>
                <a:gd name="T33" fmla="*/ 135 h 184"/>
                <a:gd name="T34" fmla="*/ 106 w 157"/>
                <a:gd name="T35" fmla="*/ 131 h 184"/>
                <a:gd name="T36" fmla="*/ 111 w 157"/>
                <a:gd name="T37" fmla="*/ 118 h 184"/>
                <a:gd name="T38" fmla="*/ 117 w 157"/>
                <a:gd name="T39" fmla="*/ 113 h 184"/>
                <a:gd name="T40" fmla="*/ 126 w 157"/>
                <a:gd name="T41" fmla="*/ 104 h 184"/>
                <a:gd name="T42" fmla="*/ 133 w 157"/>
                <a:gd name="T43" fmla="*/ 100 h 184"/>
                <a:gd name="T44" fmla="*/ 140 w 157"/>
                <a:gd name="T45" fmla="*/ 97 h 184"/>
                <a:gd name="T46" fmla="*/ 144 w 157"/>
                <a:gd name="T47" fmla="*/ 93 h 184"/>
                <a:gd name="T48" fmla="*/ 151 w 157"/>
                <a:gd name="T49" fmla="*/ 93 h 184"/>
                <a:gd name="T50" fmla="*/ 157 w 157"/>
                <a:gd name="T51" fmla="*/ 86 h 184"/>
                <a:gd name="T52" fmla="*/ 149 w 157"/>
                <a:gd name="T53" fmla="*/ 80 h 184"/>
                <a:gd name="T54" fmla="*/ 146 w 157"/>
                <a:gd name="T55" fmla="*/ 80 h 184"/>
                <a:gd name="T56" fmla="*/ 140 w 157"/>
                <a:gd name="T57" fmla="*/ 76 h 184"/>
                <a:gd name="T58" fmla="*/ 137 w 157"/>
                <a:gd name="T59" fmla="*/ 75 h 184"/>
                <a:gd name="T60" fmla="*/ 137 w 157"/>
                <a:gd name="T61" fmla="*/ 66 h 184"/>
                <a:gd name="T62" fmla="*/ 138 w 157"/>
                <a:gd name="T63" fmla="*/ 60 h 184"/>
                <a:gd name="T64" fmla="*/ 131 w 157"/>
                <a:gd name="T65" fmla="*/ 56 h 184"/>
                <a:gd name="T66" fmla="*/ 131 w 157"/>
                <a:gd name="T67" fmla="*/ 55 h 184"/>
                <a:gd name="T68" fmla="*/ 126 w 157"/>
                <a:gd name="T69" fmla="*/ 46 h 184"/>
                <a:gd name="T70" fmla="*/ 122 w 157"/>
                <a:gd name="T71" fmla="*/ 42 h 184"/>
                <a:gd name="T72" fmla="*/ 117 w 157"/>
                <a:gd name="T73" fmla="*/ 36 h 184"/>
                <a:gd name="T74" fmla="*/ 115 w 157"/>
                <a:gd name="T75" fmla="*/ 36 h 184"/>
                <a:gd name="T76" fmla="*/ 109 w 157"/>
                <a:gd name="T77" fmla="*/ 36 h 184"/>
                <a:gd name="T78" fmla="*/ 107 w 157"/>
                <a:gd name="T79" fmla="*/ 31 h 184"/>
                <a:gd name="T80" fmla="*/ 100 w 157"/>
                <a:gd name="T81" fmla="*/ 25 h 184"/>
                <a:gd name="T82" fmla="*/ 96 w 157"/>
                <a:gd name="T83" fmla="*/ 15 h 184"/>
                <a:gd name="T84" fmla="*/ 93 w 157"/>
                <a:gd name="T85" fmla="*/ 11 h 184"/>
                <a:gd name="T86" fmla="*/ 87 w 157"/>
                <a:gd name="T87" fmla="*/ 0 h 184"/>
                <a:gd name="T88" fmla="*/ 82 w 157"/>
                <a:gd name="T89" fmla="*/ 2 h 184"/>
                <a:gd name="T90" fmla="*/ 80 w 157"/>
                <a:gd name="T91" fmla="*/ 5 h 184"/>
                <a:gd name="T92" fmla="*/ 73 w 157"/>
                <a:gd name="T93" fmla="*/ 4 h 184"/>
                <a:gd name="T94" fmla="*/ 73 w 157"/>
                <a:gd name="T95" fmla="*/ 5 h 184"/>
                <a:gd name="T96" fmla="*/ 65 w 157"/>
                <a:gd name="T97" fmla="*/ 9 h 184"/>
                <a:gd name="T98" fmla="*/ 18 w 157"/>
                <a:gd name="T99" fmla="*/ 7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84">
                  <a:moveTo>
                    <a:pt x="0" y="151"/>
                  </a:moveTo>
                  <a:lnTo>
                    <a:pt x="0" y="151"/>
                  </a:lnTo>
                  <a:lnTo>
                    <a:pt x="4" y="153"/>
                  </a:lnTo>
                  <a:lnTo>
                    <a:pt x="7" y="155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13" y="169"/>
                  </a:lnTo>
                  <a:lnTo>
                    <a:pt x="13" y="175"/>
                  </a:lnTo>
                  <a:lnTo>
                    <a:pt x="13" y="175"/>
                  </a:lnTo>
                  <a:lnTo>
                    <a:pt x="11" y="179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18" y="184"/>
                  </a:lnTo>
                  <a:lnTo>
                    <a:pt x="20" y="182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9" y="180"/>
                  </a:lnTo>
                  <a:lnTo>
                    <a:pt x="33" y="179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47" y="169"/>
                  </a:lnTo>
                  <a:lnTo>
                    <a:pt x="53" y="166"/>
                  </a:lnTo>
                  <a:lnTo>
                    <a:pt x="55" y="162"/>
                  </a:lnTo>
                  <a:lnTo>
                    <a:pt x="55" y="162"/>
                  </a:lnTo>
                  <a:lnTo>
                    <a:pt x="55" y="158"/>
                  </a:lnTo>
                  <a:lnTo>
                    <a:pt x="56" y="155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62" y="153"/>
                  </a:lnTo>
                  <a:lnTo>
                    <a:pt x="64" y="153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57"/>
                  </a:lnTo>
                  <a:lnTo>
                    <a:pt x="71" y="157"/>
                  </a:lnTo>
                  <a:lnTo>
                    <a:pt x="73" y="155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6" y="157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3" y="160"/>
                  </a:lnTo>
                  <a:lnTo>
                    <a:pt x="96" y="160"/>
                  </a:lnTo>
                  <a:lnTo>
                    <a:pt x="96" y="158"/>
                  </a:lnTo>
                  <a:lnTo>
                    <a:pt x="96" y="158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100" y="133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7" y="129"/>
                  </a:lnTo>
                  <a:lnTo>
                    <a:pt x="109" y="124"/>
                  </a:lnTo>
                  <a:lnTo>
                    <a:pt x="111" y="118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7" y="113"/>
                  </a:lnTo>
                  <a:lnTo>
                    <a:pt x="118" y="109"/>
                  </a:lnTo>
                  <a:lnTo>
                    <a:pt x="122" y="106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9" y="102"/>
                  </a:lnTo>
                  <a:lnTo>
                    <a:pt x="133" y="100"/>
                  </a:lnTo>
                  <a:lnTo>
                    <a:pt x="137" y="98"/>
                  </a:lnTo>
                  <a:lnTo>
                    <a:pt x="140" y="97"/>
                  </a:lnTo>
                  <a:lnTo>
                    <a:pt x="140" y="97"/>
                  </a:lnTo>
                  <a:lnTo>
                    <a:pt x="142" y="97"/>
                  </a:lnTo>
                  <a:lnTo>
                    <a:pt x="144" y="95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5" y="84"/>
                  </a:lnTo>
                  <a:lnTo>
                    <a:pt x="149" y="80"/>
                  </a:lnTo>
                  <a:lnTo>
                    <a:pt x="149" y="80"/>
                  </a:lnTo>
                  <a:lnTo>
                    <a:pt x="147" y="80"/>
                  </a:lnTo>
                  <a:lnTo>
                    <a:pt x="147" y="80"/>
                  </a:lnTo>
                  <a:lnTo>
                    <a:pt x="146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0" y="76"/>
                  </a:lnTo>
                  <a:lnTo>
                    <a:pt x="138" y="76"/>
                  </a:lnTo>
                  <a:lnTo>
                    <a:pt x="137" y="76"/>
                  </a:lnTo>
                  <a:lnTo>
                    <a:pt x="137" y="75"/>
                  </a:lnTo>
                  <a:lnTo>
                    <a:pt x="137" y="75"/>
                  </a:lnTo>
                  <a:lnTo>
                    <a:pt x="137" y="67"/>
                  </a:lnTo>
                  <a:lnTo>
                    <a:pt x="137" y="66"/>
                  </a:lnTo>
                  <a:lnTo>
                    <a:pt x="138" y="62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37" y="60"/>
                  </a:lnTo>
                  <a:lnTo>
                    <a:pt x="133" y="58"/>
                  </a:lnTo>
                  <a:lnTo>
                    <a:pt x="131" y="56"/>
                  </a:lnTo>
                  <a:lnTo>
                    <a:pt x="131" y="56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2" y="42"/>
                  </a:lnTo>
                  <a:lnTo>
                    <a:pt x="118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5"/>
                  </a:lnTo>
                  <a:lnTo>
                    <a:pt x="115" y="36"/>
                  </a:lnTo>
                  <a:lnTo>
                    <a:pt x="115" y="36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09" y="36"/>
                  </a:lnTo>
                  <a:lnTo>
                    <a:pt x="107" y="35"/>
                  </a:lnTo>
                  <a:lnTo>
                    <a:pt x="107" y="33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4" y="29"/>
                  </a:lnTo>
                  <a:lnTo>
                    <a:pt x="100" y="2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1" y="9"/>
                  </a:lnTo>
                  <a:lnTo>
                    <a:pt x="89" y="5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6" y="0"/>
                  </a:lnTo>
                  <a:lnTo>
                    <a:pt x="82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76" y="5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5" y="9"/>
                  </a:lnTo>
                  <a:lnTo>
                    <a:pt x="31" y="11"/>
                  </a:lnTo>
                  <a:lnTo>
                    <a:pt x="18" y="11"/>
                  </a:lnTo>
                  <a:lnTo>
                    <a:pt x="18" y="78"/>
                  </a:lnTo>
                  <a:lnTo>
                    <a:pt x="0" y="7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1" name="Freeform 445">
              <a:extLst>
                <a:ext uri="{FF2B5EF4-FFF2-40B4-BE49-F238E27FC236}">
                  <a16:creationId xmlns:a16="http://schemas.microsoft.com/office/drawing/2014/main" id="{3512B9E2-0CDB-4AB7-9CA9-DFA2FCD8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919" y="2668220"/>
              <a:ext cx="94912" cy="94912"/>
            </a:xfrm>
            <a:custGeom>
              <a:avLst/>
              <a:gdLst>
                <a:gd name="T0" fmla="*/ 45 w 64"/>
                <a:gd name="T1" fmla="*/ 64 h 64"/>
                <a:gd name="T2" fmla="*/ 43 w 64"/>
                <a:gd name="T3" fmla="*/ 57 h 64"/>
                <a:gd name="T4" fmla="*/ 45 w 64"/>
                <a:gd name="T5" fmla="*/ 49 h 64"/>
                <a:gd name="T6" fmla="*/ 49 w 64"/>
                <a:gd name="T7" fmla="*/ 49 h 64"/>
                <a:gd name="T8" fmla="*/ 53 w 64"/>
                <a:gd name="T9" fmla="*/ 48 h 64"/>
                <a:gd name="T10" fmla="*/ 56 w 64"/>
                <a:gd name="T11" fmla="*/ 42 h 64"/>
                <a:gd name="T12" fmla="*/ 60 w 64"/>
                <a:gd name="T13" fmla="*/ 40 h 64"/>
                <a:gd name="T14" fmla="*/ 64 w 64"/>
                <a:gd name="T15" fmla="*/ 38 h 64"/>
                <a:gd name="T16" fmla="*/ 62 w 64"/>
                <a:gd name="T17" fmla="*/ 35 h 64"/>
                <a:gd name="T18" fmla="*/ 56 w 64"/>
                <a:gd name="T19" fmla="*/ 33 h 64"/>
                <a:gd name="T20" fmla="*/ 54 w 64"/>
                <a:gd name="T21" fmla="*/ 29 h 64"/>
                <a:gd name="T22" fmla="*/ 56 w 64"/>
                <a:gd name="T23" fmla="*/ 29 h 64"/>
                <a:gd name="T24" fmla="*/ 60 w 64"/>
                <a:gd name="T25" fmla="*/ 27 h 64"/>
                <a:gd name="T26" fmla="*/ 62 w 64"/>
                <a:gd name="T27" fmla="*/ 27 h 64"/>
                <a:gd name="T28" fmla="*/ 60 w 64"/>
                <a:gd name="T29" fmla="*/ 24 h 64"/>
                <a:gd name="T30" fmla="*/ 58 w 64"/>
                <a:gd name="T31" fmla="*/ 18 h 64"/>
                <a:gd name="T32" fmla="*/ 58 w 64"/>
                <a:gd name="T33" fmla="*/ 13 h 64"/>
                <a:gd name="T34" fmla="*/ 51 w 64"/>
                <a:gd name="T35" fmla="*/ 15 h 64"/>
                <a:gd name="T36" fmla="*/ 43 w 64"/>
                <a:gd name="T37" fmla="*/ 13 h 64"/>
                <a:gd name="T38" fmla="*/ 42 w 64"/>
                <a:gd name="T39" fmla="*/ 9 h 64"/>
                <a:gd name="T40" fmla="*/ 42 w 64"/>
                <a:gd name="T41" fmla="*/ 9 h 64"/>
                <a:gd name="T42" fmla="*/ 33 w 64"/>
                <a:gd name="T43" fmla="*/ 6 h 64"/>
                <a:gd name="T44" fmla="*/ 25 w 64"/>
                <a:gd name="T45" fmla="*/ 7 h 64"/>
                <a:gd name="T46" fmla="*/ 18 w 64"/>
                <a:gd name="T47" fmla="*/ 9 h 64"/>
                <a:gd name="T48" fmla="*/ 16 w 64"/>
                <a:gd name="T49" fmla="*/ 6 h 64"/>
                <a:gd name="T50" fmla="*/ 13 w 64"/>
                <a:gd name="T51" fmla="*/ 6 h 64"/>
                <a:gd name="T52" fmla="*/ 11 w 64"/>
                <a:gd name="T53" fmla="*/ 7 h 64"/>
                <a:gd name="T54" fmla="*/ 7 w 64"/>
                <a:gd name="T55" fmla="*/ 2 h 64"/>
                <a:gd name="T56" fmla="*/ 5 w 64"/>
                <a:gd name="T57" fmla="*/ 0 h 64"/>
                <a:gd name="T58" fmla="*/ 2 w 64"/>
                <a:gd name="T59" fmla="*/ 2 h 64"/>
                <a:gd name="T60" fmla="*/ 0 w 64"/>
                <a:gd name="T61" fmla="*/ 4 h 64"/>
                <a:gd name="T62" fmla="*/ 2 w 64"/>
                <a:gd name="T63" fmla="*/ 9 h 64"/>
                <a:gd name="T64" fmla="*/ 7 w 64"/>
                <a:gd name="T65" fmla="*/ 18 h 64"/>
                <a:gd name="T66" fmla="*/ 9 w 64"/>
                <a:gd name="T67" fmla="*/ 22 h 64"/>
                <a:gd name="T68" fmla="*/ 9 w 64"/>
                <a:gd name="T69" fmla="*/ 26 h 64"/>
                <a:gd name="T70" fmla="*/ 9 w 64"/>
                <a:gd name="T71" fmla="*/ 27 h 64"/>
                <a:gd name="T72" fmla="*/ 16 w 64"/>
                <a:gd name="T73" fmla="*/ 37 h 64"/>
                <a:gd name="T74" fmla="*/ 23 w 64"/>
                <a:gd name="T75" fmla="*/ 44 h 64"/>
                <a:gd name="T76" fmla="*/ 29 w 64"/>
                <a:gd name="T77" fmla="*/ 51 h 64"/>
                <a:gd name="T78" fmla="*/ 31 w 64"/>
                <a:gd name="T79" fmla="*/ 55 h 64"/>
                <a:gd name="T80" fmla="*/ 33 w 64"/>
                <a:gd name="T81" fmla="*/ 57 h 64"/>
                <a:gd name="T82" fmla="*/ 36 w 64"/>
                <a:gd name="T83" fmla="*/ 55 h 64"/>
                <a:gd name="T84" fmla="*/ 40 w 64"/>
                <a:gd name="T85" fmla="*/ 60 h 64"/>
                <a:gd name="T86" fmla="*/ 45 w 64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64">
                  <a:moveTo>
                    <a:pt x="45" y="64"/>
                  </a:moveTo>
                  <a:lnTo>
                    <a:pt x="45" y="64"/>
                  </a:lnTo>
                  <a:lnTo>
                    <a:pt x="45" y="60"/>
                  </a:lnTo>
                  <a:lnTo>
                    <a:pt x="43" y="57"/>
                  </a:lnTo>
                  <a:lnTo>
                    <a:pt x="43" y="53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9" y="49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6" y="42"/>
                  </a:lnTo>
                  <a:lnTo>
                    <a:pt x="60" y="40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2" y="35"/>
                  </a:lnTo>
                  <a:lnTo>
                    <a:pt x="60" y="35"/>
                  </a:lnTo>
                  <a:lnTo>
                    <a:pt x="56" y="33"/>
                  </a:lnTo>
                  <a:lnTo>
                    <a:pt x="54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4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1" y="15"/>
                  </a:lnTo>
                  <a:lnTo>
                    <a:pt x="47" y="15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29" y="6"/>
                  </a:lnTo>
                  <a:lnTo>
                    <a:pt x="25" y="7"/>
                  </a:lnTo>
                  <a:lnTo>
                    <a:pt x="22" y="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6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5"/>
                  </a:lnTo>
                  <a:lnTo>
                    <a:pt x="7" y="18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6" y="37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29" y="49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57"/>
                  </a:lnTo>
                  <a:lnTo>
                    <a:pt x="34" y="57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5" y="64"/>
                  </a:lnTo>
                  <a:lnTo>
                    <a:pt x="45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2" name="Freeform 446">
              <a:extLst>
                <a:ext uri="{FF2B5EF4-FFF2-40B4-BE49-F238E27FC236}">
                  <a16:creationId xmlns:a16="http://schemas.microsoft.com/office/drawing/2014/main" id="{524F0D20-36EF-4A85-B12D-B18E9523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618" y="4364777"/>
              <a:ext cx="286220" cy="351472"/>
            </a:xfrm>
            <a:custGeom>
              <a:avLst/>
              <a:gdLst>
                <a:gd name="T0" fmla="*/ 14 w 193"/>
                <a:gd name="T1" fmla="*/ 104 h 237"/>
                <a:gd name="T2" fmla="*/ 22 w 193"/>
                <a:gd name="T3" fmla="*/ 110 h 237"/>
                <a:gd name="T4" fmla="*/ 13 w 193"/>
                <a:gd name="T5" fmla="*/ 108 h 237"/>
                <a:gd name="T6" fmla="*/ 14 w 193"/>
                <a:gd name="T7" fmla="*/ 113 h 237"/>
                <a:gd name="T8" fmla="*/ 7 w 193"/>
                <a:gd name="T9" fmla="*/ 141 h 237"/>
                <a:gd name="T10" fmla="*/ 11 w 193"/>
                <a:gd name="T11" fmla="*/ 153 h 237"/>
                <a:gd name="T12" fmla="*/ 20 w 193"/>
                <a:gd name="T13" fmla="*/ 162 h 237"/>
                <a:gd name="T14" fmla="*/ 24 w 193"/>
                <a:gd name="T15" fmla="*/ 173 h 237"/>
                <a:gd name="T16" fmla="*/ 27 w 193"/>
                <a:gd name="T17" fmla="*/ 190 h 237"/>
                <a:gd name="T18" fmla="*/ 33 w 193"/>
                <a:gd name="T19" fmla="*/ 201 h 237"/>
                <a:gd name="T20" fmla="*/ 35 w 193"/>
                <a:gd name="T21" fmla="*/ 228 h 237"/>
                <a:gd name="T22" fmla="*/ 55 w 193"/>
                <a:gd name="T23" fmla="*/ 222 h 237"/>
                <a:gd name="T24" fmla="*/ 80 w 193"/>
                <a:gd name="T25" fmla="*/ 226 h 237"/>
                <a:gd name="T26" fmla="*/ 86 w 193"/>
                <a:gd name="T27" fmla="*/ 235 h 237"/>
                <a:gd name="T28" fmla="*/ 91 w 193"/>
                <a:gd name="T29" fmla="*/ 228 h 237"/>
                <a:gd name="T30" fmla="*/ 95 w 193"/>
                <a:gd name="T31" fmla="*/ 224 h 237"/>
                <a:gd name="T32" fmla="*/ 129 w 193"/>
                <a:gd name="T33" fmla="*/ 202 h 237"/>
                <a:gd name="T34" fmla="*/ 133 w 193"/>
                <a:gd name="T35" fmla="*/ 193 h 237"/>
                <a:gd name="T36" fmla="*/ 140 w 193"/>
                <a:gd name="T37" fmla="*/ 177 h 237"/>
                <a:gd name="T38" fmla="*/ 178 w 193"/>
                <a:gd name="T39" fmla="*/ 173 h 237"/>
                <a:gd name="T40" fmla="*/ 188 w 193"/>
                <a:gd name="T41" fmla="*/ 175 h 237"/>
                <a:gd name="T42" fmla="*/ 193 w 193"/>
                <a:gd name="T43" fmla="*/ 153 h 237"/>
                <a:gd name="T44" fmla="*/ 193 w 193"/>
                <a:gd name="T45" fmla="*/ 144 h 237"/>
                <a:gd name="T46" fmla="*/ 186 w 193"/>
                <a:gd name="T47" fmla="*/ 135 h 237"/>
                <a:gd name="T48" fmla="*/ 180 w 193"/>
                <a:gd name="T49" fmla="*/ 130 h 237"/>
                <a:gd name="T50" fmla="*/ 178 w 193"/>
                <a:gd name="T51" fmla="*/ 117 h 237"/>
                <a:gd name="T52" fmla="*/ 157 w 193"/>
                <a:gd name="T53" fmla="*/ 115 h 237"/>
                <a:gd name="T54" fmla="*/ 153 w 193"/>
                <a:gd name="T55" fmla="*/ 106 h 237"/>
                <a:gd name="T56" fmla="*/ 151 w 193"/>
                <a:gd name="T57" fmla="*/ 93 h 237"/>
                <a:gd name="T58" fmla="*/ 157 w 193"/>
                <a:gd name="T59" fmla="*/ 84 h 237"/>
                <a:gd name="T60" fmla="*/ 149 w 193"/>
                <a:gd name="T61" fmla="*/ 66 h 237"/>
                <a:gd name="T62" fmla="*/ 146 w 193"/>
                <a:gd name="T63" fmla="*/ 59 h 237"/>
                <a:gd name="T64" fmla="*/ 137 w 193"/>
                <a:gd name="T65" fmla="*/ 60 h 237"/>
                <a:gd name="T66" fmla="*/ 124 w 193"/>
                <a:gd name="T67" fmla="*/ 57 h 237"/>
                <a:gd name="T68" fmla="*/ 113 w 193"/>
                <a:gd name="T69" fmla="*/ 49 h 237"/>
                <a:gd name="T70" fmla="*/ 104 w 193"/>
                <a:gd name="T71" fmla="*/ 42 h 237"/>
                <a:gd name="T72" fmla="*/ 93 w 193"/>
                <a:gd name="T73" fmla="*/ 33 h 237"/>
                <a:gd name="T74" fmla="*/ 87 w 193"/>
                <a:gd name="T75" fmla="*/ 31 h 237"/>
                <a:gd name="T76" fmla="*/ 82 w 193"/>
                <a:gd name="T77" fmla="*/ 33 h 237"/>
                <a:gd name="T78" fmla="*/ 69 w 193"/>
                <a:gd name="T79" fmla="*/ 28 h 237"/>
                <a:gd name="T80" fmla="*/ 67 w 193"/>
                <a:gd name="T81" fmla="*/ 17 h 237"/>
                <a:gd name="T82" fmla="*/ 69 w 193"/>
                <a:gd name="T83" fmla="*/ 0 h 237"/>
                <a:gd name="T84" fmla="*/ 53 w 193"/>
                <a:gd name="T85" fmla="*/ 2 h 237"/>
                <a:gd name="T86" fmla="*/ 38 w 193"/>
                <a:gd name="T87" fmla="*/ 9 h 237"/>
                <a:gd name="T88" fmla="*/ 20 w 193"/>
                <a:gd name="T89" fmla="*/ 26 h 237"/>
                <a:gd name="T90" fmla="*/ 18 w 193"/>
                <a:gd name="T91" fmla="*/ 28 h 237"/>
                <a:gd name="T92" fmla="*/ 18 w 193"/>
                <a:gd name="T93" fmla="*/ 31 h 237"/>
                <a:gd name="T94" fmla="*/ 9 w 193"/>
                <a:gd name="T95" fmla="*/ 33 h 237"/>
                <a:gd name="T96" fmla="*/ 4 w 193"/>
                <a:gd name="T97" fmla="*/ 33 h 237"/>
                <a:gd name="T98" fmla="*/ 7 w 193"/>
                <a:gd name="T99" fmla="*/ 66 h 237"/>
                <a:gd name="T100" fmla="*/ 5 w 193"/>
                <a:gd name="T101" fmla="*/ 75 h 237"/>
                <a:gd name="T102" fmla="*/ 9 w 193"/>
                <a:gd name="T103" fmla="*/ 88 h 237"/>
                <a:gd name="T104" fmla="*/ 7 w 193"/>
                <a:gd name="T105" fmla="*/ 93 h 237"/>
                <a:gd name="T106" fmla="*/ 11 w 193"/>
                <a:gd name="T107" fmla="*/ 9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3" h="237">
                  <a:moveTo>
                    <a:pt x="11" y="99"/>
                  </a:moveTo>
                  <a:lnTo>
                    <a:pt x="14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2" y="110"/>
                  </a:lnTo>
                  <a:lnTo>
                    <a:pt x="22" y="110"/>
                  </a:lnTo>
                  <a:lnTo>
                    <a:pt x="24" y="111"/>
                  </a:lnTo>
                  <a:lnTo>
                    <a:pt x="22" y="110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3" y="110"/>
                  </a:lnTo>
                  <a:lnTo>
                    <a:pt x="14" y="113"/>
                  </a:lnTo>
                  <a:lnTo>
                    <a:pt x="13" y="117"/>
                  </a:lnTo>
                  <a:lnTo>
                    <a:pt x="4" y="130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9" y="148"/>
                  </a:lnTo>
                  <a:lnTo>
                    <a:pt x="11" y="153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20" y="162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24" y="173"/>
                  </a:lnTo>
                  <a:lnTo>
                    <a:pt x="25" y="182"/>
                  </a:lnTo>
                  <a:lnTo>
                    <a:pt x="25" y="182"/>
                  </a:lnTo>
                  <a:lnTo>
                    <a:pt x="27" y="190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201"/>
                  </a:lnTo>
                  <a:lnTo>
                    <a:pt x="33" y="206"/>
                  </a:lnTo>
                  <a:lnTo>
                    <a:pt x="33" y="213"/>
                  </a:lnTo>
                  <a:lnTo>
                    <a:pt x="35" y="228"/>
                  </a:lnTo>
                  <a:lnTo>
                    <a:pt x="44" y="23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60" y="224"/>
                  </a:lnTo>
                  <a:lnTo>
                    <a:pt x="69" y="226"/>
                  </a:lnTo>
                  <a:lnTo>
                    <a:pt x="80" y="226"/>
                  </a:lnTo>
                  <a:lnTo>
                    <a:pt x="80" y="226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24"/>
                  </a:lnTo>
                  <a:lnTo>
                    <a:pt x="95" y="224"/>
                  </a:lnTo>
                  <a:lnTo>
                    <a:pt x="96" y="226"/>
                  </a:lnTo>
                  <a:lnTo>
                    <a:pt x="120" y="226"/>
                  </a:lnTo>
                  <a:lnTo>
                    <a:pt x="129" y="202"/>
                  </a:lnTo>
                  <a:lnTo>
                    <a:pt x="129" y="197"/>
                  </a:lnTo>
                  <a:lnTo>
                    <a:pt x="129" y="197"/>
                  </a:lnTo>
                  <a:lnTo>
                    <a:pt x="133" y="193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40" y="177"/>
                  </a:lnTo>
                  <a:lnTo>
                    <a:pt x="144" y="171"/>
                  </a:lnTo>
                  <a:lnTo>
                    <a:pt x="164" y="170"/>
                  </a:lnTo>
                  <a:lnTo>
                    <a:pt x="178" y="173"/>
                  </a:lnTo>
                  <a:lnTo>
                    <a:pt x="188" y="181"/>
                  </a:lnTo>
                  <a:lnTo>
                    <a:pt x="191" y="179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9" y="166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93" y="144"/>
                  </a:lnTo>
                  <a:lnTo>
                    <a:pt x="189" y="139"/>
                  </a:lnTo>
                  <a:lnTo>
                    <a:pt x="186" y="135"/>
                  </a:lnTo>
                  <a:lnTo>
                    <a:pt x="186" y="135"/>
                  </a:lnTo>
                  <a:lnTo>
                    <a:pt x="182" y="131"/>
                  </a:lnTo>
                  <a:lnTo>
                    <a:pt x="180" y="130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8" y="117"/>
                  </a:lnTo>
                  <a:lnTo>
                    <a:pt x="180" y="113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7" y="111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49" y="99"/>
                  </a:lnTo>
                  <a:lnTo>
                    <a:pt x="149" y="95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49" y="66"/>
                  </a:lnTo>
                  <a:lnTo>
                    <a:pt x="148" y="60"/>
                  </a:lnTo>
                  <a:lnTo>
                    <a:pt x="148" y="60"/>
                  </a:lnTo>
                  <a:lnTo>
                    <a:pt x="146" y="59"/>
                  </a:lnTo>
                  <a:lnTo>
                    <a:pt x="142" y="59"/>
                  </a:lnTo>
                  <a:lnTo>
                    <a:pt x="137" y="60"/>
                  </a:lnTo>
                  <a:lnTo>
                    <a:pt x="137" y="60"/>
                  </a:lnTo>
                  <a:lnTo>
                    <a:pt x="131" y="59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0" y="57"/>
                  </a:lnTo>
                  <a:lnTo>
                    <a:pt x="118" y="55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09" y="46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98" y="39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69" y="28"/>
                  </a:lnTo>
                  <a:lnTo>
                    <a:pt x="66" y="20"/>
                  </a:lnTo>
                  <a:lnTo>
                    <a:pt x="66" y="20"/>
                  </a:lnTo>
                  <a:lnTo>
                    <a:pt x="67" y="17"/>
                  </a:lnTo>
                  <a:lnTo>
                    <a:pt x="69" y="11"/>
                  </a:lnTo>
                  <a:lnTo>
                    <a:pt x="73" y="4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3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38" y="9"/>
                  </a:lnTo>
                  <a:lnTo>
                    <a:pt x="33" y="15"/>
                  </a:lnTo>
                  <a:lnTo>
                    <a:pt x="25" y="24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31"/>
                  </a:lnTo>
                  <a:lnTo>
                    <a:pt x="14" y="33"/>
                  </a:lnTo>
                  <a:lnTo>
                    <a:pt x="11" y="3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11" y="5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5" y="69"/>
                  </a:lnTo>
                  <a:lnTo>
                    <a:pt x="5" y="7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90"/>
                  </a:lnTo>
                  <a:lnTo>
                    <a:pt x="7" y="93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9"/>
                  </a:lnTo>
                  <a:lnTo>
                    <a:pt x="11" y="9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3" name="Freeform 447">
              <a:extLst>
                <a:ext uri="{FF2B5EF4-FFF2-40B4-BE49-F238E27FC236}">
                  <a16:creationId xmlns:a16="http://schemas.microsoft.com/office/drawing/2014/main" id="{1FEB2BDB-7F7E-4E47-9119-C183F8C0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3069" y="3219897"/>
              <a:ext cx="69702" cy="40042"/>
            </a:xfrm>
            <a:custGeom>
              <a:avLst/>
              <a:gdLst>
                <a:gd name="T0" fmla="*/ 0 w 47"/>
                <a:gd name="T1" fmla="*/ 14 h 27"/>
                <a:gd name="T2" fmla="*/ 0 w 47"/>
                <a:gd name="T3" fmla="*/ 20 h 27"/>
                <a:gd name="T4" fmla="*/ 5 w 47"/>
                <a:gd name="T5" fmla="*/ 27 h 27"/>
                <a:gd name="T6" fmla="*/ 11 w 47"/>
                <a:gd name="T7" fmla="*/ 25 h 27"/>
                <a:gd name="T8" fmla="*/ 20 w 47"/>
                <a:gd name="T9" fmla="*/ 23 h 27"/>
                <a:gd name="T10" fmla="*/ 29 w 47"/>
                <a:gd name="T11" fmla="*/ 27 h 27"/>
                <a:gd name="T12" fmla="*/ 44 w 47"/>
                <a:gd name="T13" fmla="*/ 27 h 27"/>
                <a:gd name="T14" fmla="*/ 47 w 47"/>
                <a:gd name="T15" fmla="*/ 23 h 27"/>
                <a:gd name="T16" fmla="*/ 47 w 47"/>
                <a:gd name="T17" fmla="*/ 16 h 27"/>
                <a:gd name="T18" fmla="*/ 45 w 47"/>
                <a:gd name="T19" fmla="*/ 5 h 27"/>
                <a:gd name="T20" fmla="*/ 34 w 47"/>
                <a:gd name="T21" fmla="*/ 3 h 27"/>
                <a:gd name="T22" fmla="*/ 27 w 47"/>
                <a:gd name="T23" fmla="*/ 3 h 27"/>
                <a:gd name="T24" fmla="*/ 20 w 47"/>
                <a:gd name="T25" fmla="*/ 0 h 27"/>
                <a:gd name="T26" fmla="*/ 11 w 47"/>
                <a:gd name="T27" fmla="*/ 2 h 27"/>
                <a:gd name="T28" fmla="*/ 5 w 47"/>
                <a:gd name="T29" fmla="*/ 5 h 27"/>
                <a:gd name="T30" fmla="*/ 0 w 47"/>
                <a:gd name="T3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27">
                  <a:moveTo>
                    <a:pt x="0" y="14"/>
                  </a:moveTo>
                  <a:lnTo>
                    <a:pt x="0" y="20"/>
                  </a:lnTo>
                  <a:lnTo>
                    <a:pt x="5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29" y="27"/>
                  </a:lnTo>
                  <a:lnTo>
                    <a:pt x="44" y="27"/>
                  </a:lnTo>
                  <a:lnTo>
                    <a:pt x="47" y="23"/>
                  </a:lnTo>
                  <a:lnTo>
                    <a:pt x="47" y="16"/>
                  </a:lnTo>
                  <a:lnTo>
                    <a:pt x="45" y="5"/>
                  </a:lnTo>
                  <a:lnTo>
                    <a:pt x="34" y="3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1" y="2"/>
                  </a:lnTo>
                  <a:lnTo>
                    <a:pt x="5" y="5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4" name="Freeform 448">
              <a:extLst>
                <a:ext uri="{FF2B5EF4-FFF2-40B4-BE49-F238E27FC236}">
                  <a16:creationId xmlns:a16="http://schemas.microsoft.com/office/drawing/2014/main" id="{E85A0A3A-6C4D-4684-B13B-736E44C74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482" y="3679629"/>
              <a:ext cx="65252" cy="194274"/>
            </a:xfrm>
            <a:custGeom>
              <a:avLst/>
              <a:gdLst>
                <a:gd name="T0" fmla="*/ 18 w 44"/>
                <a:gd name="T1" fmla="*/ 129 h 131"/>
                <a:gd name="T2" fmla="*/ 31 w 44"/>
                <a:gd name="T3" fmla="*/ 125 h 131"/>
                <a:gd name="T4" fmla="*/ 33 w 44"/>
                <a:gd name="T5" fmla="*/ 112 h 131"/>
                <a:gd name="T6" fmla="*/ 33 w 44"/>
                <a:gd name="T7" fmla="*/ 105 h 131"/>
                <a:gd name="T8" fmla="*/ 31 w 44"/>
                <a:gd name="T9" fmla="*/ 100 h 131"/>
                <a:gd name="T10" fmla="*/ 29 w 44"/>
                <a:gd name="T11" fmla="*/ 96 h 131"/>
                <a:gd name="T12" fmla="*/ 31 w 44"/>
                <a:gd name="T13" fmla="*/ 83 h 131"/>
                <a:gd name="T14" fmla="*/ 31 w 44"/>
                <a:gd name="T15" fmla="*/ 78 h 131"/>
                <a:gd name="T16" fmla="*/ 31 w 44"/>
                <a:gd name="T17" fmla="*/ 72 h 131"/>
                <a:gd name="T18" fmla="*/ 33 w 44"/>
                <a:gd name="T19" fmla="*/ 72 h 131"/>
                <a:gd name="T20" fmla="*/ 36 w 44"/>
                <a:gd name="T21" fmla="*/ 72 h 131"/>
                <a:gd name="T22" fmla="*/ 35 w 44"/>
                <a:gd name="T23" fmla="*/ 67 h 131"/>
                <a:gd name="T24" fmla="*/ 35 w 44"/>
                <a:gd name="T25" fmla="*/ 65 h 131"/>
                <a:gd name="T26" fmla="*/ 38 w 44"/>
                <a:gd name="T27" fmla="*/ 60 h 131"/>
                <a:gd name="T28" fmla="*/ 40 w 44"/>
                <a:gd name="T29" fmla="*/ 56 h 131"/>
                <a:gd name="T30" fmla="*/ 40 w 44"/>
                <a:gd name="T31" fmla="*/ 51 h 131"/>
                <a:gd name="T32" fmla="*/ 44 w 44"/>
                <a:gd name="T33" fmla="*/ 45 h 131"/>
                <a:gd name="T34" fmla="*/ 44 w 44"/>
                <a:gd name="T35" fmla="*/ 43 h 131"/>
                <a:gd name="T36" fmla="*/ 42 w 44"/>
                <a:gd name="T37" fmla="*/ 38 h 131"/>
                <a:gd name="T38" fmla="*/ 44 w 44"/>
                <a:gd name="T39" fmla="*/ 34 h 131"/>
                <a:gd name="T40" fmla="*/ 44 w 44"/>
                <a:gd name="T41" fmla="*/ 27 h 131"/>
                <a:gd name="T42" fmla="*/ 42 w 44"/>
                <a:gd name="T43" fmla="*/ 25 h 131"/>
                <a:gd name="T44" fmla="*/ 38 w 44"/>
                <a:gd name="T45" fmla="*/ 21 h 131"/>
                <a:gd name="T46" fmla="*/ 40 w 44"/>
                <a:gd name="T47" fmla="*/ 20 h 131"/>
                <a:gd name="T48" fmla="*/ 40 w 44"/>
                <a:gd name="T49" fmla="*/ 14 h 131"/>
                <a:gd name="T50" fmla="*/ 31 w 44"/>
                <a:gd name="T51" fmla="*/ 7 h 131"/>
                <a:gd name="T52" fmla="*/ 31 w 44"/>
                <a:gd name="T53" fmla="*/ 3 h 131"/>
                <a:gd name="T54" fmla="*/ 29 w 44"/>
                <a:gd name="T55" fmla="*/ 0 h 131"/>
                <a:gd name="T56" fmla="*/ 24 w 44"/>
                <a:gd name="T57" fmla="*/ 0 h 131"/>
                <a:gd name="T58" fmla="*/ 15 w 44"/>
                <a:gd name="T59" fmla="*/ 7 h 131"/>
                <a:gd name="T60" fmla="*/ 15 w 44"/>
                <a:gd name="T61" fmla="*/ 9 h 131"/>
                <a:gd name="T62" fmla="*/ 13 w 44"/>
                <a:gd name="T63" fmla="*/ 12 h 131"/>
                <a:gd name="T64" fmla="*/ 7 w 44"/>
                <a:gd name="T65" fmla="*/ 16 h 131"/>
                <a:gd name="T66" fmla="*/ 6 w 44"/>
                <a:gd name="T67" fmla="*/ 20 h 131"/>
                <a:gd name="T68" fmla="*/ 6 w 44"/>
                <a:gd name="T69" fmla="*/ 21 h 131"/>
                <a:gd name="T70" fmla="*/ 0 w 44"/>
                <a:gd name="T71" fmla="*/ 38 h 131"/>
                <a:gd name="T72" fmla="*/ 11 w 44"/>
                <a:gd name="T73" fmla="*/ 40 h 131"/>
                <a:gd name="T74" fmla="*/ 13 w 44"/>
                <a:gd name="T75" fmla="*/ 51 h 131"/>
                <a:gd name="T76" fmla="*/ 13 w 44"/>
                <a:gd name="T77" fmla="*/ 58 h 131"/>
                <a:gd name="T78" fmla="*/ 15 w 44"/>
                <a:gd name="T79" fmla="*/ 60 h 131"/>
                <a:gd name="T80" fmla="*/ 15 w 44"/>
                <a:gd name="T81" fmla="*/ 67 h 131"/>
                <a:gd name="T82" fmla="*/ 15 w 44"/>
                <a:gd name="T83" fmla="*/ 72 h 131"/>
                <a:gd name="T84" fmla="*/ 13 w 44"/>
                <a:gd name="T85" fmla="*/ 80 h 131"/>
                <a:gd name="T86" fmla="*/ 15 w 44"/>
                <a:gd name="T87" fmla="*/ 87 h 131"/>
                <a:gd name="T88" fmla="*/ 13 w 44"/>
                <a:gd name="T89" fmla="*/ 100 h 131"/>
                <a:gd name="T90" fmla="*/ 11 w 44"/>
                <a:gd name="T91" fmla="*/ 105 h 131"/>
                <a:gd name="T92" fmla="*/ 13 w 44"/>
                <a:gd name="T93" fmla="*/ 111 h 131"/>
                <a:gd name="T94" fmla="*/ 13 w 44"/>
                <a:gd name="T95" fmla="*/ 120 h 131"/>
                <a:gd name="T96" fmla="*/ 13 w 44"/>
                <a:gd name="T97" fmla="*/ 122 h 131"/>
                <a:gd name="T98" fmla="*/ 15 w 44"/>
                <a:gd name="T99" fmla="*/ 125 h 131"/>
                <a:gd name="T100" fmla="*/ 18 w 44"/>
                <a:gd name="T101" fmla="*/ 12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131">
                  <a:moveTo>
                    <a:pt x="18" y="129"/>
                  </a:moveTo>
                  <a:lnTo>
                    <a:pt x="18" y="129"/>
                  </a:lnTo>
                  <a:lnTo>
                    <a:pt x="24" y="127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05"/>
                  </a:lnTo>
                  <a:lnTo>
                    <a:pt x="33" y="103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6"/>
                  </a:lnTo>
                  <a:lnTo>
                    <a:pt x="31" y="89"/>
                  </a:lnTo>
                  <a:lnTo>
                    <a:pt x="31" y="8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3" y="72"/>
                  </a:lnTo>
                  <a:lnTo>
                    <a:pt x="35" y="72"/>
                  </a:lnTo>
                  <a:lnTo>
                    <a:pt x="36" y="72"/>
                  </a:lnTo>
                  <a:lnTo>
                    <a:pt x="36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0" y="5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3"/>
                  </a:lnTo>
                  <a:lnTo>
                    <a:pt x="44" y="41"/>
                  </a:lnTo>
                  <a:lnTo>
                    <a:pt x="42" y="38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4" y="29"/>
                  </a:lnTo>
                  <a:lnTo>
                    <a:pt x="44" y="27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16"/>
                  </a:lnTo>
                  <a:lnTo>
                    <a:pt x="40" y="14"/>
                  </a:lnTo>
                  <a:lnTo>
                    <a:pt x="40" y="1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3" y="45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2"/>
                  </a:lnTo>
                  <a:lnTo>
                    <a:pt x="15" y="72"/>
                  </a:lnTo>
                  <a:lnTo>
                    <a:pt x="13" y="76"/>
                  </a:lnTo>
                  <a:lnTo>
                    <a:pt x="13" y="80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9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5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3" y="116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3" y="122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6" y="131"/>
                  </a:lnTo>
                  <a:lnTo>
                    <a:pt x="18" y="1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5" name="Freeform 449">
              <a:extLst>
                <a:ext uri="{FF2B5EF4-FFF2-40B4-BE49-F238E27FC236}">
                  <a16:creationId xmlns:a16="http://schemas.microsoft.com/office/drawing/2014/main" id="{8D4D5127-D15B-4184-BBD7-2886AEE9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506" y="2270775"/>
              <a:ext cx="174995" cy="164614"/>
            </a:xfrm>
            <a:custGeom>
              <a:avLst/>
              <a:gdLst>
                <a:gd name="T0" fmla="*/ 36 w 118"/>
                <a:gd name="T1" fmla="*/ 19 h 111"/>
                <a:gd name="T2" fmla="*/ 44 w 118"/>
                <a:gd name="T3" fmla="*/ 17 h 111"/>
                <a:gd name="T4" fmla="*/ 49 w 118"/>
                <a:gd name="T5" fmla="*/ 11 h 111"/>
                <a:gd name="T6" fmla="*/ 53 w 118"/>
                <a:gd name="T7" fmla="*/ 4 h 111"/>
                <a:gd name="T8" fmla="*/ 58 w 118"/>
                <a:gd name="T9" fmla="*/ 2 h 111"/>
                <a:gd name="T10" fmla="*/ 65 w 118"/>
                <a:gd name="T11" fmla="*/ 0 h 111"/>
                <a:gd name="T12" fmla="*/ 67 w 118"/>
                <a:gd name="T13" fmla="*/ 4 h 111"/>
                <a:gd name="T14" fmla="*/ 69 w 118"/>
                <a:gd name="T15" fmla="*/ 6 h 111"/>
                <a:gd name="T16" fmla="*/ 76 w 118"/>
                <a:gd name="T17" fmla="*/ 4 h 111"/>
                <a:gd name="T18" fmla="*/ 84 w 118"/>
                <a:gd name="T19" fmla="*/ 6 h 111"/>
                <a:gd name="T20" fmla="*/ 93 w 118"/>
                <a:gd name="T21" fmla="*/ 11 h 111"/>
                <a:gd name="T22" fmla="*/ 96 w 118"/>
                <a:gd name="T23" fmla="*/ 15 h 111"/>
                <a:gd name="T24" fmla="*/ 98 w 118"/>
                <a:gd name="T25" fmla="*/ 20 h 111"/>
                <a:gd name="T26" fmla="*/ 102 w 118"/>
                <a:gd name="T27" fmla="*/ 30 h 111"/>
                <a:gd name="T28" fmla="*/ 102 w 118"/>
                <a:gd name="T29" fmla="*/ 40 h 111"/>
                <a:gd name="T30" fmla="*/ 106 w 118"/>
                <a:gd name="T31" fmla="*/ 46 h 111"/>
                <a:gd name="T32" fmla="*/ 115 w 118"/>
                <a:gd name="T33" fmla="*/ 55 h 111"/>
                <a:gd name="T34" fmla="*/ 117 w 118"/>
                <a:gd name="T35" fmla="*/ 66 h 111"/>
                <a:gd name="T36" fmla="*/ 111 w 118"/>
                <a:gd name="T37" fmla="*/ 68 h 111"/>
                <a:gd name="T38" fmla="*/ 104 w 118"/>
                <a:gd name="T39" fmla="*/ 68 h 111"/>
                <a:gd name="T40" fmla="*/ 107 w 118"/>
                <a:gd name="T41" fmla="*/ 73 h 111"/>
                <a:gd name="T42" fmla="*/ 111 w 118"/>
                <a:gd name="T43" fmla="*/ 77 h 111"/>
                <a:gd name="T44" fmla="*/ 104 w 118"/>
                <a:gd name="T45" fmla="*/ 97 h 111"/>
                <a:gd name="T46" fmla="*/ 100 w 118"/>
                <a:gd name="T47" fmla="*/ 102 h 111"/>
                <a:gd name="T48" fmla="*/ 98 w 118"/>
                <a:gd name="T49" fmla="*/ 110 h 111"/>
                <a:gd name="T50" fmla="*/ 87 w 118"/>
                <a:gd name="T51" fmla="*/ 108 h 111"/>
                <a:gd name="T52" fmla="*/ 78 w 118"/>
                <a:gd name="T53" fmla="*/ 106 h 111"/>
                <a:gd name="T54" fmla="*/ 75 w 118"/>
                <a:gd name="T55" fmla="*/ 108 h 111"/>
                <a:gd name="T56" fmla="*/ 67 w 118"/>
                <a:gd name="T57" fmla="*/ 106 h 111"/>
                <a:gd name="T58" fmla="*/ 65 w 118"/>
                <a:gd name="T59" fmla="*/ 111 h 111"/>
                <a:gd name="T60" fmla="*/ 58 w 118"/>
                <a:gd name="T61" fmla="*/ 106 h 111"/>
                <a:gd name="T62" fmla="*/ 44 w 118"/>
                <a:gd name="T63" fmla="*/ 106 h 111"/>
                <a:gd name="T64" fmla="*/ 27 w 118"/>
                <a:gd name="T65" fmla="*/ 104 h 111"/>
                <a:gd name="T66" fmla="*/ 14 w 118"/>
                <a:gd name="T67" fmla="*/ 104 h 111"/>
                <a:gd name="T68" fmla="*/ 9 w 118"/>
                <a:gd name="T69" fmla="*/ 108 h 111"/>
                <a:gd name="T70" fmla="*/ 4 w 118"/>
                <a:gd name="T71" fmla="*/ 104 h 111"/>
                <a:gd name="T72" fmla="*/ 0 w 118"/>
                <a:gd name="T73" fmla="*/ 93 h 111"/>
                <a:gd name="T74" fmla="*/ 4 w 118"/>
                <a:gd name="T75" fmla="*/ 86 h 111"/>
                <a:gd name="T76" fmla="*/ 4 w 118"/>
                <a:gd name="T77" fmla="*/ 79 h 111"/>
                <a:gd name="T78" fmla="*/ 0 w 118"/>
                <a:gd name="T79" fmla="*/ 66 h 111"/>
                <a:gd name="T80" fmla="*/ 14 w 118"/>
                <a:gd name="T81" fmla="*/ 62 h 111"/>
                <a:gd name="T82" fmla="*/ 18 w 118"/>
                <a:gd name="T83" fmla="*/ 60 h 111"/>
                <a:gd name="T84" fmla="*/ 25 w 118"/>
                <a:gd name="T85" fmla="*/ 57 h 111"/>
                <a:gd name="T86" fmla="*/ 25 w 118"/>
                <a:gd name="T87" fmla="*/ 42 h 111"/>
                <a:gd name="T88" fmla="*/ 31 w 118"/>
                <a:gd name="T89" fmla="*/ 33 h 111"/>
                <a:gd name="T90" fmla="*/ 33 w 118"/>
                <a:gd name="T91" fmla="*/ 2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1">
                  <a:moveTo>
                    <a:pt x="33" y="24"/>
                  </a:moveTo>
                  <a:lnTo>
                    <a:pt x="33" y="24"/>
                  </a:lnTo>
                  <a:lnTo>
                    <a:pt x="36" y="19"/>
                  </a:lnTo>
                  <a:lnTo>
                    <a:pt x="40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7" y="19"/>
                  </a:lnTo>
                  <a:lnTo>
                    <a:pt x="49" y="17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4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9" y="8"/>
                  </a:lnTo>
                  <a:lnTo>
                    <a:pt x="93" y="9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7"/>
                  </a:lnTo>
                  <a:lnTo>
                    <a:pt x="98" y="20"/>
                  </a:lnTo>
                  <a:lnTo>
                    <a:pt x="98" y="20"/>
                  </a:lnTo>
                  <a:lnTo>
                    <a:pt x="100" y="24"/>
                  </a:lnTo>
                  <a:lnTo>
                    <a:pt x="100" y="26"/>
                  </a:lnTo>
                  <a:lnTo>
                    <a:pt x="102" y="30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06" y="46"/>
                  </a:lnTo>
                  <a:lnTo>
                    <a:pt x="106" y="46"/>
                  </a:lnTo>
                  <a:lnTo>
                    <a:pt x="111" y="50"/>
                  </a:lnTo>
                  <a:lnTo>
                    <a:pt x="113" y="51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8" y="62"/>
                  </a:lnTo>
                  <a:lnTo>
                    <a:pt x="117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1" y="68"/>
                  </a:lnTo>
                  <a:lnTo>
                    <a:pt x="109" y="66"/>
                  </a:lnTo>
                  <a:lnTo>
                    <a:pt x="107" y="66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7" y="73"/>
                  </a:lnTo>
                  <a:lnTo>
                    <a:pt x="109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1" y="97"/>
                  </a:lnTo>
                  <a:lnTo>
                    <a:pt x="111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2" y="99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5" y="108"/>
                  </a:lnTo>
                  <a:lnTo>
                    <a:pt x="95" y="108"/>
                  </a:lnTo>
                  <a:lnTo>
                    <a:pt x="87" y="108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78" y="106"/>
                  </a:lnTo>
                  <a:lnTo>
                    <a:pt x="76" y="106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5" y="108"/>
                  </a:lnTo>
                  <a:lnTo>
                    <a:pt x="65" y="111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1" y="108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27" y="104"/>
                  </a:lnTo>
                  <a:lnTo>
                    <a:pt x="27" y="104"/>
                  </a:lnTo>
                  <a:lnTo>
                    <a:pt x="20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3" y="108"/>
                  </a:lnTo>
                  <a:lnTo>
                    <a:pt x="11" y="110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5" y="104"/>
                  </a:lnTo>
                  <a:lnTo>
                    <a:pt x="4" y="104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5" y="82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6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6" y="62"/>
                  </a:lnTo>
                  <a:lnTo>
                    <a:pt x="18" y="60"/>
                  </a:lnTo>
                  <a:lnTo>
                    <a:pt x="18" y="57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48"/>
                  </a:lnTo>
                  <a:lnTo>
                    <a:pt x="25" y="48"/>
                  </a:lnTo>
                  <a:lnTo>
                    <a:pt x="25" y="42"/>
                  </a:lnTo>
                  <a:lnTo>
                    <a:pt x="25" y="39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3" y="24"/>
                  </a:lnTo>
                  <a:lnTo>
                    <a:pt x="3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6" name="Freeform 450">
              <a:extLst>
                <a:ext uri="{FF2B5EF4-FFF2-40B4-BE49-F238E27FC236}">
                  <a16:creationId xmlns:a16="http://schemas.microsoft.com/office/drawing/2014/main" id="{9AC87F86-B8C3-4FB0-B736-52B94D4A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267" y="3512050"/>
              <a:ext cx="28178" cy="72668"/>
            </a:xfrm>
            <a:custGeom>
              <a:avLst/>
              <a:gdLst>
                <a:gd name="T0" fmla="*/ 13 w 19"/>
                <a:gd name="T1" fmla="*/ 0 h 49"/>
                <a:gd name="T2" fmla="*/ 13 w 19"/>
                <a:gd name="T3" fmla="*/ 0 h 49"/>
                <a:gd name="T4" fmla="*/ 11 w 19"/>
                <a:gd name="T5" fmla="*/ 0 h 49"/>
                <a:gd name="T6" fmla="*/ 8 w 19"/>
                <a:gd name="T7" fmla="*/ 0 h 49"/>
                <a:gd name="T8" fmla="*/ 6 w 19"/>
                <a:gd name="T9" fmla="*/ 1 h 49"/>
                <a:gd name="T10" fmla="*/ 0 w 19"/>
                <a:gd name="T11" fmla="*/ 5 h 49"/>
                <a:gd name="T12" fmla="*/ 0 w 19"/>
                <a:gd name="T13" fmla="*/ 49 h 49"/>
                <a:gd name="T14" fmla="*/ 10 w 19"/>
                <a:gd name="T15" fmla="*/ 49 h 49"/>
                <a:gd name="T16" fmla="*/ 10 w 19"/>
                <a:gd name="T17" fmla="*/ 49 h 49"/>
                <a:gd name="T18" fmla="*/ 17 w 19"/>
                <a:gd name="T19" fmla="*/ 25 h 49"/>
                <a:gd name="T20" fmla="*/ 19 w 19"/>
                <a:gd name="T21" fmla="*/ 14 h 49"/>
                <a:gd name="T22" fmla="*/ 19 w 19"/>
                <a:gd name="T23" fmla="*/ 5 h 49"/>
                <a:gd name="T24" fmla="*/ 19 w 19"/>
                <a:gd name="T25" fmla="*/ 5 h 49"/>
                <a:gd name="T26" fmla="*/ 15 w 19"/>
                <a:gd name="T27" fmla="*/ 0 h 49"/>
                <a:gd name="T28" fmla="*/ 13 w 19"/>
                <a:gd name="T2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0" y="5"/>
                  </a:lnTo>
                  <a:lnTo>
                    <a:pt x="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25"/>
                  </a:lnTo>
                  <a:lnTo>
                    <a:pt x="19" y="1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7" name="Freeform 451">
              <a:extLst>
                <a:ext uri="{FF2B5EF4-FFF2-40B4-BE49-F238E27FC236}">
                  <a16:creationId xmlns:a16="http://schemas.microsoft.com/office/drawing/2014/main" id="{393AA2A2-5225-4C84-84CF-C9F3D68D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074" y="2451701"/>
              <a:ext cx="91946" cy="60804"/>
            </a:xfrm>
            <a:custGeom>
              <a:avLst/>
              <a:gdLst>
                <a:gd name="T0" fmla="*/ 3 w 62"/>
                <a:gd name="T1" fmla="*/ 8 h 41"/>
                <a:gd name="T2" fmla="*/ 5 w 62"/>
                <a:gd name="T3" fmla="*/ 8 h 41"/>
                <a:gd name="T4" fmla="*/ 7 w 62"/>
                <a:gd name="T5" fmla="*/ 10 h 41"/>
                <a:gd name="T6" fmla="*/ 9 w 62"/>
                <a:gd name="T7" fmla="*/ 17 h 41"/>
                <a:gd name="T8" fmla="*/ 11 w 62"/>
                <a:gd name="T9" fmla="*/ 17 h 41"/>
                <a:gd name="T10" fmla="*/ 16 w 62"/>
                <a:gd name="T11" fmla="*/ 22 h 41"/>
                <a:gd name="T12" fmla="*/ 22 w 62"/>
                <a:gd name="T13" fmla="*/ 24 h 41"/>
                <a:gd name="T14" fmla="*/ 23 w 62"/>
                <a:gd name="T15" fmla="*/ 22 h 41"/>
                <a:gd name="T16" fmla="*/ 27 w 62"/>
                <a:gd name="T17" fmla="*/ 30 h 41"/>
                <a:gd name="T18" fmla="*/ 31 w 62"/>
                <a:gd name="T19" fmla="*/ 33 h 41"/>
                <a:gd name="T20" fmla="*/ 34 w 62"/>
                <a:gd name="T21" fmla="*/ 33 h 41"/>
                <a:gd name="T22" fmla="*/ 40 w 62"/>
                <a:gd name="T23" fmla="*/ 33 h 41"/>
                <a:gd name="T24" fmla="*/ 42 w 62"/>
                <a:gd name="T25" fmla="*/ 33 h 41"/>
                <a:gd name="T26" fmla="*/ 42 w 62"/>
                <a:gd name="T27" fmla="*/ 39 h 41"/>
                <a:gd name="T28" fmla="*/ 45 w 62"/>
                <a:gd name="T29" fmla="*/ 41 h 41"/>
                <a:gd name="T30" fmla="*/ 49 w 62"/>
                <a:gd name="T31" fmla="*/ 41 h 41"/>
                <a:gd name="T32" fmla="*/ 56 w 62"/>
                <a:gd name="T33" fmla="*/ 39 h 41"/>
                <a:gd name="T34" fmla="*/ 58 w 62"/>
                <a:gd name="T35" fmla="*/ 37 h 41"/>
                <a:gd name="T36" fmla="*/ 58 w 62"/>
                <a:gd name="T37" fmla="*/ 31 h 41"/>
                <a:gd name="T38" fmla="*/ 62 w 62"/>
                <a:gd name="T39" fmla="*/ 30 h 41"/>
                <a:gd name="T40" fmla="*/ 62 w 62"/>
                <a:gd name="T41" fmla="*/ 22 h 41"/>
                <a:gd name="T42" fmla="*/ 60 w 62"/>
                <a:gd name="T43" fmla="*/ 19 h 41"/>
                <a:gd name="T44" fmla="*/ 60 w 62"/>
                <a:gd name="T45" fmla="*/ 15 h 41"/>
                <a:gd name="T46" fmla="*/ 62 w 62"/>
                <a:gd name="T47" fmla="*/ 13 h 41"/>
                <a:gd name="T48" fmla="*/ 56 w 62"/>
                <a:gd name="T49" fmla="*/ 11 h 41"/>
                <a:gd name="T50" fmla="*/ 54 w 62"/>
                <a:gd name="T51" fmla="*/ 10 h 41"/>
                <a:gd name="T52" fmla="*/ 49 w 62"/>
                <a:gd name="T53" fmla="*/ 8 h 41"/>
                <a:gd name="T54" fmla="*/ 47 w 62"/>
                <a:gd name="T55" fmla="*/ 6 h 41"/>
                <a:gd name="T56" fmla="*/ 45 w 62"/>
                <a:gd name="T57" fmla="*/ 4 h 41"/>
                <a:gd name="T58" fmla="*/ 40 w 62"/>
                <a:gd name="T59" fmla="*/ 4 h 41"/>
                <a:gd name="T60" fmla="*/ 34 w 62"/>
                <a:gd name="T61" fmla="*/ 8 h 41"/>
                <a:gd name="T62" fmla="*/ 31 w 62"/>
                <a:gd name="T63" fmla="*/ 8 h 41"/>
                <a:gd name="T64" fmla="*/ 22 w 62"/>
                <a:gd name="T65" fmla="*/ 2 h 41"/>
                <a:gd name="T66" fmla="*/ 22 w 62"/>
                <a:gd name="T67" fmla="*/ 0 h 41"/>
                <a:gd name="T68" fmla="*/ 0 w 62"/>
                <a:gd name="T6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1">
                  <a:moveTo>
                    <a:pt x="0" y="4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5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31" y="33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8" y="33"/>
                  </a:lnTo>
                  <a:lnTo>
                    <a:pt x="40" y="33"/>
                  </a:lnTo>
                  <a:lnTo>
                    <a:pt x="42" y="31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9"/>
                  </a:lnTo>
                  <a:lnTo>
                    <a:pt x="43" y="41"/>
                  </a:lnTo>
                  <a:lnTo>
                    <a:pt x="45" y="41"/>
                  </a:lnTo>
                  <a:lnTo>
                    <a:pt x="45" y="41"/>
                  </a:lnTo>
                  <a:lnTo>
                    <a:pt x="49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62" y="26"/>
                  </a:lnTo>
                  <a:lnTo>
                    <a:pt x="62" y="22"/>
                  </a:lnTo>
                  <a:lnTo>
                    <a:pt x="60" y="19"/>
                  </a:lnTo>
                  <a:lnTo>
                    <a:pt x="60" y="19"/>
                  </a:lnTo>
                  <a:lnTo>
                    <a:pt x="58" y="17"/>
                  </a:lnTo>
                  <a:lnTo>
                    <a:pt x="60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56" y="11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1" y="10"/>
                  </a:lnTo>
                  <a:lnTo>
                    <a:pt x="49" y="8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8" name="Freeform 452">
              <a:extLst>
                <a:ext uri="{FF2B5EF4-FFF2-40B4-BE49-F238E27FC236}">
                  <a16:creationId xmlns:a16="http://schemas.microsoft.com/office/drawing/2014/main" id="{02DD8618-48B2-4E7D-BDB4-EDCAF7125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1545" y="3282184"/>
              <a:ext cx="133470" cy="177961"/>
            </a:xfrm>
            <a:custGeom>
              <a:avLst/>
              <a:gdLst>
                <a:gd name="T0" fmla="*/ 81 w 90"/>
                <a:gd name="T1" fmla="*/ 116 h 120"/>
                <a:gd name="T2" fmla="*/ 90 w 90"/>
                <a:gd name="T3" fmla="*/ 114 h 120"/>
                <a:gd name="T4" fmla="*/ 88 w 90"/>
                <a:gd name="T5" fmla="*/ 107 h 120"/>
                <a:gd name="T6" fmla="*/ 84 w 90"/>
                <a:gd name="T7" fmla="*/ 94 h 120"/>
                <a:gd name="T8" fmla="*/ 82 w 90"/>
                <a:gd name="T9" fmla="*/ 78 h 120"/>
                <a:gd name="T10" fmla="*/ 75 w 90"/>
                <a:gd name="T11" fmla="*/ 74 h 120"/>
                <a:gd name="T12" fmla="*/ 66 w 90"/>
                <a:gd name="T13" fmla="*/ 69 h 120"/>
                <a:gd name="T14" fmla="*/ 72 w 90"/>
                <a:gd name="T15" fmla="*/ 49 h 120"/>
                <a:gd name="T16" fmla="*/ 73 w 90"/>
                <a:gd name="T17" fmla="*/ 45 h 120"/>
                <a:gd name="T18" fmla="*/ 77 w 90"/>
                <a:gd name="T19" fmla="*/ 42 h 120"/>
                <a:gd name="T20" fmla="*/ 82 w 90"/>
                <a:gd name="T21" fmla="*/ 27 h 120"/>
                <a:gd name="T22" fmla="*/ 62 w 90"/>
                <a:gd name="T23" fmla="*/ 31 h 120"/>
                <a:gd name="T24" fmla="*/ 42 w 90"/>
                <a:gd name="T25" fmla="*/ 31 h 120"/>
                <a:gd name="T26" fmla="*/ 37 w 90"/>
                <a:gd name="T27" fmla="*/ 18 h 120"/>
                <a:gd name="T28" fmla="*/ 31 w 90"/>
                <a:gd name="T29" fmla="*/ 5 h 120"/>
                <a:gd name="T30" fmla="*/ 15 w 90"/>
                <a:gd name="T31" fmla="*/ 0 h 120"/>
                <a:gd name="T32" fmla="*/ 17 w 90"/>
                <a:gd name="T33" fmla="*/ 14 h 120"/>
                <a:gd name="T34" fmla="*/ 8 w 90"/>
                <a:gd name="T35" fmla="*/ 25 h 120"/>
                <a:gd name="T36" fmla="*/ 2 w 90"/>
                <a:gd name="T37" fmla="*/ 40 h 120"/>
                <a:gd name="T38" fmla="*/ 15 w 90"/>
                <a:gd name="T39" fmla="*/ 49 h 120"/>
                <a:gd name="T40" fmla="*/ 15 w 90"/>
                <a:gd name="T41" fmla="*/ 67 h 120"/>
                <a:gd name="T42" fmla="*/ 21 w 90"/>
                <a:gd name="T43" fmla="*/ 84 h 120"/>
                <a:gd name="T44" fmla="*/ 19 w 90"/>
                <a:gd name="T45" fmla="*/ 104 h 120"/>
                <a:gd name="T46" fmla="*/ 41 w 90"/>
                <a:gd name="T47" fmla="*/ 91 h 120"/>
                <a:gd name="T48" fmla="*/ 39 w 90"/>
                <a:gd name="T49" fmla="*/ 93 h 120"/>
                <a:gd name="T50" fmla="*/ 46 w 90"/>
                <a:gd name="T51" fmla="*/ 94 h 120"/>
                <a:gd name="T52" fmla="*/ 50 w 90"/>
                <a:gd name="T53" fmla="*/ 69 h 120"/>
                <a:gd name="T54" fmla="*/ 59 w 90"/>
                <a:gd name="T55" fmla="*/ 74 h 120"/>
                <a:gd name="T56" fmla="*/ 68 w 90"/>
                <a:gd name="T57" fmla="*/ 84 h 120"/>
                <a:gd name="T58" fmla="*/ 70 w 90"/>
                <a:gd name="T59" fmla="*/ 100 h 120"/>
                <a:gd name="T60" fmla="*/ 75 w 90"/>
                <a:gd name="T61" fmla="*/ 116 h 120"/>
                <a:gd name="T62" fmla="*/ 77 w 90"/>
                <a:gd name="T63" fmla="*/ 118 h 120"/>
                <a:gd name="T64" fmla="*/ 81 w 90"/>
                <a:gd name="T6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20">
                  <a:moveTo>
                    <a:pt x="81" y="120"/>
                  </a:moveTo>
                  <a:lnTo>
                    <a:pt x="81" y="116"/>
                  </a:lnTo>
                  <a:lnTo>
                    <a:pt x="82" y="111"/>
                  </a:lnTo>
                  <a:lnTo>
                    <a:pt x="90" y="114"/>
                  </a:lnTo>
                  <a:lnTo>
                    <a:pt x="90" y="114"/>
                  </a:lnTo>
                  <a:lnTo>
                    <a:pt x="88" y="107"/>
                  </a:lnTo>
                  <a:lnTo>
                    <a:pt x="86" y="102"/>
                  </a:lnTo>
                  <a:lnTo>
                    <a:pt x="84" y="94"/>
                  </a:lnTo>
                  <a:lnTo>
                    <a:pt x="82" y="87"/>
                  </a:lnTo>
                  <a:lnTo>
                    <a:pt x="82" y="78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66" y="74"/>
                  </a:lnTo>
                  <a:lnTo>
                    <a:pt x="66" y="69"/>
                  </a:lnTo>
                  <a:lnTo>
                    <a:pt x="68" y="56"/>
                  </a:lnTo>
                  <a:lnTo>
                    <a:pt x="72" y="49"/>
                  </a:lnTo>
                  <a:lnTo>
                    <a:pt x="72" y="49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7" y="42"/>
                  </a:lnTo>
                  <a:lnTo>
                    <a:pt x="73" y="34"/>
                  </a:lnTo>
                  <a:lnTo>
                    <a:pt x="82" y="27"/>
                  </a:lnTo>
                  <a:lnTo>
                    <a:pt x="72" y="27"/>
                  </a:lnTo>
                  <a:lnTo>
                    <a:pt x="62" y="31"/>
                  </a:lnTo>
                  <a:lnTo>
                    <a:pt x="53" y="31"/>
                  </a:lnTo>
                  <a:lnTo>
                    <a:pt x="42" y="31"/>
                  </a:lnTo>
                  <a:lnTo>
                    <a:pt x="37" y="31"/>
                  </a:lnTo>
                  <a:lnTo>
                    <a:pt x="37" y="18"/>
                  </a:lnTo>
                  <a:lnTo>
                    <a:pt x="39" y="7"/>
                  </a:lnTo>
                  <a:lnTo>
                    <a:pt x="31" y="5"/>
                  </a:lnTo>
                  <a:lnTo>
                    <a:pt x="24" y="7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7" y="14"/>
                  </a:lnTo>
                  <a:lnTo>
                    <a:pt x="15" y="22"/>
                  </a:lnTo>
                  <a:lnTo>
                    <a:pt x="8" y="25"/>
                  </a:lnTo>
                  <a:lnTo>
                    <a:pt x="0" y="29"/>
                  </a:lnTo>
                  <a:lnTo>
                    <a:pt x="2" y="40"/>
                  </a:lnTo>
                  <a:lnTo>
                    <a:pt x="4" y="45"/>
                  </a:lnTo>
                  <a:lnTo>
                    <a:pt x="15" y="49"/>
                  </a:lnTo>
                  <a:lnTo>
                    <a:pt x="17" y="54"/>
                  </a:lnTo>
                  <a:lnTo>
                    <a:pt x="15" y="67"/>
                  </a:lnTo>
                  <a:lnTo>
                    <a:pt x="21" y="73"/>
                  </a:lnTo>
                  <a:lnTo>
                    <a:pt x="21" y="84"/>
                  </a:lnTo>
                  <a:lnTo>
                    <a:pt x="17" y="91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93"/>
                  </a:lnTo>
                  <a:lnTo>
                    <a:pt x="41" y="94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9" y="74"/>
                  </a:lnTo>
                  <a:lnTo>
                    <a:pt x="64" y="80"/>
                  </a:lnTo>
                  <a:lnTo>
                    <a:pt x="68" y="84"/>
                  </a:lnTo>
                  <a:lnTo>
                    <a:pt x="68" y="89"/>
                  </a:lnTo>
                  <a:lnTo>
                    <a:pt x="70" y="100"/>
                  </a:lnTo>
                  <a:lnTo>
                    <a:pt x="72" y="107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7" y="118"/>
                  </a:lnTo>
                  <a:lnTo>
                    <a:pt x="81" y="120"/>
                  </a:lnTo>
                  <a:lnTo>
                    <a:pt x="81" y="1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9" name="Freeform 453">
              <a:extLst>
                <a:ext uri="{FF2B5EF4-FFF2-40B4-BE49-F238E27FC236}">
                  <a16:creationId xmlns:a16="http://schemas.microsoft.com/office/drawing/2014/main" id="{0F382FE6-84BA-4169-BE02-5C1714CE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310" y="3311844"/>
              <a:ext cx="13348" cy="16314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11 h 11"/>
                <a:gd name="T6" fmla="*/ 0 w 9"/>
                <a:gd name="T7" fmla="*/ 11 h 11"/>
                <a:gd name="T8" fmla="*/ 7 w 9"/>
                <a:gd name="T9" fmla="*/ 9 h 11"/>
                <a:gd name="T10" fmla="*/ 9 w 9"/>
                <a:gd name="T11" fmla="*/ 7 h 11"/>
                <a:gd name="T12" fmla="*/ 9 w 9"/>
                <a:gd name="T13" fmla="*/ 7 h 11"/>
                <a:gd name="T14" fmla="*/ 0 w 9"/>
                <a:gd name="T15" fmla="*/ 0 h 11"/>
                <a:gd name="T16" fmla="*/ 0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7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0" name="Freeform 454">
              <a:extLst>
                <a:ext uri="{FF2B5EF4-FFF2-40B4-BE49-F238E27FC236}">
                  <a16:creationId xmlns:a16="http://schemas.microsoft.com/office/drawing/2014/main" id="{1D332F57-3B53-4EE9-B653-030DFF4D0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4966" y="2776480"/>
              <a:ext cx="121606" cy="111226"/>
            </a:xfrm>
            <a:custGeom>
              <a:avLst/>
              <a:gdLst>
                <a:gd name="T0" fmla="*/ 0 w 82"/>
                <a:gd name="T1" fmla="*/ 53 h 75"/>
                <a:gd name="T2" fmla="*/ 7 w 82"/>
                <a:gd name="T3" fmla="*/ 62 h 75"/>
                <a:gd name="T4" fmla="*/ 13 w 82"/>
                <a:gd name="T5" fmla="*/ 67 h 75"/>
                <a:gd name="T6" fmla="*/ 22 w 82"/>
                <a:gd name="T7" fmla="*/ 67 h 75"/>
                <a:gd name="T8" fmla="*/ 20 w 82"/>
                <a:gd name="T9" fmla="*/ 62 h 75"/>
                <a:gd name="T10" fmla="*/ 11 w 82"/>
                <a:gd name="T11" fmla="*/ 53 h 75"/>
                <a:gd name="T12" fmla="*/ 6 w 82"/>
                <a:gd name="T13" fmla="*/ 51 h 75"/>
                <a:gd name="T14" fmla="*/ 0 w 82"/>
                <a:gd name="T15" fmla="*/ 51 h 75"/>
                <a:gd name="T16" fmla="*/ 57 w 82"/>
                <a:gd name="T17" fmla="*/ 71 h 75"/>
                <a:gd name="T18" fmla="*/ 62 w 82"/>
                <a:gd name="T19" fmla="*/ 66 h 75"/>
                <a:gd name="T20" fmla="*/ 82 w 82"/>
                <a:gd name="T21" fmla="*/ 31 h 75"/>
                <a:gd name="T22" fmla="*/ 69 w 82"/>
                <a:gd name="T23" fmla="*/ 27 h 75"/>
                <a:gd name="T24" fmla="*/ 62 w 82"/>
                <a:gd name="T25" fmla="*/ 11 h 75"/>
                <a:gd name="T26" fmla="*/ 57 w 82"/>
                <a:gd name="T27" fmla="*/ 15 h 75"/>
                <a:gd name="T28" fmla="*/ 51 w 82"/>
                <a:gd name="T29" fmla="*/ 20 h 75"/>
                <a:gd name="T30" fmla="*/ 46 w 82"/>
                <a:gd name="T31" fmla="*/ 15 h 75"/>
                <a:gd name="T32" fmla="*/ 38 w 82"/>
                <a:gd name="T33" fmla="*/ 7 h 75"/>
                <a:gd name="T34" fmla="*/ 31 w 82"/>
                <a:gd name="T35" fmla="*/ 0 h 75"/>
                <a:gd name="T36" fmla="*/ 27 w 82"/>
                <a:gd name="T37" fmla="*/ 6 h 75"/>
                <a:gd name="T38" fmla="*/ 31 w 82"/>
                <a:gd name="T39" fmla="*/ 13 h 75"/>
                <a:gd name="T40" fmla="*/ 27 w 82"/>
                <a:gd name="T41" fmla="*/ 15 h 75"/>
                <a:gd name="T42" fmla="*/ 22 w 82"/>
                <a:gd name="T43" fmla="*/ 11 h 75"/>
                <a:gd name="T44" fmla="*/ 15 w 82"/>
                <a:gd name="T45" fmla="*/ 6 h 75"/>
                <a:gd name="T46" fmla="*/ 7 w 82"/>
                <a:gd name="T47" fmla="*/ 7 h 75"/>
                <a:gd name="T48" fmla="*/ 2 w 82"/>
                <a:gd name="T49" fmla="*/ 13 h 75"/>
                <a:gd name="T50" fmla="*/ 6 w 82"/>
                <a:gd name="T51" fmla="*/ 20 h 75"/>
                <a:gd name="T52" fmla="*/ 9 w 82"/>
                <a:gd name="T53" fmla="*/ 20 h 75"/>
                <a:gd name="T54" fmla="*/ 13 w 82"/>
                <a:gd name="T55" fmla="*/ 24 h 75"/>
                <a:gd name="T56" fmla="*/ 15 w 82"/>
                <a:gd name="T57" fmla="*/ 26 h 75"/>
                <a:gd name="T58" fmla="*/ 11 w 82"/>
                <a:gd name="T59" fmla="*/ 31 h 75"/>
                <a:gd name="T60" fmla="*/ 22 w 82"/>
                <a:gd name="T61" fmla="*/ 38 h 75"/>
                <a:gd name="T62" fmla="*/ 18 w 82"/>
                <a:gd name="T63" fmla="*/ 44 h 75"/>
                <a:gd name="T64" fmla="*/ 24 w 82"/>
                <a:gd name="T65" fmla="*/ 49 h 75"/>
                <a:gd name="T66" fmla="*/ 29 w 82"/>
                <a:gd name="T67" fmla="*/ 49 h 75"/>
                <a:gd name="T68" fmla="*/ 31 w 82"/>
                <a:gd name="T69" fmla="*/ 57 h 75"/>
                <a:gd name="T70" fmla="*/ 35 w 82"/>
                <a:gd name="T71" fmla="*/ 57 h 75"/>
                <a:gd name="T72" fmla="*/ 40 w 82"/>
                <a:gd name="T73" fmla="*/ 53 h 75"/>
                <a:gd name="T74" fmla="*/ 44 w 82"/>
                <a:gd name="T75" fmla="*/ 47 h 75"/>
                <a:gd name="T76" fmla="*/ 49 w 82"/>
                <a:gd name="T77" fmla="*/ 49 h 75"/>
                <a:gd name="T78" fmla="*/ 53 w 82"/>
                <a:gd name="T79" fmla="*/ 57 h 75"/>
                <a:gd name="T80" fmla="*/ 51 w 82"/>
                <a:gd name="T81" fmla="*/ 57 h 75"/>
                <a:gd name="T82" fmla="*/ 46 w 82"/>
                <a:gd name="T83" fmla="*/ 64 h 75"/>
                <a:gd name="T84" fmla="*/ 49 w 82"/>
                <a:gd name="T85" fmla="*/ 69 h 75"/>
                <a:gd name="T86" fmla="*/ 55 w 82"/>
                <a:gd name="T87" fmla="*/ 75 h 75"/>
                <a:gd name="T88" fmla="*/ 37 w 82"/>
                <a:gd name="T89" fmla="*/ 47 h 75"/>
                <a:gd name="T90" fmla="*/ 26 w 82"/>
                <a:gd name="T91" fmla="*/ 29 h 75"/>
                <a:gd name="T92" fmla="*/ 33 w 82"/>
                <a:gd name="T93" fmla="*/ 33 h 75"/>
                <a:gd name="T94" fmla="*/ 40 w 82"/>
                <a:gd name="T95" fmla="*/ 40 h 75"/>
                <a:gd name="T96" fmla="*/ 40 w 82"/>
                <a:gd name="T97" fmla="*/ 4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5">
                  <a:moveTo>
                    <a:pt x="0" y="51"/>
                  </a:moveTo>
                  <a:lnTo>
                    <a:pt x="0" y="51"/>
                  </a:lnTo>
                  <a:lnTo>
                    <a:pt x="0" y="53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7" y="62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3" y="67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0" y="51"/>
                  </a:lnTo>
                  <a:lnTo>
                    <a:pt x="0" y="51"/>
                  </a:lnTo>
                  <a:close/>
                  <a:moveTo>
                    <a:pt x="55" y="75"/>
                  </a:moveTo>
                  <a:lnTo>
                    <a:pt x="55" y="75"/>
                  </a:lnTo>
                  <a:lnTo>
                    <a:pt x="57" y="71"/>
                  </a:lnTo>
                  <a:lnTo>
                    <a:pt x="58" y="69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5" y="29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66" y="18"/>
                  </a:lnTo>
                  <a:lnTo>
                    <a:pt x="62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7" y="15"/>
                  </a:lnTo>
                  <a:lnTo>
                    <a:pt x="55" y="18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47" y="18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6" y="13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0" y="7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7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53"/>
                  </a:lnTo>
                  <a:lnTo>
                    <a:pt x="31" y="57"/>
                  </a:lnTo>
                  <a:lnTo>
                    <a:pt x="33" y="60"/>
                  </a:lnTo>
                  <a:lnTo>
                    <a:pt x="33" y="60"/>
                  </a:lnTo>
                  <a:lnTo>
                    <a:pt x="35" y="57"/>
                  </a:lnTo>
                  <a:lnTo>
                    <a:pt x="37" y="55"/>
                  </a:lnTo>
                  <a:lnTo>
                    <a:pt x="40" y="53"/>
                  </a:lnTo>
                  <a:lnTo>
                    <a:pt x="40" y="53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7"/>
                  </a:lnTo>
                  <a:lnTo>
                    <a:pt x="46" y="47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7" y="58"/>
                  </a:lnTo>
                  <a:lnTo>
                    <a:pt x="46" y="6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7" y="66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53" y="73"/>
                  </a:lnTo>
                  <a:lnTo>
                    <a:pt x="55" y="75"/>
                  </a:lnTo>
                  <a:lnTo>
                    <a:pt x="55" y="75"/>
                  </a:lnTo>
                  <a:close/>
                  <a:moveTo>
                    <a:pt x="37" y="47"/>
                  </a:moveTo>
                  <a:lnTo>
                    <a:pt x="37" y="47"/>
                  </a:lnTo>
                  <a:lnTo>
                    <a:pt x="29" y="38"/>
                  </a:lnTo>
                  <a:lnTo>
                    <a:pt x="27" y="33"/>
                  </a:lnTo>
                  <a:lnTo>
                    <a:pt x="26" y="29"/>
                  </a:lnTo>
                  <a:lnTo>
                    <a:pt x="33" y="27"/>
                  </a:lnTo>
                  <a:lnTo>
                    <a:pt x="37" y="33"/>
                  </a:lnTo>
                  <a:lnTo>
                    <a:pt x="33" y="33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40" y="40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0" y="46"/>
                  </a:lnTo>
                  <a:lnTo>
                    <a:pt x="37" y="47"/>
                  </a:lnTo>
                  <a:lnTo>
                    <a:pt x="37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1" name="Freeform 455">
              <a:extLst>
                <a:ext uri="{FF2B5EF4-FFF2-40B4-BE49-F238E27FC236}">
                  <a16:creationId xmlns:a16="http://schemas.microsoft.com/office/drawing/2014/main" id="{6AA39607-5D23-4AA7-BA4A-33BC6C9C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449" y="2527335"/>
              <a:ext cx="167580" cy="90464"/>
            </a:xfrm>
            <a:custGeom>
              <a:avLst/>
              <a:gdLst>
                <a:gd name="T0" fmla="*/ 6 w 113"/>
                <a:gd name="T1" fmla="*/ 53 h 61"/>
                <a:gd name="T2" fmla="*/ 4 w 113"/>
                <a:gd name="T3" fmla="*/ 51 h 61"/>
                <a:gd name="T4" fmla="*/ 0 w 113"/>
                <a:gd name="T5" fmla="*/ 48 h 61"/>
                <a:gd name="T6" fmla="*/ 0 w 113"/>
                <a:gd name="T7" fmla="*/ 46 h 61"/>
                <a:gd name="T8" fmla="*/ 6 w 113"/>
                <a:gd name="T9" fmla="*/ 39 h 61"/>
                <a:gd name="T10" fmla="*/ 10 w 113"/>
                <a:gd name="T11" fmla="*/ 39 h 61"/>
                <a:gd name="T12" fmla="*/ 17 w 113"/>
                <a:gd name="T13" fmla="*/ 37 h 61"/>
                <a:gd name="T14" fmla="*/ 21 w 113"/>
                <a:gd name="T15" fmla="*/ 35 h 61"/>
                <a:gd name="T16" fmla="*/ 24 w 113"/>
                <a:gd name="T17" fmla="*/ 31 h 61"/>
                <a:gd name="T18" fmla="*/ 26 w 113"/>
                <a:gd name="T19" fmla="*/ 31 h 61"/>
                <a:gd name="T20" fmla="*/ 31 w 113"/>
                <a:gd name="T21" fmla="*/ 31 h 61"/>
                <a:gd name="T22" fmla="*/ 35 w 113"/>
                <a:gd name="T23" fmla="*/ 31 h 61"/>
                <a:gd name="T24" fmla="*/ 37 w 113"/>
                <a:gd name="T25" fmla="*/ 33 h 61"/>
                <a:gd name="T26" fmla="*/ 41 w 113"/>
                <a:gd name="T27" fmla="*/ 37 h 61"/>
                <a:gd name="T28" fmla="*/ 44 w 113"/>
                <a:gd name="T29" fmla="*/ 37 h 61"/>
                <a:gd name="T30" fmla="*/ 44 w 113"/>
                <a:gd name="T31" fmla="*/ 31 h 61"/>
                <a:gd name="T32" fmla="*/ 42 w 113"/>
                <a:gd name="T33" fmla="*/ 26 h 61"/>
                <a:gd name="T34" fmla="*/ 41 w 113"/>
                <a:gd name="T35" fmla="*/ 24 h 61"/>
                <a:gd name="T36" fmla="*/ 46 w 113"/>
                <a:gd name="T37" fmla="*/ 20 h 61"/>
                <a:gd name="T38" fmla="*/ 51 w 113"/>
                <a:gd name="T39" fmla="*/ 19 h 61"/>
                <a:gd name="T40" fmla="*/ 51 w 113"/>
                <a:gd name="T41" fmla="*/ 15 h 61"/>
                <a:gd name="T42" fmla="*/ 51 w 113"/>
                <a:gd name="T43" fmla="*/ 11 h 61"/>
                <a:gd name="T44" fmla="*/ 57 w 113"/>
                <a:gd name="T45" fmla="*/ 6 h 61"/>
                <a:gd name="T46" fmla="*/ 62 w 113"/>
                <a:gd name="T47" fmla="*/ 11 h 61"/>
                <a:gd name="T48" fmla="*/ 70 w 113"/>
                <a:gd name="T49" fmla="*/ 11 h 61"/>
                <a:gd name="T50" fmla="*/ 70 w 113"/>
                <a:gd name="T51" fmla="*/ 10 h 61"/>
                <a:gd name="T52" fmla="*/ 77 w 113"/>
                <a:gd name="T53" fmla="*/ 2 h 61"/>
                <a:gd name="T54" fmla="*/ 79 w 113"/>
                <a:gd name="T55" fmla="*/ 0 h 61"/>
                <a:gd name="T56" fmla="*/ 86 w 113"/>
                <a:gd name="T57" fmla="*/ 4 h 61"/>
                <a:gd name="T58" fmla="*/ 92 w 113"/>
                <a:gd name="T59" fmla="*/ 8 h 61"/>
                <a:gd name="T60" fmla="*/ 97 w 113"/>
                <a:gd name="T61" fmla="*/ 8 h 61"/>
                <a:gd name="T62" fmla="*/ 108 w 113"/>
                <a:gd name="T63" fmla="*/ 8 h 61"/>
                <a:gd name="T64" fmla="*/ 106 w 113"/>
                <a:gd name="T65" fmla="*/ 15 h 61"/>
                <a:gd name="T66" fmla="*/ 113 w 113"/>
                <a:gd name="T67" fmla="*/ 22 h 61"/>
                <a:gd name="T68" fmla="*/ 110 w 113"/>
                <a:gd name="T69" fmla="*/ 24 h 61"/>
                <a:gd name="T70" fmla="*/ 108 w 113"/>
                <a:gd name="T71" fmla="*/ 30 h 61"/>
                <a:gd name="T72" fmla="*/ 108 w 113"/>
                <a:gd name="T73" fmla="*/ 35 h 61"/>
                <a:gd name="T74" fmla="*/ 106 w 113"/>
                <a:gd name="T75" fmla="*/ 41 h 61"/>
                <a:gd name="T76" fmla="*/ 104 w 113"/>
                <a:gd name="T77" fmla="*/ 41 h 61"/>
                <a:gd name="T78" fmla="*/ 101 w 113"/>
                <a:gd name="T79" fmla="*/ 42 h 61"/>
                <a:gd name="T80" fmla="*/ 99 w 113"/>
                <a:gd name="T81" fmla="*/ 46 h 61"/>
                <a:gd name="T82" fmla="*/ 93 w 113"/>
                <a:gd name="T83" fmla="*/ 48 h 61"/>
                <a:gd name="T84" fmla="*/ 88 w 113"/>
                <a:gd name="T85" fmla="*/ 50 h 61"/>
                <a:gd name="T86" fmla="*/ 82 w 113"/>
                <a:gd name="T87" fmla="*/ 48 h 61"/>
                <a:gd name="T88" fmla="*/ 75 w 113"/>
                <a:gd name="T89" fmla="*/ 51 h 61"/>
                <a:gd name="T90" fmla="*/ 73 w 113"/>
                <a:gd name="T91" fmla="*/ 53 h 61"/>
                <a:gd name="T92" fmla="*/ 64 w 113"/>
                <a:gd name="T93" fmla="*/ 55 h 61"/>
                <a:gd name="T94" fmla="*/ 59 w 113"/>
                <a:gd name="T95" fmla="*/ 53 h 61"/>
                <a:gd name="T96" fmla="*/ 57 w 113"/>
                <a:gd name="T97" fmla="*/ 57 h 61"/>
                <a:gd name="T98" fmla="*/ 57 w 113"/>
                <a:gd name="T99" fmla="*/ 59 h 61"/>
                <a:gd name="T100" fmla="*/ 51 w 113"/>
                <a:gd name="T101" fmla="*/ 59 h 61"/>
                <a:gd name="T102" fmla="*/ 41 w 113"/>
                <a:gd name="T103" fmla="*/ 59 h 61"/>
                <a:gd name="T104" fmla="*/ 37 w 113"/>
                <a:gd name="T105" fmla="*/ 61 h 61"/>
                <a:gd name="T106" fmla="*/ 33 w 113"/>
                <a:gd name="T107" fmla="*/ 61 h 61"/>
                <a:gd name="T108" fmla="*/ 31 w 113"/>
                <a:gd name="T109" fmla="*/ 59 h 61"/>
                <a:gd name="T110" fmla="*/ 26 w 113"/>
                <a:gd name="T111" fmla="*/ 57 h 61"/>
                <a:gd name="T112" fmla="*/ 22 w 113"/>
                <a:gd name="T113" fmla="*/ 57 h 61"/>
                <a:gd name="T114" fmla="*/ 19 w 113"/>
                <a:gd name="T115" fmla="*/ 55 h 61"/>
                <a:gd name="T116" fmla="*/ 15 w 113"/>
                <a:gd name="T117" fmla="*/ 55 h 61"/>
                <a:gd name="T118" fmla="*/ 15 w 113"/>
                <a:gd name="T119" fmla="*/ 57 h 61"/>
                <a:gd name="T120" fmla="*/ 8 w 113"/>
                <a:gd name="T121" fmla="*/ 5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" h="61">
                  <a:moveTo>
                    <a:pt x="6" y="53"/>
                  </a:moveTo>
                  <a:lnTo>
                    <a:pt x="6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4" y="42"/>
                  </a:lnTo>
                  <a:lnTo>
                    <a:pt x="6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3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7" y="33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4" y="37"/>
                  </a:lnTo>
                  <a:lnTo>
                    <a:pt x="44" y="37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28"/>
                  </a:lnTo>
                  <a:lnTo>
                    <a:pt x="42" y="26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6" y="20"/>
                  </a:lnTo>
                  <a:lnTo>
                    <a:pt x="46" y="20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51" y="11"/>
                  </a:lnTo>
                  <a:lnTo>
                    <a:pt x="55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62" y="11"/>
                  </a:lnTo>
                  <a:lnTo>
                    <a:pt x="68" y="13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7" y="2"/>
                  </a:lnTo>
                  <a:lnTo>
                    <a:pt x="79" y="0"/>
                  </a:lnTo>
                  <a:lnTo>
                    <a:pt x="82" y="2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9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6" y="11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10" y="24"/>
                  </a:lnTo>
                  <a:lnTo>
                    <a:pt x="108" y="26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6" y="41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1"/>
                  </a:lnTo>
                  <a:lnTo>
                    <a:pt x="101" y="42"/>
                  </a:lnTo>
                  <a:lnTo>
                    <a:pt x="99" y="46"/>
                  </a:lnTo>
                  <a:lnTo>
                    <a:pt x="99" y="46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9" y="48"/>
                  </a:lnTo>
                  <a:lnTo>
                    <a:pt x="75" y="51"/>
                  </a:lnTo>
                  <a:lnTo>
                    <a:pt x="75" y="51"/>
                  </a:lnTo>
                  <a:lnTo>
                    <a:pt x="73" y="53"/>
                  </a:lnTo>
                  <a:lnTo>
                    <a:pt x="72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59" y="53"/>
                  </a:lnTo>
                  <a:lnTo>
                    <a:pt x="57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5" y="59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41" y="59"/>
                  </a:lnTo>
                  <a:lnTo>
                    <a:pt x="41" y="59"/>
                  </a:lnTo>
                  <a:lnTo>
                    <a:pt x="37" y="61"/>
                  </a:lnTo>
                  <a:lnTo>
                    <a:pt x="33" y="61"/>
                  </a:lnTo>
                  <a:lnTo>
                    <a:pt x="33" y="61"/>
                  </a:lnTo>
                  <a:lnTo>
                    <a:pt x="31" y="61"/>
                  </a:lnTo>
                  <a:lnTo>
                    <a:pt x="31" y="59"/>
                  </a:lnTo>
                  <a:lnTo>
                    <a:pt x="30" y="57"/>
                  </a:lnTo>
                  <a:lnTo>
                    <a:pt x="26" y="57"/>
                  </a:lnTo>
                  <a:lnTo>
                    <a:pt x="26" y="57"/>
                  </a:lnTo>
                  <a:lnTo>
                    <a:pt x="22" y="57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7"/>
                  </a:lnTo>
                  <a:lnTo>
                    <a:pt x="11" y="57"/>
                  </a:lnTo>
                  <a:lnTo>
                    <a:pt x="8" y="55"/>
                  </a:lnTo>
                  <a:lnTo>
                    <a:pt x="6" y="5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2" name="Freeform 456">
              <a:extLst>
                <a:ext uri="{FF2B5EF4-FFF2-40B4-BE49-F238E27FC236}">
                  <a16:creationId xmlns:a16="http://schemas.microsoft.com/office/drawing/2014/main" id="{BCFA3971-1EEF-488E-B662-B2742B508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9196" y="4389988"/>
              <a:ext cx="937259" cy="1006960"/>
            </a:xfrm>
            <a:custGeom>
              <a:avLst/>
              <a:gdLst>
                <a:gd name="T0" fmla="*/ 38 w 632"/>
                <a:gd name="T1" fmla="*/ 404 h 679"/>
                <a:gd name="T2" fmla="*/ 37 w 632"/>
                <a:gd name="T3" fmla="*/ 470 h 679"/>
                <a:gd name="T4" fmla="*/ 80 w 632"/>
                <a:gd name="T5" fmla="*/ 479 h 679"/>
                <a:gd name="T6" fmla="*/ 120 w 632"/>
                <a:gd name="T7" fmla="*/ 461 h 679"/>
                <a:gd name="T8" fmla="*/ 162 w 632"/>
                <a:gd name="T9" fmla="*/ 459 h 679"/>
                <a:gd name="T10" fmla="*/ 191 w 632"/>
                <a:gd name="T11" fmla="*/ 435 h 679"/>
                <a:gd name="T12" fmla="*/ 272 w 632"/>
                <a:gd name="T13" fmla="*/ 411 h 679"/>
                <a:gd name="T14" fmla="*/ 323 w 632"/>
                <a:gd name="T15" fmla="*/ 426 h 679"/>
                <a:gd name="T16" fmla="*/ 328 w 632"/>
                <a:gd name="T17" fmla="*/ 442 h 679"/>
                <a:gd name="T18" fmla="*/ 372 w 632"/>
                <a:gd name="T19" fmla="*/ 455 h 679"/>
                <a:gd name="T20" fmla="*/ 381 w 632"/>
                <a:gd name="T21" fmla="*/ 482 h 679"/>
                <a:gd name="T22" fmla="*/ 392 w 632"/>
                <a:gd name="T23" fmla="*/ 471 h 679"/>
                <a:gd name="T24" fmla="*/ 417 w 632"/>
                <a:gd name="T25" fmla="*/ 541 h 679"/>
                <a:gd name="T26" fmla="*/ 452 w 632"/>
                <a:gd name="T27" fmla="*/ 557 h 679"/>
                <a:gd name="T28" fmla="*/ 494 w 632"/>
                <a:gd name="T29" fmla="*/ 561 h 679"/>
                <a:gd name="T30" fmla="*/ 509 w 632"/>
                <a:gd name="T31" fmla="*/ 559 h 679"/>
                <a:gd name="T32" fmla="*/ 523 w 632"/>
                <a:gd name="T33" fmla="*/ 575 h 679"/>
                <a:gd name="T34" fmla="*/ 574 w 632"/>
                <a:gd name="T35" fmla="*/ 546 h 679"/>
                <a:gd name="T36" fmla="*/ 580 w 632"/>
                <a:gd name="T37" fmla="*/ 521 h 679"/>
                <a:gd name="T38" fmla="*/ 594 w 632"/>
                <a:gd name="T39" fmla="*/ 451 h 679"/>
                <a:gd name="T40" fmla="*/ 618 w 632"/>
                <a:gd name="T41" fmla="*/ 422 h 679"/>
                <a:gd name="T42" fmla="*/ 632 w 632"/>
                <a:gd name="T43" fmla="*/ 359 h 679"/>
                <a:gd name="T44" fmla="*/ 609 w 632"/>
                <a:gd name="T45" fmla="*/ 277 h 679"/>
                <a:gd name="T46" fmla="*/ 572 w 632"/>
                <a:gd name="T47" fmla="*/ 222 h 679"/>
                <a:gd name="T48" fmla="*/ 561 w 632"/>
                <a:gd name="T49" fmla="*/ 178 h 679"/>
                <a:gd name="T50" fmla="*/ 509 w 632"/>
                <a:gd name="T51" fmla="*/ 102 h 679"/>
                <a:gd name="T52" fmla="*/ 489 w 632"/>
                <a:gd name="T53" fmla="*/ 63 h 679"/>
                <a:gd name="T54" fmla="*/ 454 w 632"/>
                <a:gd name="T55" fmla="*/ 0 h 679"/>
                <a:gd name="T56" fmla="*/ 441 w 632"/>
                <a:gd name="T57" fmla="*/ 114 h 679"/>
                <a:gd name="T58" fmla="*/ 419 w 632"/>
                <a:gd name="T59" fmla="*/ 133 h 679"/>
                <a:gd name="T60" fmla="*/ 388 w 632"/>
                <a:gd name="T61" fmla="*/ 98 h 679"/>
                <a:gd name="T62" fmla="*/ 359 w 632"/>
                <a:gd name="T63" fmla="*/ 62 h 679"/>
                <a:gd name="T64" fmla="*/ 370 w 632"/>
                <a:gd name="T65" fmla="*/ 32 h 679"/>
                <a:gd name="T66" fmla="*/ 328 w 632"/>
                <a:gd name="T67" fmla="*/ 16 h 679"/>
                <a:gd name="T68" fmla="*/ 310 w 632"/>
                <a:gd name="T69" fmla="*/ 12 h 679"/>
                <a:gd name="T70" fmla="*/ 308 w 632"/>
                <a:gd name="T71" fmla="*/ 29 h 679"/>
                <a:gd name="T72" fmla="*/ 272 w 632"/>
                <a:gd name="T73" fmla="*/ 45 h 679"/>
                <a:gd name="T74" fmla="*/ 257 w 632"/>
                <a:gd name="T75" fmla="*/ 69 h 679"/>
                <a:gd name="T76" fmla="*/ 239 w 632"/>
                <a:gd name="T77" fmla="*/ 78 h 679"/>
                <a:gd name="T78" fmla="*/ 204 w 632"/>
                <a:gd name="T79" fmla="*/ 69 h 679"/>
                <a:gd name="T80" fmla="*/ 190 w 632"/>
                <a:gd name="T81" fmla="*/ 78 h 679"/>
                <a:gd name="T82" fmla="*/ 181 w 632"/>
                <a:gd name="T83" fmla="*/ 100 h 679"/>
                <a:gd name="T84" fmla="*/ 159 w 632"/>
                <a:gd name="T85" fmla="*/ 114 h 679"/>
                <a:gd name="T86" fmla="*/ 131 w 632"/>
                <a:gd name="T87" fmla="*/ 151 h 679"/>
                <a:gd name="T88" fmla="*/ 93 w 632"/>
                <a:gd name="T89" fmla="*/ 171 h 679"/>
                <a:gd name="T90" fmla="*/ 58 w 632"/>
                <a:gd name="T91" fmla="*/ 185 h 679"/>
                <a:gd name="T92" fmla="*/ 17 w 632"/>
                <a:gd name="T93" fmla="*/ 220 h 679"/>
                <a:gd name="T94" fmla="*/ 9 w 632"/>
                <a:gd name="T95" fmla="*/ 242 h 679"/>
                <a:gd name="T96" fmla="*/ 15 w 632"/>
                <a:gd name="T97" fmla="*/ 289 h 679"/>
                <a:gd name="T98" fmla="*/ 13 w 632"/>
                <a:gd name="T99" fmla="*/ 309 h 679"/>
                <a:gd name="T100" fmla="*/ 26 w 632"/>
                <a:gd name="T101" fmla="*/ 348 h 679"/>
                <a:gd name="T102" fmla="*/ 492 w 632"/>
                <a:gd name="T103" fmla="*/ 626 h 679"/>
                <a:gd name="T104" fmla="*/ 516 w 632"/>
                <a:gd name="T105" fmla="*/ 677 h 679"/>
                <a:gd name="T106" fmla="*/ 543 w 632"/>
                <a:gd name="T107" fmla="*/ 661 h 679"/>
                <a:gd name="T108" fmla="*/ 507 w 632"/>
                <a:gd name="T109" fmla="*/ 619 h 679"/>
                <a:gd name="T110" fmla="*/ 476 w 632"/>
                <a:gd name="T111" fmla="*/ 594 h 679"/>
                <a:gd name="T112" fmla="*/ 0 w 632"/>
                <a:gd name="T113" fmla="*/ 293 h 679"/>
                <a:gd name="T114" fmla="*/ 372 w 632"/>
                <a:gd name="T115" fmla="*/ 51 h 679"/>
                <a:gd name="T116" fmla="*/ 273 w 632"/>
                <a:gd name="T117" fmla="*/ 18 h 679"/>
                <a:gd name="T118" fmla="*/ 283 w 632"/>
                <a:gd name="T119" fmla="*/ 12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679">
                  <a:moveTo>
                    <a:pt x="26" y="348"/>
                  </a:moveTo>
                  <a:lnTo>
                    <a:pt x="26" y="348"/>
                  </a:lnTo>
                  <a:lnTo>
                    <a:pt x="26" y="349"/>
                  </a:lnTo>
                  <a:lnTo>
                    <a:pt x="26" y="351"/>
                  </a:lnTo>
                  <a:lnTo>
                    <a:pt x="24" y="353"/>
                  </a:lnTo>
                  <a:lnTo>
                    <a:pt x="24" y="355"/>
                  </a:lnTo>
                  <a:lnTo>
                    <a:pt x="24" y="355"/>
                  </a:lnTo>
                  <a:lnTo>
                    <a:pt x="29" y="362"/>
                  </a:lnTo>
                  <a:lnTo>
                    <a:pt x="29" y="369"/>
                  </a:lnTo>
                  <a:lnTo>
                    <a:pt x="29" y="379"/>
                  </a:lnTo>
                  <a:lnTo>
                    <a:pt x="31" y="391"/>
                  </a:lnTo>
                  <a:lnTo>
                    <a:pt x="37" y="393"/>
                  </a:lnTo>
                  <a:lnTo>
                    <a:pt x="37" y="393"/>
                  </a:lnTo>
                  <a:lnTo>
                    <a:pt x="38" y="404"/>
                  </a:lnTo>
                  <a:lnTo>
                    <a:pt x="38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2" y="424"/>
                  </a:lnTo>
                  <a:lnTo>
                    <a:pt x="40" y="435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31" y="457"/>
                  </a:lnTo>
                  <a:lnTo>
                    <a:pt x="26" y="457"/>
                  </a:lnTo>
                  <a:lnTo>
                    <a:pt x="26" y="457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3" y="468"/>
                  </a:lnTo>
                  <a:lnTo>
                    <a:pt x="37" y="470"/>
                  </a:lnTo>
                  <a:lnTo>
                    <a:pt x="40" y="470"/>
                  </a:lnTo>
                  <a:lnTo>
                    <a:pt x="44" y="471"/>
                  </a:lnTo>
                  <a:lnTo>
                    <a:pt x="44" y="471"/>
                  </a:lnTo>
                  <a:lnTo>
                    <a:pt x="44" y="475"/>
                  </a:lnTo>
                  <a:lnTo>
                    <a:pt x="46" y="479"/>
                  </a:lnTo>
                  <a:lnTo>
                    <a:pt x="46" y="479"/>
                  </a:lnTo>
                  <a:lnTo>
                    <a:pt x="51" y="481"/>
                  </a:lnTo>
                  <a:lnTo>
                    <a:pt x="55" y="481"/>
                  </a:lnTo>
                  <a:lnTo>
                    <a:pt x="60" y="479"/>
                  </a:lnTo>
                  <a:lnTo>
                    <a:pt x="68" y="484"/>
                  </a:lnTo>
                  <a:lnTo>
                    <a:pt x="68" y="484"/>
                  </a:lnTo>
                  <a:lnTo>
                    <a:pt x="71" y="484"/>
                  </a:lnTo>
                  <a:lnTo>
                    <a:pt x="75" y="482"/>
                  </a:lnTo>
                  <a:lnTo>
                    <a:pt x="80" y="479"/>
                  </a:lnTo>
                  <a:lnTo>
                    <a:pt x="88" y="466"/>
                  </a:lnTo>
                  <a:lnTo>
                    <a:pt x="88" y="466"/>
                  </a:lnTo>
                  <a:lnTo>
                    <a:pt x="91" y="471"/>
                  </a:lnTo>
                  <a:lnTo>
                    <a:pt x="93" y="473"/>
                  </a:lnTo>
                  <a:lnTo>
                    <a:pt x="97" y="475"/>
                  </a:lnTo>
                  <a:lnTo>
                    <a:pt x="97" y="475"/>
                  </a:lnTo>
                  <a:lnTo>
                    <a:pt x="99" y="471"/>
                  </a:lnTo>
                  <a:lnTo>
                    <a:pt x="99" y="468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100" y="462"/>
                  </a:lnTo>
                  <a:lnTo>
                    <a:pt x="108" y="464"/>
                  </a:lnTo>
                  <a:lnTo>
                    <a:pt x="108" y="464"/>
                  </a:lnTo>
                  <a:lnTo>
                    <a:pt x="120" y="461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9" y="457"/>
                  </a:lnTo>
                  <a:lnTo>
                    <a:pt x="139" y="459"/>
                  </a:lnTo>
                  <a:lnTo>
                    <a:pt x="140" y="462"/>
                  </a:lnTo>
                  <a:lnTo>
                    <a:pt x="140" y="462"/>
                  </a:lnTo>
                  <a:lnTo>
                    <a:pt x="146" y="461"/>
                  </a:lnTo>
                  <a:lnTo>
                    <a:pt x="151" y="457"/>
                  </a:lnTo>
                  <a:lnTo>
                    <a:pt x="151" y="457"/>
                  </a:lnTo>
                  <a:lnTo>
                    <a:pt x="155" y="457"/>
                  </a:lnTo>
                  <a:lnTo>
                    <a:pt x="157" y="459"/>
                  </a:lnTo>
                  <a:lnTo>
                    <a:pt x="159" y="461"/>
                  </a:lnTo>
                  <a:lnTo>
                    <a:pt x="162" y="459"/>
                  </a:lnTo>
                  <a:lnTo>
                    <a:pt x="162" y="459"/>
                  </a:lnTo>
                  <a:lnTo>
                    <a:pt x="166" y="457"/>
                  </a:lnTo>
                  <a:lnTo>
                    <a:pt x="168" y="451"/>
                  </a:lnTo>
                  <a:lnTo>
                    <a:pt x="170" y="446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77" y="441"/>
                  </a:lnTo>
                  <a:lnTo>
                    <a:pt x="179" y="442"/>
                  </a:lnTo>
                  <a:lnTo>
                    <a:pt x="182" y="442"/>
                  </a:lnTo>
                  <a:lnTo>
                    <a:pt x="186" y="442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90" y="435"/>
                  </a:lnTo>
                  <a:lnTo>
                    <a:pt x="191" y="435"/>
                  </a:lnTo>
                  <a:lnTo>
                    <a:pt x="195" y="435"/>
                  </a:lnTo>
                  <a:lnTo>
                    <a:pt x="195" y="435"/>
                  </a:lnTo>
                  <a:lnTo>
                    <a:pt x="195" y="431"/>
                  </a:lnTo>
                  <a:lnTo>
                    <a:pt x="197" y="428"/>
                  </a:lnTo>
                  <a:lnTo>
                    <a:pt x="201" y="428"/>
                  </a:lnTo>
                  <a:lnTo>
                    <a:pt x="201" y="426"/>
                  </a:lnTo>
                  <a:lnTo>
                    <a:pt x="201" y="426"/>
                  </a:lnTo>
                  <a:lnTo>
                    <a:pt x="202" y="426"/>
                  </a:lnTo>
                  <a:lnTo>
                    <a:pt x="206" y="426"/>
                  </a:lnTo>
                  <a:lnTo>
                    <a:pt x="215" y="428"/>
                  </a:lnTo>
                  <a:lnTo>
                    <a:pt x="215" y="428"/>
                  </a:lnTo>
                  <a:lnTo>
                    <a:pt x="230" y="424"/>
                  </a:lnTo>
                  <a:lnTo>
                    <a:pt x="250" y="417"/>
                  </a:lnTo>
                  <a:lnTo>
                    <a:pt x="272" y="411"/>
                  </a:lnTo>
                  <a:lnTo>
                    <a:pt x="281" y="410"/>
                  </a:lnTo>
                  <a:lnTo>
                    <a:pt x="288" y="411"/>
                  </a:lnTo>
                  <a:lnTo>
                    <a:pt x="288" y="411"/>
                  </a:lnTo>
                  <a:lnTo>
                    <a:pt x="292" y="413"/>
                  </a:lnTo>
                  <a:lnTo>
                    <a:pt x="294" y="417"/>
                  </a:lnTo>
                  <a:lnTo>
                    <a:pt x="295" y="420"/>
                  </a:lnTo>
                  <a:lnTo>
                    <a:pt x="297" y="422"/>
                  </a:lnTo>
                  <a:lnTo>
                    <a:pt x="297" y="422"/>
                  </a:lnTo>
                  <a:lnTo>
                    <a:pt x="303" y="424"/>
                  </a:lnTo>
                  <a:lnTo>
                    <a:pt x="308" y="422"/>
                  </a:lnTo>
                  <a:lnTo>
                    <a:pt x="315" y="422"/>
                  </a:lnTo>
                  <a:lnTo>
                    <a:pt x="323" y="422"/>
                  </a:lnTo>
                  <a:lnTo>
                    <a:pt x="323" y="426"/>
                  </a:lnTo>
                  <a:lnTo>
                    <a:pt x="323" y="426"/>
                  </a:lnTo>
                  <a:lnTo>
                    <a:pt x="325" y="428"/>
                  </a:lnTo>
                  <a:lnTo>
                    <a:pt x="325" y="430"/>
                  </a:lnTo>
                  <a:lnTo>
                    <a:pt x="325" y="431"/>
                  </a:lnTo>
                  <a:lnTo>
                    <a:pt x="323" y="433"/>
                  </a:lnTo>
                  <a:lnTo>
                    <a:pt x="323" y="433"/>
                  </a:lnTo>
                  <a:lnTo>
                    <a:pt x="330" y="433"/>
                  </a:lnTo>
                  <a:lnTo>
                    <a:pt x="332" y="435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8" y="439"/>
                  </a:lnTo>
                  <a:lnTo>
                    <a:pt x="330" y="441"/>
                  </a:lnTo>
                  <a:lnTo>
                    <a:pt x="326" y="441"/>
                  </a:lnTo>
                  <a:lnTo>
                    <a:pt x="326" y="441"/>
                  </a:lnTo>
                  <a:lnTo>
                    <a:pt x="328" y="442"/>
                  </a:lnTo>
                  <a:lnTo>
                    <a:pt x="330" y="444"/>
                  </a:lnTo>
                  <a:lnTo>
                    <a:pt x="330" y="444"/>
                  </a:lnTo>
                  <a:lnTo>
                    <a:pt x="335" y="446"/>
                  </a:lnTo>
                  <a:lnTo>
                    <a:pt x="341" y="448"/>
                  </a:lnTo>
                  <a:lnTo>
                    <a:pt x="341" y="448"/>
                  </a:lnTo>
                  <a:lnTo>
                    <a:pt x="343" y="459"/>
                  </a:lnTo>
                  <a:lnTo>
                    <a:pt x="343" y="464"/>
                  </a:lnTo>
                  <a:lnTo>
                    <a:pt x="346" y="471"/>
                  </a:lnTo>
                  <a:lnTo>
                    <a:pt x="346" y="471"/>
                  </a:lnTo>
                  <a:lnTo>
                    <a:pt x="354" y="475"/>
                  </a:lnTo>
                  <a:lnTo>
                    <a:pt x="354" y="475"/>
                  </a:lnTo>
                  <a:lnTo>
                    <a:pt x="368" y="455"/>
                  </a:lnTo>
                  <a:lnTo>
                    <a:pt x="368" y="455"/>
                  </a:lnTo>
                  <a:lnTo>
                    <a:pt x="372" y="455"/>
                  </a:lnTo>
                  <a:lnTo>
                    <a:pt x="376" y="455"/>
                  </a:lnTo>
                  <a:lnTo>
                    <a:pt x="376" y="455"/>
                  </a:lnTo>
                  <a:lnTo>
                    <a:pt x="379" y="448"/>
                  </a:lnTo>
                  <a:lnTo>
                    <a:pt x="383" y="442"/>
                  </a:lnTo>
                  <a:lnTo>
                    <a:pt x="383" y="442"/>
                  </a:lnTo>
                  <a:lnTo>
                    <a:pt x="386" y="442"/>
                  </a:lnTo>
                  <a:lnTo>
                    <a:pt x="386" y="446"/>
                  </a:lnTo>
                  <a:lnTo>
                    <a:pt x="385" y="455"/>
                  </a:lnTo>
                  <a:lnTo>
                    <a:pt x="379" y="470"/>
                  </a:lnTo>
                  <a:lnTo>
                    <a:pt x="379" y="470"/>
                  </a:lnTo>
                  <a:lnTo>
                    <a:pt x="379" y="477"/>
                  </a:lnTo>
                  <a:lnTo>
                    <a:pt x="381" y="481"/>
                  </a:lnTo>
                  <a:lnTo>
                    <a:pt x="381" y="482"/>
                  </a:lnTo>
                  <a:lnTo>
                    <a:pt x="381" y="482"/>
                  </a:lnTo>
                  <a:lnTo>
                    <a:pt x="376" y="482"/>
                  </a:lnTo>
                  <a:lnTo>
                    <a:pt x="372" y="484"/>
                  </a:lnTo>
                  <a:lnTo>
                    <a:pt x="372" y="490"/>
                  </a:lnTo>
                  <a:lnTo>
                    <a:pt x="372" y="490"/>
                  </a:lnTo>
                  <a:lnTo>
                    <a:pt x="376" y="486"/>
                  </a:lnTo>
                  <a:lnTo>
                    <a:pt x="376" y="486"/>
                  </a:lnTo>
                  <a:lnTo>
                    <a:pt x="383" y="484"/>
                  </a:lnTo>
                  <a:lnTo>
                    <a:pt x="385" y="481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94" y="470"/>
                  </a:lnTo>
                  <a:lnTo>
                    <a:pt x="394" y="470"/>
                  </a:lnTo>
                  <a:lnTo>
                    <a:pt x="392" y="471"/>
                  </a:lnTo>
                  <a:lnTo>
                    <a:pt x="392" y="471"/>
                  </a:lnTo>
                  <a:lnTo>
                    <a:pt x="390" y="473"/>
                  </a:lnTo>
                  <a:lnTo>
                    <a:pt x="390" y="475"/>
                  </a:lnTo>
                  <a:lnTo>
                    <a:pt x="390" y="475"/>
                  </a:lnTo>
                  <a:lnTo>
                    <a:pt x="394" y="477"/>
                  </a:lnTo>
                  <a:lnTo>
                    <a:pt x="396" y="482"/>
                  </a:lnTo>
                  <a:lnTo>
                    <a:pt x="397" y="493"/>
                  </a:lnTo>
                  <a:lnTo>
                    <a:pt x="396" y="501"/>
                  </a:lnTo>
                  <a:lnTo>
                    <a:pt x="396" y="501"/>
                  </a:lnTo>
                  <a:lnTo>
                    <a:pt x="410" y="497"/>
                  </a:lnTo>
                  <a:lnTo>
                    <a:pt x="410" y="497"/>
                  </a:lnTo>
                  <a:lnTo>
                    <a:pt x="416" y="519"/>
                  </a:lnTo>
                  <a:lnTo>
                    <a:pt x="417" y="530"/>
                  </a:lnTo>
                  <a:lnTo>
                    <a:pt x="417" y="541"/>
                  </a:lnTo>
                  <a:lnTo>
                    <a:pt x="417" y="541"/>
                  </a:lnTo>
                  <a:lnTo>
                    <a:pt x="423" y="543"/>
                  </a:lnTo>
                  <a:lnTo>
                    <a:pt x="427" y="544"/>
                  </a:lnTo>
                  <a:lnTo>
                    <a:pt x="427" y="544"/>
                  </a:lnTo>
                  <a:lnTo>
                    <a:pt x="430" y="550"/>
                  </a:lnTo>
                  <a:lnTo>
                    <a:pt x="430" y="553"/>
                  </a:lnTo>
                  <a:lnTo>
                    <a:pt x="432" y="555"/>
                  </a:lnTo>
                  <a:lnTo>
                    <a:pt x="432" y="555"/>
                  </a:lnTo>
                  <a:lnTo>
                    <a:pt x="439" y="559"/>
                  </a:lnTo>
                  <a:lnTo>
                    <a:pt x="447" y="563"/>
                  </a:lnTo>
                  <a:lnTo>
                    <a:pt x="447" y="563"/>
                  </a:lnTo>
                  <a:lnTo>
                    <a:pt x="448" y="559"/>
                  </a:lnTo>
                  <a:lnTo>
                    <a:pt x="450" y="557"/>
                  </a:lnTo>
                  <a:lnTo>
                    <a:pt x="452" y="557"/>
                  </a:lnTo>
                  <a:lnTo>
                    <a:pt x="452" y="557"/>
                  </a:lnTo>
                  <a:lnTo>
                    <a:pt x="456" y="559"/>
                  </a:lnTo>
                  <a:lnTo>
                    <a:pt x="458" y="563"/>
                  </a:lnTo>
                  <a:lnTo>
                    <a:pt x="459" y="566"/>
                  </a:lnTo>
                  <a:lnTo>
                    <a:pt x="461" y="570"/>
                  </a:lnTo>
                  <a:lnTo>
                    <a:pt x="461" y="570"/>
                  </a:lnTo>
                  <a:lnTo>
                    <a:pt x="468" y="573"/>
                  </a:lnTo>
                  <a:lnTo>
                    <a:pt x="474" y="573"/>
                  </a:lnTo>
                  <a:lnTo>
                    <a:pt x="478" y="573"/>
                  </a:lnTo>
                  <a:lnTo>
                    <a:pt x="481" y="572"/>
                  </a:lnTo>
                  <a:lnTo>
                    <a:pt x="485" y="564"/>
                  </a:lnTo>
                  <a:lnTo>
                    <a:pt x="487" y="561"/>
                  </a:lnTo>
                  <a:lnTo>
                    <a:pt x="489" y="561"/>
                  </a:lnTo>
                  <a:lnTo>
                    <a:pt x="494" y="561"/>
                  </a:lnTo>
                  <a:lnTo>
                    <a:pt x="494" y="561"/>
                  </a:lnTo>
                  <a:lnTo>
                    <a:pt x="492" y="557"/>
                  </a:lnTo>
                  <a:lnTo>
                    <a:pt x="490" y="555"/>
                  </a:lnTo>
                  <a:lnTo>
                    <a:pt x="490" y="555"/>
                  </a:lnTo>
                  <a:lnTo>
                    <a:pt x="496" y="552"/>
                  </a:lnTo>
                  <a:lnTo>
                    <a:pt x="501" y="548"/>
                  </a:lnTo>
                  <a:lnTo>
                    <a:pt x="501" y="548"/>
                  </a:lnTo>
                  <a:lnTo>
                    <a:pt x="499" y="550"/>
                  </a:lnTo>
                  <a:lnTo>
                    <a:pt x="501" y="552"/>
                  </a:lnTo>
                  <a:lnTo>
                    <a:pt x="503" y="555"/>
                  </a:lnTo>
                  <a:lnTo>
                    <a:pt x="503" y="555"/>
                  </a:lnTo>
                  <a:lnTo>
                    <a:pt x="499" y="559"/>
                  </a:lnTo>
                  <a:lnTo>
                    <a:pt x="496" y="563"/>
                  </a:lnTo>
                  <a:lnTo>
                    <a:pt x="496" y="563"/>
                  </a:lnTo>
                  <a:lnTo>
                    <a:pt x="509" y="559"/>
                  </a:lnTo>
                  <a:lnTo>
                    <a:pt x="510" y="559"/>
                  </a:lnTo>
                  <a:lnTo>
                    <a:pt x="510" y="561"/>
                  </a:lnTo>
                  <a:lnTo>
                    <a:pt x="503" y="568"/>
                  </a:lnTo>
                  <a:lnTo>
                    <a:pt x="503" y="568"/>
                  </a:lnTo>
                  <a:lnTo>
                    <a:pt x="510" y="570"/>
                  </a:lnTo>
                  <a:lnTo>
                    <a:pt x="518" y="575"/>
                  </a:lnTo>
                  <a:lnTo>
                    <a:pt x="518" y="575"/>
                  </a:lnTo>
                  <a:lnTo>
                    <a:pt x="519" y="579"/>
                  </a:lnTo>
                  <a:lnTo>
                    <a:pt x="519" y="583"/>
                  </a:lnTo>
                  <a:lnTo>
                    <a:pt x="519" y="583"/>
                  </a:lnTo>
                  <a:lnTo>
                    <a:pt x="521" y="581"/>
                  </a:lnTo>
                  <a:lnTo>
                    <a:pt x="521" y="577"/>
                  </a:lnTo>
                  <a:lnTo>
                    <a:pt x="523" y="575"/>
                  </a:lnTo>
                  <a:lnTo>
                    <a:pt x="523" y="575"/>
                  </a:lnTo>
                  <a:lnTo>
                    <a:pt x="527" y="573"/>
                  </a:lnTo>
                  <a:lnTo>
                    <a:pt x="530" y="575"/>
                  </a:lnTo>
                  <a:lnTo>
                    <a:pt x="530" y="575"/>
                  </a:lnTo>
                  <a:lnTo>
                    <a:pt x="532" y="573"/>
                  </a:lnTo>
                  <a:lnTo>
                    <a:pt x="534" y="570"/>
                  </a:lnTo>
                  <a:lnTo>
                    <a:pt x="538" y="563"/>
                  </a:lnTo>
                  <a:lnTo>
                    <a:pt x="541" y="550"/>
                  </a:lnTo>
                  <a:lnTo>
                    <a:pt x="541" y="550"/>
                  </a:lnTo>
                  <a:lnTo>
                    <a:pt x="560" y="550"/>
                  </a:lnTo>
                  <a:lnTo>
                    <a:pt x="567" y="550"/>
                  </a:lnTo>
                  <a:lnTo>
                    <a:pt x="572" y="550"/>
                  </a:lnTo>
                  <a:lnTo>
                    <a:pt x="572" y="550"/>
                  </a:lnTo>
                  <a:lnTo>
                    <a:pt x="572" y="548"/>
                  </a:lnTo>
                  <a:lnTo>
                    <a:pt x="574" y="546"/>
                  </a:lnTo>
                  <a:lnTo>
                    <a:pt x="576" y="544"/>
                  </a:lnTo>
                  <a:lnTo>
                    <a:pt x="576" y="544"/>
                  </a:lnTo>
                  <a:lnTo>
                    <a:pt x="576" y="543"/>
                  </a:lnTo>
                  <a:lnTo>
                    <a:pt x="578" y="539"/>
                  </a:lnTo>
                  <a:lnTo>
                    <a:pt x="580" y="535"/>
                  </a:lnTo>
                  <a:lnTo>
                    <a:pt x="580" y="535"/>
                  </a:lnTo>
                  <a:lnTo>
                    <a:pt x="578" y="533"/>
                  </a:lnTo>
                  <a:lnTo>
                    <a:pt x="574" y="532"/>
                  </a:lnTo>
                  <a:lnTo>
                    <a:pt x="572" y="530"/>
                  </a:lnTo>
                  <a:lnTo>
                    <a:pt x="572" y="526"/>
                  </a:lnTo>
                  <a:lnTo>
                    <a:pt x="572" y="526"/>
                  </a:lnTo>
                  <a:lnTo>
                    <a:pt x="574" y="522"/>
                  </a:lnTo>
                  <a:lnTo>
                    <a:pt x="580" y="521"/>
                  </a:lnTo>
                  <a:lnTo>
                    <a:pt x="580" y="521"/>
                  </a:lnTo>
                  <a:lnTo>
                    <a:pt x="580" y="515"/>
                  </a:lnTo>
                  <a:lnTo>
                    <a:pt x="580" y="510"/>
                  </a:lnTo>
                  <a:lnTo>
                    <a:pt x="580" y="504"/>
                  </a:lnTo>
                  <a:lnTo>
                    <a:pt x="581" y="499"/>
                  </a:lnTo>
                  <a:lnTo>
                    <a:pt x="581" y="499"/>
                  </a:lnTo>
                  <a:lnTo>
                    <a:pt x="583" y="493"/>
                  </a:lnTo>
                  <a:lnTo>
                    <a:pt x="587" y="486"/>
                  </a:lnTo>
                  <a:lnTo>
                    <a:pt x="591" y="481"/>
                  </a:lnTo>
                  <a:lnTo>
                    <a:pt x="594" y="475"/>
                  </a:lnTo>
                  <a:lnTo>
                    <a:pt x="594" y="475"/>
                  </a:lnTo>
                  <a:lnTo>
                    <a:pt x="594" y="468"/>
                  </a:lnTo>
                  <a:lnTo>
                    <a:pt x="594" y="462"/>
                  </a:lnTo>
                  <a:lnTo>
                    <a:pt x="592" y="457"/>
                  </a:lnTo>
                  <a:lnTo>
                    <a:pt x="594" y="451"/>
                  </a:lnTo>
                  <a:lnTo>
                    <a:pt x="594" y="451"/>
                  </a:lnTo>
                  <a:lnTo>
                    <a:pt x="601" y="451"/>
                  </a:lnTo>
                  <a:lnTo>
                    <a:pt x="601" y="451"/>
                  </a:lnTo>
                  <a:lnTo>
                    <a:pt x="601" y="450"/>
                  </a:lnTo>
                  <a:lnTo>
                    <a:pt x="601" y="444"/>
                  </a:lnTo>
                  <a:lnTo>
                    <a:pt x="601" y="444"/>
                  </a:lnTo>
                  <a:lnTo>
                    <a:pt x="603" y="442"/>
                  </a:lnTo>
                  <a:lnTo>
                    <a:pt x="609" y="439"/>
                  </a:lnTo>
                  <a:lnTo>
                    <a:pt x="618" y="435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28"/>
                  </a:lnTo>
                  <a:lnTo>
                    <a:pt x="618" y="422"/>
                  </a:lnTo>
                  <a:lnTo>
                    <a:pt x="623" y="422"/>
                  </a:lnTo>
                  <a:lnTo>
                    <a:pt x="623" y="422"/>
                  </a:lnTo>
                  <a:lnTo>
                    <a:pt x="625" y="415"/>
                  </a:lnTo>
                  <a:lnTo>
                    <a:pt x="625" y="415"/>
                  </a:lnTo>
                  <a:lnTo>
                    <a:pt x="625" y="406"/>
                  </a:lnTo>
                  <a:lnTo>
                    <a:pt x="625" y="400"/>
                  </a:lnTo>
                  <a:lnTo>
                    <a:pt x="625" y="397"/>
                  </a:lnTo>
                  <a:lnTo>
                    <a:pt x="625" y="397"/>
                  </a:lnTo>
                  <a:lnTo>
                    <a:pt x="625" y="391"/>
                  </a:lnTo>
                  <a:lnTo>
                    <a:pt x="625" y="384"/>
                  </a:lnTo>
                  <a:lnTo>
                    <a:pt x="625" y="369"/>
                  </a:lnTo>
                  <a:lnTo>
                    <a:pt x="631" y="369"/>
                  </a:lnTo>
                  <a:lnTo>
                    <a:pt x="631" y="369"/>
                  </a:lnTo>
                  <a:lnTo>
                    <a:pt x="632" y="359"/>
                  </a:lnTo>
                  <a:lnTo>
                    <a:pt x="632" y="359"/>
                  </a:lnTo>
                  <a:lnTo>
                    <a:pt x="632" y="349"/>
                  </a:lnTo>
                  <a:lnTo>
                    <a:pt x="631" y="344"/>
                  </a:lnTo>
                  <a:lnTo>
                    <a:pt x="631" y="344"/>
                  </a:lnTo>
                  <a:lnTo>
                    <a:pt x="627" y="337"/>
                  </a:lnTo>
                  <a:lnTo>
                    <a:pt x="623" y="328"/>
                  </a:lnTo>
                  <a:lnTo>
                    <a:pt x="623" y="328"/>
                  </a:lnTo>
                  <a:lnTo>
                    <a:pt x="623" y="318"/>
                  </a:lnTo>
                  <a:lnTo>
                    <a:pt x="625" y="308"/>
                  </a:lnTo>
                  <a:lnTo>
                    <a:pt x="625" y="297"/>
                  </a:lnTo>
                  <a:lnTo>
                    <a:pt x="625" y="291"/>
                  </a:lnTo>
                  <a:lnTo>
                    <a:pt x="623" y="286"/>
                  </a:lnTo>
                  <a:lnTo>
                    <a:pt x="609" y="277"/>
                  </a:lnTo>
                  <a:lnTo>
                    <a:pt x="609" y="277"/>
                  </a:lnTo>
                  <a:lnTo>
                    <a:pt x="609" y="271"/>
                  </a:lnTo>
                  <a:lnTo>
                    <a:pt x="609" y="266"/>
                  </a:lnTo>
                  <a:lnTo>
                    <a:pt x="609" y="266"/>
                  </a:lnTo>
                  <a:lnTo>
                    <a:pt x="601" y="260"/>
                  </a:lnTo>
                  <a:lnTo>
                    <a:pt x="594" y="257"/>
                  </a:lnTo>
                  <a:lnTo>
                    <a:pt x="594" y="257"/>
                  </a:lnTo>
                  <a:lnTo>
                    <a:pt x="592" y="251"/>
                  </a:lnTo>
                  <a:lnTo>
                    <a:pt x="591" y="246"/>
                  </a:lnTo>
                  <a:lnTo>
                    <a:pt x="591" y="233"/>
                  </a:lnTo>
                  <a:lnTo>
                    <a:pt x="591" y="233"/>
                  </a:lnTo>
                  <a:lnTo>
                    <a:pt x="581" y="227"/>
                  </a:lnTo>
                  <a:lnTo>
                    <a:pt x="578" y="224"/>
                  </a:lnTo>
                  <a:lnTo>
                    <a:pt x="572" y="222"/>
                  </a:lnTo>
                  <a:lnTo>
                    <a:pt x="572" y="222"/>
                  </a:lnTo>
                  <a:lnTo>
                    <a:pt x="572" y="205"/>
                  </a:lnTo>
                  <a:lnTo>
                    <a:pt x="571" y="198"/>
                  </a:lnTo>
                  <a:lnTo>
                    <a:pt x="567" y="195"/>
                  </a:lnTo>
                  <a:lnTo>
                    <a:pt x="565" y="193"/>
                  </a:lnTo>
                  <a:lnTo>
                    <a:pt x="560" y="193"/>
                  </a:lnTo>
                  <a:lnTo>
                    <a:pt x="560" y="193"/>
                  </a:lnTo>
                  <a:lnTo>
                    <a:pt x="561" y="189"/>
                  </a:lnTo>
                  <a:lnTo>
                    <a:pt x="565" y="185"/>
                  </a:lnTo>
                  <a:lnTo>
                    <a:pt x="565" y="185"/>
                  </a:lnTo>
                  <a:lnTo>
                    <a:pt x="563" y="184"/>
                  </a:lnTo>
                  <a:lnTo>
                    <a:pt x="563" y="182"/>
                  </a:lnTo>
                  <a:lnTo>
                    <a:pt x="561" y="182"/>
                  </a:lnTo>
                  <a:lnTo>
                    <a:pt x="561" y="178"/>
                  </a:lnTo>
                  <a:lnTo>
                    <a:pt x="561" y="178"/>
                  </a:lnTo>
                  <a:lnTo>
                    <a:pt x="552" y="173"/>
                  </a:lnTo>
                  <a:lnTo>
                    <a:pt x="541" y="167"/>
                  </a:lnTo>
                  <a:lnTo>
                    <a:pt x="529" y="162"/>
                  </a:lnTo>
                  <a:lnTo>
                    <a:pt x="523" y="156"/>
                  </a:lnTo>
                  <a:lnTo>
                    <a:pt x="523" y="156"/>
                  </a:lnTo>
                  <a:lnTo>
                    <a:pt x="521" y="149"/>
                  </a:lnTo>
                  <a:lnTo>
                    <a:pt x="521" y="140"/>
                  </a:lnTo>
                  <a:lnTo>
                    <a:pt x="521" y="131"/>
                  </a:lnTo>
                  <a:lnTo>
                    <a:pt x="519" y="122"/>
                  </a:lnTo>
                  <a:lnTo>
                    <a:pt x="519" y="122"/>
                  </a:lnTo>
                  <a:lnTo>
                    <a:pt x="518" y="116"/>
                  </a:lnTo>
                  <a:lnTo>
                    <a:pt x="514" y="111"/>
                  </a:lnTo>
                  <a:lnTo>
                    <a:pt x="510" y="107"/>
                  </a:lnTo>
                  <a:lnTo>
                    <a:pt x="509" y="102"/>
                  </a:lnTo>
                  <a:lnTo>
                    <a:pt x="509" y="102"/>
                  </a:lnTo>
                  <a:lnTo>
                    <a:pt x="507" y="96"/>
                  </a:lnTo>
                  <a:lnTo>
                    <a:pt x="509" y="87"/>
                  </a:lnTo>
                  <a:lnTo>
                    <a:pt x="509" y="80"/>
                  </a:lnTo>
                  <a:lnTo>
                    <a:pt x="509" y="73"/>
                  </a:lnTo>
                  <a:lnTo>
                    <a:pt x="509" y="73"/>
                  </a:lnTo>
                  <a:lnTo>
                    <a:pt x="501" y="73"/>
                  </a:lnTo>
                  <a:lnTo>
                    <a:pt x="501" y="73"/>
                  </a:lnTo>
                  <a:lnTo>
                    <a:pt x="498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2"/>
                  </a:lnTo>
                  <a:lnTo>
                    <a:pt x="496" y="62"/>
                  </a:lnTo>
                  <a:lnTo>
                    <a:pt x="489" y="63"/>
                  </a:lnTo>
                  <a:lnTo>
                    <a:pt x="489" y="69"/>
                  </a:lnTo>
                  <a:lnTo>
                    <a:pt x="489" y="69"/>
                  </a:lnTo>
                  <a:lnTo>
                    <a:pt x="485" y="69"/>
                  </a:lnTo>
                  <a:lnTo>
                    <a:pt x="483" y="67"/>
                  </a:lnTo>
                  <a:lnTo>
                    <a:pt x="483" y="65"/>
                  </a:lnTo>
                  <a:lnTo>
                    <a:pt x="481" y="65"/>
                  </a:lnTo>
                  <a:lnTo>
                    <a:pt x="481" y="65"/>
                  </a:lnTo>
                  <a:lnTo>
                    <a:pt x="479" y="45"/>
                  </a:lnTo>
                  <a:lnTo>
                    <a:pt x="476" y="29"/>
                  </a:lnTo>
                  <a:lnTo>
                    <a:pt x="468" y="14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54" y="0"/>
                  </a:lnTo>
                  <a:lnTo>
                    <a:pt x="454" y="0"/>
                  </a:lnTo>
                  <a:lnTo>
                    <a:pt x="452" y="25"/>
                  </a:lnTo>
                  <a:lnTo>
                    <a:pt x="452" y="47"/>
                  </a:lnTo>
                  <a:lnTo>
                    <a:pt x="452" y="47"/>
                  </a:lnTo>
                  <a:lnTo>
                    <a:pt x="447" y="49"/>
                  </a:lnTo>
                  <a:lnTo>
                    <a:pt x="447" y="49"/>
                  </a:lnTo>
                  <a:lnTo>
                    <a:pt x="447" y="62"/>
                  </a:lnTo>
                  <a:lnTo>
                    <a:pt x="448" y="74"/>
                  </a:lnTo>
                  <a:lnTo>
                    <a:pt x="448" y="87"/>
                  </a:lnTo>
                  <a:lnTo>
                    <a:pt x="447" y="100"/>
                  </a:lnTo>
                  <a:lnTo>
                    <a:pt x="447" y="100"/>
                  </a:lnTo>
                  <a:lnTo>
                    <a:pt x="441" y="102"/>
                  </a:lnTo>
                  <a:lnTo>
                    <a:pt x="441" y="102"/>
                  </a:lnTo>
                  <a:lnTo>
                    <a:pt x="441" y="109"/>
                  </a:lnTo>
                  <a:lnTo>
                    <a:pt x="441" y="114"/>
                  </a:lnTo>
                  <a:lnTo>
                    <a:pt x="437" y="120"/>
                  </a:lnTo>
                  <a:lnTo>
                    <a:pt x="437" y="120"/>
                  </a:lnTo>
                  <a:lnTo>
                    <a:pt x="437" y="125"/>
                  </a:lnTo>
                  <a:lnTo>
                    <a:pt x="437" y="129"/>
                  </a:lnTo>
                  <a:lnTo>
                    <a:pt x="437" y="129"/>
                  </a:lnTo>
                  <a:lnTo>
                    <a:pt x="436" y="131"/>
                  </a:lnTo>
                  <a:lnTo>
                    <a:pt x="434" y="131"/>
                  </a:lnTo>
                  <a:lnTo>
                    <a:pt x="434" y="131"/>
                  </a:lnTo>
                  <a:lnTo>
                    <a:pt x="432" y="133"/>
                  </a:lnTo>
                  <a:lnTo>
                    <a:pt x="432" y="133"/>
                  </a:lnTo>
                  <a:lnTo>
                    <a:pt x="428" y="131"/>
                  </a:lnTo>
                  <a:lnTo>
                    <a:pt x="427" y="133"/>
                  </a:lnTo>
                  <a:lnTo>
                    <a:pt x="423" y="133"/>
                  </a:lnTo>
                  <a:lnTo>
                    <a:pt x="419" y="133"/>
                  </a:lnTo>
                  <a:lnTo>
                    <a:pt x="419" y="133"/>
                  </a:lnTo>
                  <a:lnTo>
                    <a:pt x="417" y="129"/>
                  </a:lnTo>
                  <a:lnTo>
                    <a:pt x="416" y="125"/>
                  </a:lnTo>
                  <a:lnTo>
                    <a:pt x="414" y="120"/>
                  </a:lnTo>
                  <a:lnTo>
                    <a:pt x="412" y="118"/>
                  </a:lnTo>
                  <a:lnTo>
                    <a:pt x="412" y="118"/>
                  </a:lnTo>
                  <a:lnTo>
                    <a:pt x="408" y="116"/>
                  </a:lnTo>
                  <a:lnTo>
                    <a:pt x="405" y="118"/>
                  </a:lnTo>
                  <a:lnTo>
                    <a:pt x="405" y="118"/>
                  </a:lnTo>
                  <a:lnTo>
                    <a:pt x="401" y="114"/>
                  </a:lnTo>
                  <a:lnTo>
                    <a:pt x="396" y="107"/>
                  </a:lnTo>
                  <a:lnTo>
                    <a:pt x="392" y="102"/>
                  </a:lnTo>
                  <a:lnTo>
                    <a:pt x="388" y="98"/>
                  </a:lnTo>
                  <a:lnTo>
                    <a:pt x="388" y="98"/>
                  </a:lnTo>
                  <a:lnTo>
                    <a:pt x="383" y="96"/>
                  </a:lnTo>
                  <a:lnTo>
                    <a:pt x="379" y="94"/>
                  </a:lnTo>
                  <a:lnTo>
                    <a:pt x="374" y="94"/>
                  </a:lnTo>
                  <a:lnTo>
                    <a:pt x="368" y="93"/>
                  </a:lnTo>
                  <a:lnTo>
                    <a:pt x="368" y="87"/>
                  </a:lnTo>
                  <a:lnTo>
                    <a:pt x="368" y="87"/>
                  </a:lnTo>
                  <a:lnTo>
                    <a:pt x="361" y="83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4" y="7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9" y="62"/>
                  </a:lnTo>
                  <a:lnTo>
                    <a:pt x="359" y="62"/>
                  </a:lnTo>
                  <a:lnTo>
                    <a:pt x="359" y="52"/>
                  </a:lnTo>
                  <a:lnTo>
                    <a:pt x="359" y="49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63" y="45"/>
                  </a:lnTo>
                  <a:lnTo>
                    <a:pt x="368" y="47"/>
                  </a:lnTo>
                  <a:lnTo>
                    <a:pt x="368" y="47"/>
                  </a:lnTo>
                  <a:lnTo>
                    <a:pt x="368" y="40"/>
                  </a:lnTo>
                  <a:lnTo>
                    <a:pt x="368" y="40"/>
                  </a:lnTo>
                  <a:lnTo>
                    <a:pt x="366" y="38"/>
                  </a:lnTo>
                  <a:lnTo>
                    <a:pt x="366" y="36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70" y="32"/>
                  </a:lnTo>
                  <a:lnTo>
                    <a:pt x="372" y="31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7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59" y="25"/>
                  </a:lnTo>
                  <a:lnTo>
                    <a:pt x="355" y="20"/>
                  </a:lnTo>
                  <a:lnTo>
                    <a:pt x="355" y="20"/>
                  </a:lnTo>
                  <a:lnTo>
                    <a:pt x="345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6"/>
                  </a:lnTo>
                  <a:lnTo>
                    <a:pt x="328" y="16"/>
                  </a:lnTo>
                  <a:lnTo>
                    <a:pt x="325" y="16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5" y="16"/>
                  </a:lnTo>
                  <a:lnTo>
                    <a:pt x="323" y="14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5" y="12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0" y="14"/>
                  </a:lnTo>
                  <a:lnTo>
                    <a:pt x="308" y="12"/>
                  </a:lnTo>
                  <a:lnTo>
                    <a:pt x="310" y="12"/>
                  </a:lnTo>
                  <a:lnTo>
                    <a:pt x="310" y="12"/>
                  </a:lnTo>
                  <a:lnTo>
                    <a:pt x="304" y="9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295" y="3"/>
                  </a:lnTo>
                  <a:lnTo>
                    <a:pt x="294" y="5"/>
                  </a:lnTo>
                  <a:lnTo>
                    <a:pt x="299" y="11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3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3" y="29"/>
                  </a:lnTo>
                  <a:lnTo>
                    <a:pt x="295" y="25"/>
                  </a:lnTo>
                  <a:lnTo>
                    <a:pt x="290" y="23"/>
                  </a:lnTo>
                  <a:lnTo>
                    <a:pt x="283" y="22"/>
                  </a:lnTo>
                  <a:lnTo>
                    <a:pt x="283" y="22"/>
                  </a:lnTo>
                  <a:lnTo>
                    <a:pt x="281" y="25"/>
                  </a:lnTo>
                  <a:lnTo>
                    <a:pt x="281" y="29"/>
                  </a:lnTo>
                  <a:lnTo>
                    <a:pt x="281" y="29"/>
                  </a:lnTo>
                  <a:lnTo>
                    <a:pt x="277" y="27"/>
                  </a:lnTo>
                  <a:lnTo>
                    <a:pt x="273" y="25"/>
                  </a:lnTo>
                  <a:lnTo>
                    <a:pt x="273" y="25"/>
                  </a:lnTo>
                  <a:lnTo>
                    <a:pt x="270" y="38"/>
                  </a:lnTo>
                  <a:lnTo>
                    <a:pt x="270" y="43"/>
                  </a:lnTo>
                  <a:lnTo>
                    <a:pt x="272" y="45"/>
                  </a:lnTo>
                  <a:lnTo>
                    <a:pt x="273" y="47"/>
                  </a:lnTo>
                  <a:lnTo>
                    <a:pt x="273" y="47"/>
                  </a:lnTo>
                  <a:lnTo>
                    <a:pt x="272" y="47"/>
                  </a:lnTo>
                  <a:lnTo>
                    <a:pt x="268" y="47"/>
                  </a:lnTo>
                  <a:lnTo>
                    <a:pt x="266" y="45"/>
                  </a:lnTo>
                  <a:lnTo>
                    <a:pt x="263" y="47"/>
                  </a:lnTo>
                  <a:lnTo>
                    <a:pt x="263" y="47"/>
                  </a:lnTo>
                  <a:lnTo>
                    <a:pt x="263" y="52"/>
                  </a:lnTo>
                  <a:lnTo>
                    <a:pt x="263" y="58"/>
                  </a:lnTo>
                  <a:lnTo>
                    <a:pt x="263" y="58"/>
                  </a:lnTo>
                  <a:lnTo>
                    <a:pt x="257" y="60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7" y="69"/>
                  </a:lnTo>
                  <a:lnTo>
                    <a:pt x="261" y="74"/>
                  </a:lnTo>
                  <a:lnTo>
                    <a:pt x="261" y="74"/>
                  </a:lnTo>
                  <a:lnTo>
                    <a:pt x="259" y="76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0" y="76"/>
                  </a:lnTo>
                  <a:lnTo>
                    <a:pt x="246" y="76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3"/>
                  </a:lnTo>
                  <a:lnTo>
                    <a:pt x="239" y="73"/>
                  </a:lnTo>
                  <a:lnTo>
                    <a:pt x="239" y="73"/>
                  </a:lnTo>
                  <a:lnTo>
                    <a:pt x="239" y="78"/>
                  </a:lnTo>
                  <a:lnTo>
                    <a:pt x="239" y="83"/>
                  </a:lnTo>
                  <a:lnTo>
                    <a:pt x="232" y="85"/>
                  </a:lnTo>
                  <a:lnTo>
                    <a:pt x="232" y="85"/>
                  </a:lnTo>
                  <a:lnTo>
                    <a:pt x="233" y="78"/>
                  </a:lnTo>
                  <a:lnTo>
                    <a:pt x="233" y="73"/>
                  </a:lnTo>
                  <a:lnTo>
                    <a:pt x="232" y="67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08" y="56"/>
                  </a:lnTo>
                  <a:lnTo>
                    <a:pt x="206" y="60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2" y="67"/>
                  </a:lnTo>
                  <a:lnTo>
                    <a:pt x="202" y="65"/>
                  </a:lnTo>
                  <a:lnTo>
                    <a:pt x="202" y="63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201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197" y="78"/>
                  </a:lnTo>
                  <a:lnTo>
                    <a:pt x="193" y="78"/>
                  </a:lnTo>
                  <a:lnTo>
                    <a:pt x="190" y="78"/>
                  </a:lnTo>
                  <a:lnTo>
                    <a:pt x="190" y="78"/>
                  </a:lnTo>
                  <a:lnTo>
                    <a:pt x="191" y="82"/>
                  </a:lnTo>
                  <a:lnTo>
                    <a:pt x="193" y="83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88" y="83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3"/>
                  </a:lnTo>
                  <a:lnTo>
                    <a:pt x="181" y="85"/>
                  </a:lnTo>
                  <a:lnTo>
                    <a:pt x="181" y="85"/>
                  </a:lnTo>
                  <a:lnTo>
                    <a:pt x="181" y="93"/>
                  </a:lnTo>
                  <a:lnTo>
                    <a:pt x="181" y="94"/>
                  </a:lnTo>
                  <a:lnTo>
                    <a:pt x="181" y="100"/>
                  </a:lnTo>
                  <a:lnTo>
                    <a:pt x="181" y="100"/>
                  </a:lnTo>
                  <a:lnTo>
                    <a:pt x="170" y="94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6" y="98"/>
                  </a:lnTo>
                  <a:lnTo>
                    <a:pt x="166" y="98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8" y="111"/>
                  </a:lnTo>
                  <a:lnTo>
                    <a:pt x="170" y="113"/>
                  </a:lnTo>
                  <a:lnTo>
                    <a:pt x="168" y="116"/>
                  </a:lnTo>
                  <a:lnTo>
                    <a:pt x="166" y="122"/>
                  </a:lnTo>
                  <a:lnTo>
                    <a:pt x="166" y="122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5" y="107"/>
                  </a:lnTo>
                  <a:lnTo>
                    <a:pt x="155" y="105"/>
                  </a:lnTo>
                  <a:lnTo>
                    <a:pt x="153" y="107"/>
                  </a:lnTo>
                  <a:lnTo>
                    <a:pt x="151" y="109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4" y="129"/>
                  </a:lnTo>
                  <a:lnTo>
                    <a:pt x="144" y="136"/>
                  </a:lnTo>
                  <a:lnTo>
                    <a:pt x="144" y="138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39" y="145"/>
                  </a:lnTo>
                  <a:lnTo>
                    <a:pt x="135" y="147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0" y="156"/>
                  </a:lnTo>
                  <a:lnTo>
                    <a:pt x="130" y="162"/>
                  </a:lnTo>
                  <a:lnTo>
                    <a:pt x="130" y="162"/>
                  </a:lnTo>
                  <a:lnTo>
                    <a:pt x="122" y="164"/>
                  </a:lnTo>
                  <a:lnTo>
                    <a:pt x="117" y="165"/>
                  </a:lnTo>
                  <a:lnTo>
                    <a:pt x="109" y="167"/>
                  </a:lnTo>
                  <a:lnTo>
                    <a:pt x="102" y="169"/>
                  </a:lnTo>
                  <a:lnTo>
                    <a:pt x="100" y="173"/>
                  </a:lnTo>
                  <a:lnTo>
                    <a:pt x="100" y="173"/>
                  </a:lnTo>
                  <a:lnTo>
                    <a:pt x="97" y="173"/>
                  </a:lnTo>
                  <a:lnTo>
                    <a:pt x="95" y="173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89" y="173"/>
                  </a:lnTo>
                  <a:lnTo>
                    <a:pt x="88" y="178"/>
                  </a:lnTo>
                  <a:lnTo>
                    <a:pt x="88" y="182"/>
                  </a:lnTo>
                  <a:lnTo>
                    <a:pt x="84" y="184"/>
                  </a:lnTo>
                  <a:lnTo>
                    <a:pt x="84" y="184"/>
                  </a:lnTo>
                  <a:lnTo>
                    <a:pt x="80" y="184"/>
                  </a:lnTo>
                  <a:lnTo>
                    <a:pt x="75" y="184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8" y="185"/>
                  </a:lnTo>
                  <a:lnTo>
                    <a:pt x="58" y="185"/>
                  </a:lnTo>
                  <a:lnTo>
                    <a:pt x="57" y="189"/>
                  </a:lnTo>
                  <a:lnTo>
                    <a:pt x="55" y="193"/>
                  </a:lnTo>
                  <a:lnTo>
                    <a:pt x="55" y="193"/>
                  </a:lnTo>
                  <a:lnTo>
                    <a:pt x="51" y="193"/>
                  </a:lnTo>
                  <a:lnTo>
                    <a:pt x="46" y="193"/>
                  </a:lnTo>
                  <a:lnTo>
                    <a:pt x="46" y="196"/>
                  </a:lnTo>
                  <a:lnTo>
                    <a:pt x="46" y="196"/>
                  </a:lnTo>
                  <a:lnTo>
                    <a:pt x="40" y="200"/>
                  </a:lnTo>
                  <a:lnTo>
                    <a:pt x="35" y="20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5" y="222"/>
                  </a:lnTo>
                  <a:lnTo>
                    <a:pt x="11" y="222"/>
                  </a:lnTo>
                  <a:lnTo>
                    <a:pt x="15" y="215"/>
                  </a:lnTo>
                  <a:lnTo>
                    <a:pt x="15" y="215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22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7" y="229"/>
                  </a:lnTo>
                  <a:lnTo>
                    <a:pt x="9" y="236"/>
                  </a:lnTo>
                  <a:lnTo>
                    <a:pt x="9" y="242"/>
                  </a:lnTo>
                  <a:lnTo>
                    <a:pt x="9" y="249"/>
                  </a:lnTo>
                  <a:lnTo>
                    <a:pt x="9" y="249"/>
                  </a:lnTo>
                  <a:lnTo>
                    <a:pt x="4" y="253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0" y="262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6"/>
                  </a:lnTo>
                  <a:lnTo>
                    <a:pt x="7" y="271"/>
                  </a:lnTo>
                  <a:lnTo>
                    <a:pt x="11" y="277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15" y="300"/>
                  </a:lnTo>
                  <a:lnTo>
                    <a:pt x="15" y="300"/>
                  </a:lnTo>
                  <a:lnTo>
                    <a:pt x="11" y="298"/>
                  </a:lnTo>
                  <a:lnTo>
                    <a:pt x="7" y="298"/>
                  </a:lnTo>
                  <a:lnTo>
                    <a:pt x="7" y="298"/>
                  </a:lnTo>
                  <a:lnTo>
                    <a:pt x="7" y="291"/>
                  </a:lnTo>
                  <a:lnTo>
                    <a:pt x="7" y="291"/>
                  </a:lnTo>
                  <a:lnTo>
                    <a:pt x="4" y="291"/>
                  </a:lnTo>
                  <a:lnTo>
                    <a:pt x="4" y="293"/>
                  </a:lnTo>
                  <a:lnTo>
                    <a:pt x="4" y="298"/>
                  </a:lnTo>
                  <a:lnTo>
                    <a:pt x="4" y="298"/>
                  </a:lnTo>
                  <a:lnTo>
                    <a:pt x="15" y="308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2" y="306"/>
                  </a:lnTo>
                  <a:lnTo>
                    <a:pt x="2" y="311"/>
                  </a:lnTo>
                  <a:lnTo>
                    <a:pt x="2" y="311"/>
                  </a:lnTo>
                  <a:lnTo>
                    <a:pt x="9" y="317"/>
                  </a:lnTo>
                  <a:lnTo>
                    <a:pt x="15" y="320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33"/>
                  </a:lnTo>
                  <a:lnTo>
                    <a:pt x="17" y="337"/>
                  </a:lnTo>
                  <a:lnTo>
                    <a:pt x="17" y="340"/>
                  </a:lnTo>
                  <a:lnTo>
                    <a:pt x="17" y="340"/>
                  </a:lnTo>
                  <a:lnTo>
                    <a:pt x="18" y="342"/>
                  </a:lnTo>
                  <a:lnTo>
                    <a:pt x="22" y="344"/>
                  </a:lnTo>
                  <a:lnTo>
                    <a:pt x="26" y="348"/>
                  </a:lnTo>
                  <a:lnTo>
                    <a:pt x="26" y="348"/>
                  </a:lnTo>
                  <a:close/>
                  <a:moveTo>
                    <a:pt x="532" y="672"/>
                  </a:moveTo>
                  <a:lnTo>
                    <a:pt x="534" y="677"/>
                  </a:lnTo>
                  <a:lnTo>
                    <a:pt x="534" y="677"/>
                  </a:lnTo>
                  <a:lnTo>
                    <a:pt x="536" y="674"/>
                  </a:lnTo>
                  <a:lnTo>
                    <a:pt x="534" y="672"/>
                  </a:lnTo>
                  <a:lnTo>
                    <a:pt x="532" y="672"/>
                  </a:lnTo>
                  <a:lnTo>
                    <a:pt x="532" y="672"/>
                  </a:lnTo>
                  <a:close/>
                  <a:moveTo>
                    <a:pt x="490" y="614"/>
                  </a:moveTo>
                  <a:lnTo>
                    <a:pt x="490" y="614"/>
                  </a:lnTo>
                  <a:lnTo>
                    <a:pt x="490" y="619"/>
                  </a:lnTo>
                  <a:lnTo>
                    <a:pt x="489" y="621"/>
                  </a:lnTo>
                  <a:lnTo>
                    <a:pt x="489" y="621"/>
                  </a:lnTo>
                  <a:lnTo>
                    <a:pt x="492" y="626"/>
                  </a:lnTo>
                  <a:lnTo>
                    <a:pt x="496" y="632"/>
                  </a:lnTo>
                  <a:lnTo>
                    <a:pt x="498" y="639"/>
                  </a:lnTo>
                  <a:lnTo>
                    <a:pt x="501" y="645"/>
                  </a:lnTo>
                  <a:lnTo>
                    <a:pt x="501" y="645"/>
                  </a:lnTo>
                  <a:lnTo>
                    <a:pt x="505" y="646"/>
                  </a:lnTo>
                  <a:lnTo>
                    <a:pt x="509" y="648"/>
                  </a:lnTo>
                  <a:lnTo>
                    <a:pt x="509" y="648"/>
                  </a:lnTo>
                  <a:lnTo>
                    <a:pt x="505" y="652"/>
                  </a:lnTo>
                  <a:lnTo>
                    <a:pt x="503" y="655"/>
                  </a:lnTo>
                  <a:lnTo>
                    <a:pt x="503" y="657"/>
                  </a:lnTo>
                  <a:lnTo>
                    <a:pt x="505" y="661"/>
                  </a:lnTo>
                  <a:lnTo>
                    <a:pt x="510" y="666"/>
                  </a:lnTo>
                  <a:lnTo>
                    <a:pt x="516" y="672"/>
                  </a:lnTo>
                  <a:lnTo>
                    <a:pt x="516" y="677"/>
                  </a:lnTo>
                  <a:lnTo>
                    <a:pt x="516" y="677"/>
                  </a:lnTo>
                  <a:lnTo>
                    <a:pt x="519" y="679"/>
                  </a:lnTo>
                  <a:lnTo>
                    <a:pt x="523" y="679"/>
                  </a:lnTo>
                  <a:lnTo>
                    <a:pt x="527" y="679"/>
                  </a:lnTo>
                  <a:lnTo>
                    <a:pt x="529" y="677"/>
                  </a:lnTo>
                  <a:lnTo>
                    <a:pt x="532" y="672"/>
                  </a:lnTo>
                  <a:lnTo>
                    <a:pt x="534" y="665"/>
                  </a:lnTo>
                  <a:lnTo>
                    <a:pt x="534" y="665"/>
                  </a:lnTo>
                  <a:lnTo>
                    <a:pt x="540" y="670"/>
                  </a:lnTo>
                  <a:lnTo>
                    <a:pt x="541" y="672"/>
                  </a:lnTo>
                  <a:lnTo>
                    <a:pt x="545" y="670"/>
                  </a:lnTo>
                  <a:lnTo>
                    <a:pt x="545" y="665"/>
                  </a:lnTo>
                  <a:lnTo>
                    <a:pt x="545" y="665"/>
                  </a:lnTo>
                  <a:lnTo>
                    <a:pt x="543" y="661"/>
                  </a:lnTo>
                  <a:lnTo>
                    <a:pt x="541" y="655"/>
                  </a:lnTo>
                  <a:lnTo>
                    <a:pt x="541" y="655"/>
                  </a:lnTo>
                  <a:lnTo>
                    <a:pt x="545" y="645"/>
                  </a:lnTo>
                  <a:lnTo>
                    <a:pt x="549" y="645"/>
                  </a:lnTo>
                  <a:lnTo>
                    <a:pt x="549" y="645"/>
                  </a:lnTo>
                  <a:lnTo>
                    <a:pt x="550" y="639"/>
                  </a:lnTo>
                  <a:lnTo>
                    <a:pt x="550" y="632"/>
                  </a:lnTo>
                  <a:lnTo>
                    <a:pt x="547" y="619"/>
                  </a:lnTo>
                  <a:lnTo>
                    <a:pt x="547" y="619"/>
                  </a:lnTo>
                  <a:lnTo>
                    <a:pt x="538" y="623"/>
                  </a:lnTo>
                  <a:lnTo>
                    <a:pt x="530" y="623"/>
                  </a:lnTo>
                  <a:lnTo>
                    <a:pt x="525" y="625"/>
                  </a:lnTo>
                  <a:lnTo>
                    <a:pt x="519" y="623"/>
                  </a:lnTo>
                  <a:lnTo>
                    <a:pt x="507" y="619"/>
                  </a:lnTo>
                  <a:lnTo>
                    <a:pt x="490" y="614"/>
                  </a:lnTo>
                  <a:lnTo>
                    <a:pt x="490" y="614"/>
                  </a:lnTo>
                  <a:close/>
                  <a:moveTo>
                    <a:pt x="541" y="597"/>
                  </a:moveTo>
                  <a:lnTo>
                    <a:pt x="541" y="597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9" y="606"/>
                  </a:lnTo>
                  <a:lnTo>
                    <a:pt x="550" y="604"/>
                  </a:lnTo>
                  <a:lnTo>
                    <a:pt x="547" y="601"/>
                  </a:lnTo>
                  <a:lnTo>
                    <a:pt x="541" y="597"/>
                  </a:lnTo>
                  <a:lnTo>
                    <a:pt x="541" y="597"/>
                  </a:lnTo>
                  <a:close/>
                  <a:moveTo>
                    <a:pt x="476" y="592"/>
                  </a:moveTo>
                  <a:lnTo>
                    <a:pt x="476" y="592"/>
                  </a:lnTo>
                  <a:lnTo>
                    <a:pt x="476" y="594"/>
                  </a:lnTo>
                  <a:lnTo>
                    <a:pt x="476" y="597"/>
                  </a:lnTo>
                  <a:lnTo>
                    <a:pt x="479" y="601"/>
                  </a:lnTo>
                  <a:lnTo>
                    <a:pt x="479" y="601"/>
                  </a:lnTo>
                  <a:lnTo>
                    <a:pt x="481" y="595"/>
                  </a:lnTo>
                  <a:lnTo>
                    <a:pt x="481" y="592"/>
                  </a:lnTo>
                  <a:lnTo>
                    <a:pt x="479" y="590"/>
                  </a:lnTo>
                  <a:lnTo>
                    <a:pt x="476" y="592"/>
                  </a:lnTo>
                  <a:lnTo>
                    <a:pt x="476" y="592"/>
                  </a:lnTo>
                  <a:close/>
                  <a:moveTo>
                    <a:pt x="0" y="293"/>
                  </a:moveTo>
                  <a:lnTo>
                    <a:pt x="2" y="304"/>
                  </a:lnTo>
                  <a:lnTo>
                    <a:pt x="2" y="304"/>
                  </a:lnTo>
                  <a:lnTo>
                    <a:pt x="2" y="297"/>
                  </a:lnTo>
                  <a:lnTo>
                    <a:pt x="2" y="295"/>
                  </a:lnTo>
                  <a:lnTo>
                    <a:pt x="0" y="293"/>
                  </a:lnTo>
                  <a:lnTo>
                    <a:pt x="0" y="293"/>
                  </a:lnTo>
                  <a:close/>
                  <a:moveTo>
                    <a:pt x="416" y="105"/>
                  </a:moveTo>
                  <a:lnTo>
                    <a:pt x="416" y="105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11"/>
                  </a:lnTo>
                  <a:lnTo>
                    <a:pt x="417" y="113"/>
                  </a:lnTo>
                  <a:lnTo>
                    <a:pt x="417" y="113"/>
                  </a:lnTo>
                  <a:lnTo>
                    <a:pt x="417" y="107"/>
                  </a:lnTo>
                  <a:lnTo>
                    <a:pt x="417" y="105"/>
                  </a:lnTo>
                  <a:lnTo>
                    <a:pt x="416" y="105"/>
                  </a:lnTo>
                  <a:lnTo>
                    <a:pt x="416" y="105"/>
                  </a:lnTo>
                  <a:close/>
                  <a:moveTo>
                    <a:pt x="372" y="51"/>
                  </a:moveTo>
                  <a:lnTo>
                    <a:pt x="372" y="51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8"/>
                  </a:lnTo>
                  <a:lnTo>
                    <a:pt x="366" y="63"/>
                  </a:lnTo>
                  <a:lnTo>
                    <a:pt x="366" y="63"/>
                  </a:lnTo>
                  <a:lnTo>
                    <a:pt x="374" y="62"/>
                  </a:lnTo>
                  <a:lnTo>
                    <a:pt x="376" y="58"/>
                  </a:lnTo>
                  <a:lnTo>
                    <a:pt x="376" y="58"/>
                  </a:lnTo>
                  <a:lnTo>
                    <a:pt x="372" y="51"/>
                  </a:lnTo>
                  <a:lnTo>
                    <a:pt x="372" y="51"/>
                  </a:lnTo>
                  <a:close/>
                  <a:moveTo>
                    <a:pt x="268" y="12"/>
                  </a:moveTo>
                  <a:lnTo>
                    <a:pt x="268" y="18"/>
                  </a:lnTo>
                  <a:lnTo>
                    <a:pt x="273" y="18"/>
                  </a:lnTo>
                  <a:lnTo>
                    <a:pt x="273" y="18"/>
                  </a:lnTo>
                  <a:lnTo>
                    <a:pt x="272" y="16"/>
                  </a:lnTo>
                  <a:lnTo>
                    <a:pt x="272" y="14"/>
                  </a:lnTo>
                  <a:lnTo>
                    <a:pt x="272" y="12"/>
                  </a:lnTo>
                  <a:lnTo>
                    <a:pt x="268" y="12"/>
                  </a:lnTo>
                  <a:lnTo>
                    <a:pt x="268" y="12"/>
                  </a:lnTo>
                  <a:close/>
                  <a:moveTo>
                    <a:pt x="275" y="9"/>
                  </a:moveTo>
                  <a:lnTo>
                    <a:pt x="279" y="14"/>
                  </a:lnTo>
                  <a:lnTo>
                    <a:pt x="279" y="14"/>
                  </a:lnTo>
                  <a:lnTo>
                    <a:pt x="281" y="14"/>
                  </a:lnTo>
                  <a:lnTo>
                    <a:pt x="281" y="12"/>
                  </a:lnTo>
                  <a:lnTo>
                    <a:pt x="275" y="9"/>
                  </a:lnTo>
                  <a:lnTo>
                    <a:pt x="275" y="9"/>
                  </a:lnTo>
                  <a:close/>
                  <a:moveTo>
                    <a:pt x="283" y="7"/>
                  </a:moveTo>
                  <a:lnTo>
                    <a:pt x="283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6" y="11"/>
                  </a:lnTo>
                  <a:lnTo>
                    <a:pt x="286" y="9"/>
                  </a:lnTo>
                  <a:lnTo>
                    <a:pt x="286" y="7"/>
                  </a:lnTo>
                  <a:lnTo>
                    <a:pt x="283" y="7"/>
                  </a:lnTo>
                  <a:lnTo>
                    <a:pt x="283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3" name="Freeform 457">
              <a:extLst>
                <a:ext uri="{FF2B5EF4-FFF2-40B4-BE49-F238E27FC236}">
                  <a16:creationId xmlns:a16="http://schemas.microsoft.com/office/drawing/2014/main" id="{DB85206C-DA38-4898-A000-6B22EC5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9373" y="2795758"/>
              <a:ext cx="81566" cy="80082"/>
            </a:xfrm>
            <a:custGeom>
              <a:avLst/>
              <a:gdLst>
                <a:gd name="T0" fmla="*/ 4 w 55"/>
                <a:gd name="T1" fmla="*/ 2 h 54"/>
                <a:gd name="T2" fmla="*/ 8 w 55"/>
                <a:gd name="T3" fmla="*/ 9 h 54"/>
                <a:gd name="T4" fmla="*/ 6 w 55"/>
                <a:gd name="T5" fmla="*/ 13 h 54"/>
                <a:gd name="T6" fmla="*/ 2 w 55"/>
                <a:gd name="T7" fmla="*/ 16 h 54"/>
                <a:gd name="T8" fmla="*/ 0 w 55"/>
                <a:gd name="T9" fmla="*/ 22 h 54"/>
                <a:gd name="T10" fmla="*/ 2 w 55"/>
                <a:gd name="T11" fmla="*/ 25 h 54"/>
                <a:gd name="T12" fmla="*/ 19 w 55"/>
                <a:gd name="T13" fmla="*/ 31 h 54"/>
                <a:gd name="T14" fmla="*/ 22 w 55"/>
                <a:gd name="T15" fmla="*/ 33 h 54"/>
                <a:gd name="T16" fmla="*/ 24 w 55"/>
                <a:gd name="T17" fmla="*/ 40 h 54"/>
                <a:gd name="T18" fmla="*/ 24 w 55"/>
                <a:gd name="T19" fmla="*/ 38 h 54"/>
                <a:gd name="T20" fmla="*/ 30 w 55"/>
                <a:gd name="T21" fmla="*/ 38 h 54"/>
                <a:gd name="T22" fmla="*/ 35 w 55"/>
                <a:gd name="T23" fmla="*/ 40 h 54"/>
                <a:gd name="T24" fmla="*/ 42 w 55"/>
                <a:gd name="T25" fmla="*/ 45 h 54"/>
                <a:gd name="T26" fmla="*/ 44 w 55"/>
                <a:gd name="T27" fmla="*/ 49 h 54"/>
                <a:gd name="T28" fmla="*/ 46 w 55"/>
                <a:gd name="T29" fmla="*/ 54 h 54"/>
                <a:gd name="T30" fmla="*/ 51 w 55"/>
                <a:gd name="T31" fmla="*/ 51 h 54"/>
                <a:gd name="T32" fmla="*/ 55 w 55"/>
                <a:gd name="T33" fmla="*/ 47 h 54"/>
                <a:gd name="T34" fmla="*/ 55 w 55"/>
                <a:gd name="T35" fmla="*/ 44 h 54"/>
                <a:gd name="T36" fmla="*/ 53 w 55"/>
                <a:gd name="T37" fmla="*/ 36 h 54"/>
                <a:gd name="T38" fmla="*/ 53 w 55"/>
                <a:gd name="T39" fmla="*/ 36 h 54"/>
                <a:gd name="T40" fmla="*/ 48 w 55"/>
                <a:gd name="T41" fmla="*/ 36 h 54"/>
                <a:gd name="T42" fmla="*/ 42 w 55"/>
                <a:gd name="T43" fmla="*/ 31 h 54"/>
                <a:gd name="T44" fmla="*/ 46 w 55"/>
                <a:gd name="T45" fmla="*/ 25 h 54"/>
                <a:gd name="T46" fmla="*/ 42 w 55"/>
                <a:gd name="T47" fmla="*/ 22 h 54"/>
                <a:gd name="T48" fmla="*/ 35 w 55"/>
                <a:gd name="T49" fmla="*/ 18 h 54"/>
                <a:gd name="T50" fmla="*/ 39 w 55"/>
                <a:gd name="T51" fmla="*/ 16 h 54"/>
                <a:gd name="T52" fmla="*/ 39 w 55"/>
                <a:gd name="T53" fmla="*/ 11 h 54"/>
                <a:gd name="T54" fmla="*/ 37 w 55"/>
                <a:gd name="T55" fmla="*/ 11 h 54"/>
                <a:gd name="T56" fmla="*/ 33 w 55"/>
                <a:gd name="T57" fmla="*/ 7 h 54"/>
                <a:gd name="T58" fmla="*/ 33 w 55"/>
                <a:gd name="T59" fmla="*/ 7 h 54"/>
                <a:gd name="T60" fmla="*/ 30 w 55"/>
                <a:gd name="T61" fmla="*/ 7 h 54"/>
                <a:gd name="T62" fmla="*/ 26 w 55"/>
                <a:gd name="T63" fmla="*/ 0 h 54"/>
                <a:gd name="T64" fmla="*/ 17 w 55"/>
                <a:gd name="T65" fmla="*/ 0 h 54"/>
                <a:gd name="T66" fmla="*/ 4 w 55"/>
                <a:gd name="T67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5" h="54">
                  <a:moveTo>
                    <a:pt x="4" y="2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2" y="25"/>
                  </a:lnTo>
                  <a:lnTo>
                    <a:pt x="8" y="27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2" y="33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3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6" y="51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5" y="4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4" y="33"/>
                  </a:lnTo>
                  <a:lnTo>
                    <a:pt x="42" y="31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9" y="16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0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4" name="Freeform 458">
              <a:extLst>
                <a:ext uri="{FF2B5EF4-FFF2-40B4-BE49-F238E27FC236}">
                  <a16:creationId xmlns:a16="http://schemas.microsoft.com/office/drawing/2014/main" id="{0758CBD0-3E03-4C41-84A4-61C520543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8018" y="4694004"/>
              <a:ext cx="462698" cy="1094457"/>
            </a:xfrm>
            <a:custGeom>
              <a:avLst/>
              <a:gdLst>
                <a:gd name="T0" fmla="*/ 126 w 312"/>
                <a:gd name="T1" fmla="*/ 735 h 738"/>
                <a:gd name="T2" fmla="*/ 78 w 312"/>
                <a:gd name="T3" fmla="*/ 702 h 738"/>
                <a:gd name="T4" fmla="*/ 149 w 312"/>
                <a:gd name="T5" fmla="*/ 4 h 738"/>
                <a:gd name="T6" fmla="*/ 133 w 312"/>
                <a:gd name="T7" fmla="*/ 4 h 738"/>
                <a:gd name="T8" fmla="*/ 100 w 312"/>
                <a:gd name="T9" fmla="*/ 24 h 738"/>
                <a:gd name="T10" fmla="*/ 91 w 312"/>
                <a:gd name="T11" fmla="*/ 50 h 738"/>
                <a:gd name="T12" fmla="*/ 84 w 312"/>
                <a:gd name="T13" fmla="*/ 86 h 738"/>
                <a:gd name="T14" fmla="*/ 78 w 312"/>
                <a:gd name="T15" fmla="*/ 115 h 738"/>
                <a:gd name="T16" fmla="*/ 64 w 312"/>
                <a:gd name="T17" fmla="*/ 144 h 738"/>
                <a:gd name="T18" fmla="*/ 57 w 312"/>
                <a:gd name="T19" fmla="*/ 197 h 738"/>
                <a:gd name="T20" fmla="*/ 53 w 312"/>
                <a:gd name="T21" fmla="*/ 236 h 738"/>
                <a:gd name="T22" fmla="*/ 47 w 312"/>
                <a:gd name="T23" fmla="*/ 281 h 738"/>
                <a:gd name="T24" fmla="*/ 40 w 312"/>
                <a:gd name="T25" fmla="*/ 308 h 738"/>
                <a:gd name="T26" fmla="*/ 33 w 312"/>
                <a:gd name="T27" fmla="*/ 338 h 738"/>
                <a:gd name="T28" fmla="*/ 31 w 312"/>
                <a:gd name="T29" fmla="*/ 352 h 738"/>
                <a:gd name="T30" fmla="*/ 20 w 312"/>
                <a:gd name="T31" fmla="*/ 396 h 738"/>
                <a:gd name="T32" fmla="*/ 27 w 312"/>
                <a:gd name="T33" fmla="*/ 423 h 738"/>
                <a:gd name="T34" fmla="*/ 26 w 312"/>
                <a:gd name="T35" fmla="*/ 461 h 738"/>
                <a:gd name="T36" fmla="*/ 31 w 312"/>
                <a:gd name="T37" fmla="*/ 491 h 738"/>
                <a:gd name="T38" fmla="*/ 26 w 312"/>
                <a:gd name="T39" fmla="*/ 507 h 738"/>
                <a:gd name="T40" fmla="*/ 26 w 312"/>
                <a:gd name="T41" fmla="*/ 529 h 738"/>
                <a:gd name="T42" fmla="*/ 18 w 312"/>
                <a:gd name="T43" fmla="*/ 562 h 738"/>
                <a:gd name="T44" fmla="*/ 15 w 312"/>
                <a:gd name="T45" fmla="*/ 585 h 738"/>
                <a:gd name="T46" fmla="*/ 0 w 312"/>
                <a:gd name="T47" fmla="*/ 622 h 738"/>
                <a:gd name="T48" fmla="*/ 13 w 312"/>
                <a:gd name="T49" fmla="*/ 631 h 738"/>
                <a:gd name="T50" fmla="*/ 15 w 312"/>
                <a:gd name="T51" fmla="*/ 655 h 738"/>
                <a:gd name="T52" fmla="*/ 66 w 312"/>
                <a:gd name="T53" fmla="*/ 664 h 738"/>
                <a:gd name="T54" fmla="*/ 80 w 312"/>
                <a:gd name="T55" fmla="*/ 634 h 738"/>
                <a:gd name="T56" fmla="*/ 80 w 312"/>
                <a:gd name="T57" fmla="*/ 622 h 738"/>
                <a:gd name="T58" fmla="*/ 98 w 312"/>
                <a:gd name="T59" fmla="*/ 594 h 738"/>
                <a:gd name="T60" fmla="*/ 117 w 312"/>
                <a:gd name="T61" fmla="*/ 552 h 738"/>
                <a:gd name="T62" fmla="*/ 93 w 312"/>
                <a:gd name="T63" fmla="*/ 534 h 738"/>
                <a:gd name="T64" fmla="*/ 126 w 312"/>
                <a:gd name="T65" fmla="*/ 507 h 738"/>
                <a:gd name="T66" fmla="*/ 128 w 312"/>
                <a:gd name="T67" fmla="*/ 492 h 738"/>
                <a:gd name="T68" fmla="*/ 144 w 312"/>
                <a:gd name="T69" fmla="*/ 456 h 738"/>
                <a:gd name="T70" fmla="*/ 148 w 312"/>
                <a:gd name="T71" fmla="*/ 449 h 738"/>
                <a:gd name="T72" fmla="*/ 159 w 312"/>
                <a:gd name="T73" fmla="*/ 440 h 738"/>
                <a:gd name="T74" fmla="*/ 137 w 312"/>
                <a:gd name="T75" fmla="*/ 427 h 738"/>
                <a:gd name="T76" fmla="*/ 146 w 312"/>
                <a:gd name="T77" fmla="*/ 410 h 738"/>
                <a:gd name="T78" fmla="*/ 177 w 312"/>
                <a:gd name="T79" fmla="*/ 409 h 738"/>
                <a:gd name="T80" fmla="*/ 175 w 312"/>
                <a:gd name="T81" fmla="*/ 363 h 738"/>
                <a:gd name="T82" fmla="*/ 217 w 312"/>
                <a:gd name="T83" fmla="*/ 359 h 738"/>
                <a:gd name="T84" fmla="*/ 262 w 312"/>
                <a:gd name="T85" fmla="*/ 308 h 738"/>
                <a:gd name="T86" fmla="*/ 253 w 312"/>
                <a:gd name="T87" fmla="*/ 288 h 738"/>
                <a:gd name="T88" fmla="*/ 233 w 312"/>
                <a:gd name="T89" fmla="*/ 250 h 738"/>
                <a:gd name="T90" fmla="*/ 239 w 312"/>
                <a:gd name="T91" fmla="*/ 226 h 738"/>
                <a:gd name="T92" fmla="*/ 242 w 312"/>
                <a:gd name="T93" fmla="*/ 203 h 738"/>
                <a:gd name="T94" fmla="*/ 253 w 312"/>
                <a:gd name="T95" fmla="*/ 170 h 738"/>
                <a:gd name="T96" fmla="*/ 268 w 312"/>
                <a:gd name="T97" fmla="*/ 146 h 738"/>
                <a:gd name="T98" fmla="*/ 292 w 312"/>
                <a:gd name="T99" fmla="*/ 123 h 738"/>
                <a:gd name="T100" fmla="*/ 312 w 312"/>
                <a:gd name="T101" fmla="*/ 110 h 738"/>
                <a:gd name="T102" fmla="*/ 304 w 312"/>
                <a:gd name="T103" fmla="*/ 81 h 738"/>
                <a:gd name="T104" fmla="*/ 293 w 312"/>
                <a:gd name="T105" fmla="*/ 88 h 738"/>
                <a:gd name="T106" fmla="*/ 283 w 312"/>
                <a:gd name="T107" fmla="*/ 115 h 738"/>
                <a:gd name="T108" fmla="*/ 253 w 312"/>
                <a:gd name="T109" fmla="*/ 117 h 738"/>
                <a:gd name="T110" fmla="*/ 233 w 312"/>
                <a:gd name="T111" fmla="*/ 108 h 738"/>
                <a:gd name="T112" fmla="*/ 244 w 312"/>
                <a:gd name="T113" fmla="*/ 72 h 738"/>
                <a:gd name="T114" fmla="*/ 222 w 312"/>
                <a:gd name="T115" fmla="*/ 53 h 738"/>
                <a:gd name="T116" fmla="*/ 202 w 312"/>
                <a:gd name="T117" fmla="*/ 39 h 738"/>
                <a:gd name="T118" fmla="*/ 188 w 312"/>
                <a:gd name="T119" fmla="*/ 17 h 738"/>
                <a:gd name="T120" fmla="*/ 144 w 312"/>
                <a:gd name="T121" fmla="*/ 7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2" h="738">
                  <a:moveTo>
                    <a:pt x="73" y="687"/>
                  </a:moveTo>
                  <a:lnTo>
                    <a:pt x="75" y="735"/>
                  </a:lnTo>
                  <a:lnTo>
                    <a:pt x="75" y="735"/>
                  </a:lnTo>
                  <a:lnTo>
                    <a:pt x="78" y="735"/>
                  </a:lnTo>
                  <a:lnTo>
                    <a:pt x="88" y="735"/>
                  </a:lnTo>
                  <a:lnTo>
                    <a:pt x="88" y="735"/>
                  </a:lnTo>
                  <a:lnTo>
                    <a:pt x="126" y="738"/>
                  </a:lnTo>
                  <a:lnTo>
                    <a:pt x="126" y="738"/>
                  </a:lnTo>
                  <a:lnTo>
                    <a:pt x="126" y="735"/>
                  </a:lnTo>
                  <a:lnTo>
                    <a:pt x="124" y="731"/>
                  </a:lnTo>
                  <a:lnTo>
                    <a:pt x="124" y="731"/>
                  </a:lnTo>
                  <a:lnTo>
                    <a:pt x="119" y="729"/>
                  </a:lnTo>
                  <a:lnTo>
                    <a:pt x="115" y="729"/>
                  </a:lnTo>
                  <a:lnTo>
                    <a:pt x="109" y="731"/>
                  </a:lnTo>
                  <a:lnTo>
                    <a:pt x="104" y="729"/>
                  </a:lnTo>
                  <a:lnTo>
                    <a:pt x="80" y="707"/>
                  </a:lnTo>
                  <a:lnTo>
                    <a:pt x="80" y="707"/>
                  </a:lnTo>
                  <a:lnTo>
                    <a:pt x="78" y="702"/>
                  </a:lnTo>
                  <a:lnTo>
                    <a:pt x="78" y="696"/>
                  </a:lnTo>
                  <a:lnTo>
                    <a:pt x="80" y="689"/>
                  </a:lnTo>
                  <a:lnTo>
                    <a:pt x="80" y="689"/>
                  </a:lnTo>
                  <a:lnTo>
                    <a:pt x="75" y="687"/>
                  </a:lnTo>
                  <a:lnTo>
                    <a:pt x="73" y="687"/>
                  </a:lnTo>
                  <a:lnTo>
                    <a:pt x="73" y="687"/>
                  </a:lnTo>
                  <a:close/>
                  <a:moveTo>
                    <a:pt x="173" y="4"/>
                  </a:moveTo>
                  <a:lnTo>
                    <a:pt x="149" y="4"/>
                  </a:lnTo>
                  <a:lnTo>
                    <a:pt x="149" y="4"/>
                  </a:lnTo>
                  <a:lnTo>
                    <a:pt x="148" y="2"/>
                  </a:lnTo>
                  <a:lnTo>
                    <a:pt x="146" y="2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0" y="15"/>
                  </a:lnTo>
                  <a:lnTo>
                    <a:pt x="139" y="15"/>
                  </a:lnTo>
                  <a:lnTo>
                    <a:pt x="139" y="13"/>
                  </a:lnTo>
                  <a:lnTo>
                    <a:pt x="139" y="13"/>
                  </a:lnTo>
                  <a:lnTo>
                    <a:pt x="133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3" y="2"/>
                  </a:lnTo>
                  <a:lnTo>
                    <a:pt x="108" y="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5"/>
                  </a:lnTo>
                  <a:lnTo>
                    <a:pt x="97" y="21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6"/>
                  </a:lnTo>
                  <a:lnTo>
                    <a:pt x="104" y="3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0" y="42"/>
                  </a:lnTo>
                  <a:lnTo>
                    <a:pt x="97" y="44"/>
                  </a:lnTo>
                  <a:lnTo>
                    <a:pt x="93" y="46"/>
                  </a:lnTo>
                  <a:lnTo>
                    <a:pt x="91" y="50"/>
                  </a:lnTo>
                  <a:lnTo>
                    <a:pt x="91" y="50"/>
                  </a:lnTo>
                  <a:lnTo>
                    <a:pt x="89" y="53"/>
                  </a:lnTo>
                  <a:lnTo>
                    <a:pt x="86" y="55"/>
                  </a:lnTo>
                  <a:lnTo>
                    <a:pt x="82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84" y="86"/>
                  </a:lnTo>
                  <a:lnTo>
                    <a:pt x="84" y="88"/>
                  </a:lnTo>
                  <a:lnTo>
                    <a:pt x="82" y="92"/>
                  </a:lnTo>
                  <a:lnTo>
                    <a:pt x="82" y="92"/>
                  </a:lnTo>
                  <a:lnTo>
                    <a:pt x="80" y="93"/>
                  </a:lnTo>
                  <a:lnTo>
                    <a:pt x="80" y="9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8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7" y="123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69" y="133"/>
                  </a:lnTo>
                  <a:lnTo>
                    <a:pt x="67" y="135"/>
                  </a:lnTo>
                  <a:lnTo>
                    <a:pt x="64" y="139"/>
                  </a:lnTo>
                  <a:lnTo>
                    <a:pt x="64" y="144"/>
                  </a:lnTo>
                  <a:lnTo>
                    <a:pt x="64" y="144"/>
                  </a:lnTo>
                  <a:lnTo>
                    <a:pt x="62" y="157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2" y="175"/>
                  </a:lnTo>
                  <a:lnTo>
                    <a:pt x="62" y="179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58" y="188"/>
                  </a:lnTo>
                  <a:lnTo>
                    <a:pt x="57" y="197"/>
                  </a:lnTo>
                  <a:lnTo>
                    <a:pt x="57" y="197"/>
                  </a:lnTo>
                  <a:lnTo>
                    <a:pt x="57" y="20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23"/>
                  </a:lnTo>
                  <a:lnTo>
                    <a:pt x="57" y="226"/>
                  </a:lnTo>
                  <a:lnTo>
                    <a:pt x="55" y="230"/>
                  </a:lnTo>
                  <a:lnTo>
                    <a:pt x="55" y="230"/>
                  </a:lnTo>
                  <a:lnTo>
                    <a:pt x="53" y="236"/>
                  </a:lnTo>
                  <a:lnTo>
                    <a:pt x="53" y="243"/>
                  </a:lnTo>
                  <a:lnTo>
                    <a:pt x="53" y="243"/>
                  </a:lnTo>
                  <a:lnTo>
                    <a:pt x="55" y="25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3" y="265"/>
                  </a:lnTo>
                  <a:lnTo>
                    <a:pt x="51" y="270"/>
                  </a:lnTo>
                  <a:lnTo>
                    <a:pt x="47" y="281"/>
                  </a:lnTo>
                  <a:lnTo>
                    <a:pt x="47" y="281"/>
                  </a:lnTo>
                  <a:lnTo>
                    <a:pt x="46" y="288"/>
                  </a:lnTo>
                  <a:lnTo>
                    <a:pt x="46" y="294"/>
                  </a:lnTo>
                  <a:lnTo>
                    <a:pt x="46" y="294"/>
                  </a:lnTo>
                  <a:lnTo>
                    <a:pt x="47" y="299"/>
                  </a:lnTo>
                  <a:lnTo>
                    <a:pt x="47" y="305"/>
                  </a:lnTo>
                  <a:lnTo>
                    <a:pt x="47" y="305"/>
                  </a:lnTo>
                  <a:lnTo>
                    <a:pt x="46" y="307"/>
                  </a:lnTo>
                  <a:lnTo>
                    <a:pt x="42" y="308"/>
                  </a:lnTo>
                  <a:lnTo>
                    <a:pt x="40" y="308"/>
                  </a:lnTo>
                  <a:lnTo>
                    <a:pt x="40" y="308"/>
                  </a:lnTo>
                  <a:lnTo>
                    <a:pt x="37" y="312"/>
                  </a:lnTo>
                  <a:lnTo>
                    <a:pt x="35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27"/>
                  </a:lnTo>
                  <a:lnTo>
                    <a:pt x="33" y="336"/>
                  </a:lnTo>
                  <a:lnTo>
                    <a:pt x="33" y="336"/>
                  </a:lnTo>
                  <a:lnTo>
                    <a:pt x="33" y="338"/>
                  </a:lnTo>
                  <a:lnTo>
                    <a:pt x="35" y="341"/>
                  </a:lnTo>
                  <a:lnTo>
                    <a:pt x="35" y="345"/>
                  </a:lnTo>
                  <a:lnTo>
                    <a:pt x="37" y="348"/>
                  </a:lnTo>
                  <a:lnTo>
                    <a:pt x="37" y="348"/>
                  </a:lnTo>
                  <a:lnTo>
                    <a:pt x="37" y="350"/>
                  </a:lnTo>
                  <a:lnTo>
                    <a:pt x="35" y="350"/>
                  </a:lnTo>
                  <a:lnTo>
                    <a:pt x="35" y="350"/>
                  </a:lnTo>
                  <a:lnTo>
                    <a:pt x="31" y="352"/>
                  </a:lnTo>
                  <a:lnTo>
                    <a:pt x="31" y="352"/>
                  </a:lnTo>
                  <a:lnTo>
                    <a:pt x="29" y="358"/>
                  </a:lnTo>
                  <a:lnTo>
                    <a:pt x="27" y="365"/>
                  </a:lnTo>
                  <a:lnTo>
                    <a:pt x="26" y="378"/>
                  </a:lnTo>
                  <a:lnTo>
                    <a:pt x="26" y="378"/>
                  </a:lnTo>
                  <a:lnTo>
                    <a:pt x="26" y="383"/>
                  </a:lnTo>
                  <a:lnTo>
                    <a:pt x="20" y="389"/>
                  </a:lnTo>
                  <a:lnTo>
                    <a:pt x="20" y="389"/>
                  </a:lnTo>
                  <a:lnTo>
                    <a:pt x="18" y="392"/>
                  </a:lnTo>
                  <a:lnTo>
                    <a:pt x="20" y="396"/>
                  </a:lnTo>
                  <a:lnTo>
                    <a:pt x="22" y="399"/>
                  </a:lnTo>
                  <a:lnTo>
                    <a:pt x="22" y="403"/>
                  </a:lnTo>
                  <a:lnTo>
                    <a:pt x="22" y="403"/>
                  </a:lnTo>
                  <a:lnTo>
                    <a:pt x="22" y="412"/>
                  </a:lnTo>
                  <a:lnTo>
                    <a:pt x="22" y="416"/>
                  </a:lnTo>
                  <a:lnTo>
                    <a:pt x="24" y="418"/>
                  </a:lnTo>
                  <a:lnTo>
                    <a:pt x="24" y="418"/>
                  </a:lnTo>
                  <a:lnTo>
                    <a:pt x="27" y="420"/>
                  </a:lnTo>
                  <a:lnTo>
                    <a:pt x="27" y="423"/>
                  </a:lnTo>
                  <a:lnTo>
                    <a:pt x="27" y="423"/>
                  </a:lnTo>
                  <a:lnTo>
                    <a:pt x="27" y="438"/>
                  </a:lnTo>
                  <a:lnTo>
                    <a:pt x="27" y="438"/>
                  </a:lnTo>
                  <a:lnTo>
                    <a:pt x="26" y="443"/>
                  </a:lnTo>
                  <a:lnTo>
                    <a:pt x="24" y="447"/>
                  </a:lnTo>
                  <a:lnTo>
                    <a:pt x="22" y="452"/>
                  </a:lnTo>
                  <a:lnTo>
                    <a:pt x="22" y="456"/>
                  </a:lnTo>
                  <a:lnTo>
                    <a:pt x="22" y="456"/>
                  </a:lnTo>
                  <a:lnTo>
                    <a:pt x="26" y="461"/>
                  </a:lnTo>
                  <a:lnTo>
                    <a:pt x="27" y="465"/>
                  </a:lnTo>
                  <a:lnTo>
                    <a:pt x="27" y="467"/>
                  </a:lnTo>
                  <a:lnTo>
                    <a:pt x="27" y="467"/>
                  </a:lnTo>
                  <a:lnTo>
                    <a:pt x="27" y="472"/>
                  </a:lnTo>
                  <a:lnTo>
                    <a:pt x="29" y="478"/>
                  </a:lnTo>
                  <a:lnTo>
                    <a:pt x="29" y="478"/>
                  </a:lnTo>
                  <a:lnTo>
                    <a:pt x="31" y="485"/>
                  </a:lnTo>
                  <a:lnTo>
                    <a:pt x="31" y="487"/>
                  </a:lnTo>
                  <a:lnTo>
                    <a:pt x="31" y="491"/>
                  </a:lnTo>
                  <a:lnTo>
                    <a:pt x="31" y="491"/>
                  </a:lnTo>
                  <a:lnTo>
                    <a:pt x="27" y="494"/>
                  </a:lnTo>
                  <a:lnTo>
                    <a:pt x="27" y="500"/>
                  </a:lnTo>
                  <a:lnTo>
                    <a:pt x="27" y="500"/>
                  </a:lnTo>
                  <a:lnTo>
                    <a:pt x="29" y="503"/>
                  </a:lnTo>
                  <a:lnTo>
                    <a:pt x="29" y="505"/>
                  </a:lnTo>
                  <a:lnTo>
                    <a:pt x="29" y="507"/>
                  </a:lnTo>
                  <a:lnTo>
                    <a:pt x="29" y="507"/>
                  </a:lnTo>
                  <a:lnTo>
                    <a:pt x="26" y="507"/>
                  </a:lnTo>
                  <a:lnTo>
                    <a:pt x="26" y="509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2" y="514"/>
                  </a:lnTo>
                  <a:lnTo>
                    <a:pt x="22" y="516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6" y="529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43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4"/>
                  </a:lnTo>
                  <a:lnTo>
                    <a:pt x="22" y="556"/>
                  </a:lnTo>
                  <a:lnTo>
                    <a:pt x="22" y="556"/>
                  </a:lnTo>
                  <a:lnTo>
                    <a:pt x="18" y="562"/>
                  </a:lnTo>
                  <a:lnTo>
                    <a:pt x="18" y="562"/>
                  </a:lnTo>
                  <a:lnTo>
                    <a:pt x="16" y="565"/>
                  </a:lnTo>
                  <a:lnTo>
                    <a:pt x="16" y="567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80"/>
                  </a:lnTo>
                  <a:lnTo>
                    <a:pt x="16" y="583"/>
                  </a:lnTo>
                  <a:lnTo>
                    <a:pt x="15" y="585"/>
                  </a:lnTo>
                  <a:lnTo>
                    <a:pt x="15" y="585"/>
                  </a:lnTo>
                  <a:lnTo>
                    <a:pt x="6" y="589"/>
                  </a:lnTo>
                  <a:lnTo>
                    <a:pt x="4" y="591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6" y="604"/>
                  </a:lnTo>
                  <a:lnTo>
                    <a:pt x="6" y="611"/>
                  </a:lnTo>
                  <a:lnTo>
                    <a:pt x="6" y="611"/>
                  </a:lnTo>
                  <a:lnTo>
                    <a:pt x="2" y="616"/>
                  </a:lnTo>
                  <a:lnTo>
                    <a:pt x="0" y="622"/>
                  </a:lnTo>
                  <a:lnTo>
                    <a:pt x="0" y="622"/>
                  </a:lnTo>
                  <a:lnTo>
                    <a:pt x="2" y="629"/>
                  </a:lnTo>
                  <a:lnTo>
                    <a:pt x="2" y="633"/>
                  </a:lnTo>
                  <a:lnTo>
                    <a:pt x="6" y="633"/>
                  </a:lnTo>
                  <a:lnTo>
                    <a:pt x="6" y="633"/>
                  </a:lnTo>
                  <a:lnTo>
                    <a:pt x="7" y="633"/>
                  </a:lnTo>
                  <a:lnTo>
                    <a:pt x="9" y="631"/>
                  </a:lnTo>
                  <a:lnTo>
                    <a:pt x="11" y="629"/>
                  </a:lnTo>
                  <a:lnTo>
                    <a:pt x="13" y="631"/>
                  </a:lnTo>
                  <a:lnTo>
                    <a:pt x="13" y="631"/>
                  </a:lnTo>
                  <a:lnTo>
                    <a:pt x="15" y="636"/>
                  </a:lnTo>
                  <a:lnTo>
                    <a:pt x="15" y="640"/>
                  </a:lnTo>
                  <a:lnTo>
                    <a:pt x="13" y="642"/>
                  </a:lnTo>
                  <a:lnTo>
                    <a:pt x="13" y="642"/>
                  </a:lnTo>
                  <a:lnTo>
                    <a:pt x="11" y="644"/>
                  </a:lnTo>
                  <a:lnTo>
                    <a:pt x="11" y="64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22" y="664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49" y="669"/>
                  </a:lnTo>
                  <a:lnTo>
                    <a:pt x="49" y="669"/>
                  </a:lnTo>
                  <a:lnTo>
                    <a:pt x="75" y="671"/>
                  </a:lnTo>
                  <a:lnTo>
                    <a:pt x="75" y="664"/>
                  </a:lnTo>
                  <a:lnTo>
                    <a:pt x="66" y="664"/>
                  </a:lnTo>
                  <a:lnTo>
                    <a:pt x="66" y="664"/>
                  </a:lnTo>
                  <a:lnTo>
                    <a:pt x="67" y="662"/>
                  </a:lnTo>
                  <a:lnTo>
                    <a:pt x="69" y="660"/>
                  </a:lnTo>
                  <a:lnTo>
                    <a:pt x="69" y="653"/>
                  </a:lnTo>
                  <a:lnTo>
                    <a:pt x="67" y="645"/>
                  </a:lnTo>
                  <a:lnTo>
                    <a:pt x="69" y="642"/>
                  </a:lnTo>
                  <a:lnTo>
                    <a:pt x="69" y="638"/>
                  </a:lnTo>
                  <a:lnTo>
                    <a:pt x="69" y="638"/>
                  </a:lnTo>
                  <a:lnTo>
                    <a:pt x="75" y="636"/>
                  </a:lnTo>
                  <a:lnTo>
                    <a:pt x="80" y="634"/>
                  </a:lnTo>
                  <a:lnTo>
                    <a:pt x="80" y="634"/>
                  </a:lnTo>
                  <a:lnTo>
                    <a:pt x="77" y="629"/>
                  </a:lnTo>
                  <a:lnTo>
                    <a:pt x="73" y="627"/>
                  </a:lnTo>
                  <a:lnTo>
                    <a:pt x="73" y="627"/>
                  </a:lnTo>
                  <a:lnTo>
                    <a:pt x="75" y="622"/>
                  </a:lnTo>
                  <a:lnTo>
                    <a:pt x="75" y="620"/>
                  </a:lnTo>
                  <a:lnTo>
                    <a:pt x="75" y="616"/>
                  </a:lnTo>
                  <a:lnTo>
                    <a:pt x="75" y="616"/>
                  </a:lnTo>
                  <a:lnTo>
                    <a:pt x="80" y="622"/>
                  </a:lnTo>
                  <a:lnTo>
                    <a:pt x="80" y="627"/>
                  </a:lnTo>
                  <a:lnTo>
                    <a:pt x="80" y="627"/>
                  </a:lnTo>
                  <a:lnTo>
                    <a:pt x="86" y="624"/>
                  </a:lnTo>
                  <a:lnTo>
                    <a:pt x="91" y="624"/>
                  </a:lnTo>
                  <a:lnTo>
                    <a:pt x="91" y="624"/>
                  </a:lnTo>
                  <a:lnTo>
                    <a:pt x="91" y="614"/>
                  </a:lnTo>
                  <a:lnTo>
                    <a:pt x="93" y="607"/>
                  </a:lnTo>
                  <a:lnTo>
                    <a:pt x="95" y="600"/>
                  </a:lnTo>
                  <a:lnTo>
                    <a:pt x="98" y="594"/>
                  </a:lnTo>
                  <a:lnTo>
                    <a:pt x="109" y="585"/>
                  </a:lnTo>
                  <a:lnTo>
                    <a:pt x="124" y="574"/>
                  </a:lnTo>
                  <a:lnTo>
                    <a:pt x="124" y="574"/>
                  </a:lnTo>
                  <a:lnTo>
                    <a:pt x="120" y="573"/>
                  </a:lnTo>
                  <a:lnTo>
                    <a:pt x="119" y="569"/>
                  </a:lnTo>
                  <a:lnTo>
                    <a:pt x="119" y="563"/>
                  </a:lnTo>
                  <a:lnTo>
                    <a:pt x="120" y="558"/>
                  </a:lnTo>
                  <a:lnTo>
                    <a:pt x="119" y="556"/>
                  </a:lnTo>
                  <a:lnTo>
                    <a:pt x="117" y="552"/>
                  </a:lnTo>
                  <a:lnTo>
                    <a:pt x="117" y="552"/>
                  </a:lnTo>
                  <a:lnTo>
                    <a:pt x="111" y="552"/>
                  </a:lnTo>
                  <a:lnTo>
                    <a:pt x="106" y="552"/>
                  </a:lnTo>
                  <a:lnTo>
                    <a:pt x="106" y="552"/>
                  </a:lnTo>
                  <a:lnTo>
                    <a:pt x="104" y="549"/>
                  </a:lnTo>
                  <a:lnTo>
                    <a:pt x="102" y="545"/>
                  </a:lnTo>
                  <a:lnTo>
                    <a:pt x="102" y="545"/>
                  </a:lnTo>
                  <a:lnTo>
                    <a:pt x="93" y="538"/>
                  </a:lnTo>
                  <a:lnTo>
                    <a:pt x="93" y="534"/>
                  </a:lnTo>
                  <a:lnTo>
                    <a:pt x="91" y="532"/>
                  </a:lnTo>
                  <a:lnTo>
                    <a:pt x="95" y="525"/>
                  </a:lnTo>
                  <a:lnTo>
                    <a:pt x="102" y="518"/>
                  </a:lnTo>
                  <a:lnTo>
                    <a:pt x="113" y="503"/>
                  </a:lnTo>
                  <a:lnTo>
                    <a:pt x="113" y="503"/>
                  </a:lnTo>
                  <a:lnTo>
                    <a:pt x="119" y="503"/>
                  </a:lnTo>
                  <a:lnTo>
                    <a:pt x="120" y="505"/>
                  </a:lnTo>
                  <a:lnTo>
                    <a:pt x="124" y="507"/>
                  </a:lnTo>
                  <a:lnTo>
                    <a:pt x="126" y="507"/>
                  </a:lnTo>
                  <a:lnTo>
                    <a:pt x="126" y="507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4" y="498"/>
                  </a:lnTo>
                  <a:lnTo>
                    <a:pt x="124" y="496"/>
                  </a:lnTo>
                  <a:lnTo>
                    <a:pt x="124" y="494"/>
                  </a:lnTo>
                  <a:lnTo>
                    <a:pt x="124" y="494"/>
                  </a:lnTo>
                  <a:lnTo>
                    <a:pt x="128" y="492"/>
                  </a:lnTo>
                  <a:lnTo>
                    <a:pt x="131" y="492"/>
                  </a:lnTo>
                  <a:lnTo>
                    <a:pt x="131" y="492"/>
                  </a:lnTo>
                  <a:lnTo>
                    <a:pt x="131" y="476"/>
                  </a:lnTo>
                  <a:lnTo>
                    <a:pt x="131" y="469"/>
                  </a:lnTo>
                  <a:lnTo>
                    <a:pt x="133" y="463"/>
                  </a:lnTo>
                  <a:lnTo>
                    <a:pt x="139" y="460"/>
                  </a:lnTo>
                  <a:lnTo>
                    <a:pt x="139" y="460"/>
                  </a:lnTo>
                  <a:lnTo>
                    <a:pt x="142" y="460"/>
                  </a:lnTo>
                  <a:lnTo>
                    <a:pt x="144" y="456"/>
                  </a:lnTo>
                  <a:lnTo>
                    <a:pt x="144" y="454"/>
                  </a:lnTo>
                  <a:lnTo>
                    <a:pt x="142" y="454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39" y="449"/>
                  </a:lnTo>
                  <a:lnTo>
                    <a:pt x="139" y="449"/>
                  </a:lnTo>
                  <a:lnTo>
                    <a:pt x="144" y="449"/>
                  </a:lnTo>
                  <a:lnTo>
                    <a:pt x="148" y="449"/>
                  </a:lnTo>
                  <a:lnTo>
                    <a:pt x="148" y="449"/>
                  </a:lnTo>
                  <a:lnTo>
                    <a:pt x="151" y="450"/>
                  </a:lnTo>
                  <a:lnTo>
                    <a:pt x="151" y="452"/>
                  </a:lnTo>
                  <a:lnTo>
                    <a:pt x="153" y="454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60" y="450"/>
                  </a:lnTo>
                  <a:lnTo>
                    <a:pt x="159" y="447"/>
                  </a:lnTo>
                  <a:lnTo>
                    <a:pt x="159" y="443"/>
                  </a:lnTo>
                  <a:lnTo>
                    <a:pt x="159" y="440"/>
                  </a:lnTo>
                  <a:lnTo>
                    <a:pt x="159" y="440"/>
                  </a:lnTo>
                  <a:lnTo>
                    <a:pt x="151" y="443"/>
                  </a:lnTo>
                  <a:lnTo>
                    <a:pt x="148" y="443"/>
                  </a:lnTo>
                  <a:lnTo>
                    <a:pt x="148" y="443"/>
                  </a:lnTo>
                  <a:lnTo>
                    <a:pt x="139" y="440"/>
                  </a:lnTo>
                  <a:lnTo>
                    <a:pt x="139" y="440"/>
                  </a:lnTo>
                  <a:lnTo>
                    <a:pt x="139" y="429"/>
                  </a:lnTo>
                  <a:lnTo>
                    <a:pt x="139" y="429"/>
                  </a:lnTo>
                  <a:lnTo>
                    <a:pt x="137" y="427"/>
                  </a:lnTo>
                  <a:lnTo>
                    <a:pt x="135" y="427"/>
                  </a:lnTo>
                  <a:lnTo>
                    <a:pt x="131" y="425"/>
                  </a:lnTo>
                  <a:lnTo>
                    <a:pt x="131" y="425"/>
                  </a:lnTo>
                  <a:lnTo>
                    <a:pt x="137" y="409"/>
                  </a:lnTo>
                  <a:lnTo>
                    <a:pt x="137" y="409"/>
                  </a:lnTo>
                  <a:lnTo>
                    <a:pt x="139" y="410"/>
                  </a:lnTo>
                  <a:lnTo>
                    <a:pt x="140" y="410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146" y="410"/>
                  </a:lnTo>
                  <a:lnTo>
                    <a:pt x="148" y="414"/>
                  </a:lnTo>
                  <a:lnTo>
                    <a:pt x="148" y="418"/>
                  </a:lnTo>
                  <a:lnTo>
                    <a:pt x="148" y="418"/>
                  </a:lnTo>
                  <a:lnTo>
                    <a:pt x="160" y="420"/>
                  </a:lnTo>
                  <a:lnTo>
                    <a:pt x="164" y="418"/>
                  </a:lnTo>
                  <a:lnTo>
                    <a:pt x="170" y="414"/>
                  </a:lnTo>
                  <a:lnTo>
                    <a:pt x="170" y="414"/>
                  </a:lnTo>
                  <a:lnTo>
                    <a:pt x="177" y="409"/>
                  </a:lnTo>
                  <a:lnTo>
                    <a:pt x="177" y="409"/>
                  </a:lnTo>
                  <a:lnTo>
                    <a:pt x="180" y="378"/>
                  </a:lnTo>
                  <a:lnTo>
                    <a:pt x="180" y="378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68"/>
                  </a:lnTo>
                  <a:lnTo>
                    <a:pt x="173" y="367"/>
                  </a:lnTo>
                  <a:lnTo>
                    <a:pt x="175" y="365"/>
                  </a:lnTo>
                  <a:lnTo>
                    <a:pt x="175" y="363"/>
                  </a:lnTo>
                  <a:lnTo>
                    <a:pt x="175" y="363"/>
                  </a:lnTo>
                  <a:lnTo>
                    <a:pt x="179" y="367"/>
                  </a:lnTo>
                  <a:lnTo>
                    <a:pt x="182" y="370"/>
                  </a:lnTo>
                  <a:lnTo>
                    <a:pt x="182" y="370"/>
                  </a:lnTo>
                  <a:lnTo>
                    <a:pt x="186" y="367"/>
                  </a:lnTo>
                  <a:lnTo>
                    <a:pt x="190" y="365"/>
                  </a:lnTo>
                  <a:lnTo>
                    <a:pt x="190" y="365"/>
                  </a:lnTo>
                  <a:lnTo>
                    <a:pt x="204" y="361"/>
                  </a:lnTo>
                  <a:lnTo>
                    <a:pt x="217" y="359"/>
                  </a:lnTo>
                  <a:lnTo>
                    <a:pt x="230" y="358"/>
                  </a:lnTo>
                  <a:lnTo>
                    <a:pt x="241" y="352"/>
                  </a:lnTo>
                  <a:lnTo>
                    <a:pt x="241" y="352"/>
                  </a:lnTo>
                  <a:lnTo>
                    <a:pt x="246" y="348"/>
                  </a:lnTo>
                  <a:lnTo>
                    <a:pt x="250" y="345"/>
                  </a:lnTo>
                  <a:lnTo>
                    <a:pt x="255" y="334"/>
                  </a:lnTo>
                  <a:lnTo>
                    <a:pt x="259" y="323"/>
                  </a:lnTo>
                  <a:lnTo>
                    <a:pt x="262" y="308"/>
                  </a:lnTo>
                  <a:lnTo>
                    <a:pt x="262" y="308"/>
                  </a:lnTo>
                  <a:lnTo>
                    <a:pt x="255" y="307"/>
                  </a:lnTo>
                  <a:lnTo>
                    <a:pt x="253" y="307"/>
                  </a:lnTo>
                  <a:lnTo>
                    <a:pt x="252" y="303"/>
                  </a:lnTo>
                  <a:lnTo>
                    <a:pt x="252" y="303"/>
                  </a:lnTo>
                  <a:lnTo>
                    <a:pt x="250" y="299"/>
                  </a:lnTo>
                  <a:lnTo>
                    <a:pt x="252" y="296"/>
                  </a:lnTo>
                  <a:lnTo>
                    <a:pt x="253" y="292"/>
                  </a:lnTo>
                  <a:lnTo>
                    <a:pt x="253" y="288"/>
                  </a:lnTo>
                  <a:lnTo>
                    <a:pt x="253" y="288"/>
                  </a:lnTo>
                  <a:lnTo>
                    <a:pt x="252" y="285"/>
                  </a:lnTo>
                  <a:lnTo>
                    <a:pt x="246" y="281"/>
                  </a:lnTo>
                  <a:lnTo>
                    <a:pt x="239" y="272"/>
                  </a:lnTo>
                  <a:lnTo>
                    <a:pt x="239" y="272"/>
                  </a:lnTo>
                  <a:lnTo>
                    <a:pt x="235" y="263"/>
                  </a:lnTo>
                  <a:lnTo>
                    <a:pt x="231" y="254"/>
                  </a:lnTo>
                  <a:lnTo>
                    <a:pt x="231" y="254"/>
                  </a:lnTo>
                  <a:lnTo>
                    <a:pt x="233" y="254"/>
                  </a:lnTo>
                  <a:lnTo>
                    <a:pt x="233" y="250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7" y="237"/>
                  </a:lnTo>
                  <a:lnTo>
                    <a:pt x="237" y="237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9" y="226"/>
                  </a:lnTo>
                  <a:lnTo>
                    <a:pt x="241" y="223"/>
                  </a:lnTo>
                  <a:lnTo>
                    <a:pt x="239" y="221"/>
                  </a:lnTo>
                  <a:lnTo>
                    <a:pt x="239" y="221"/>
                  </a:lnTo>
                  <a:lnTo>
                    <a:pt x="239" y="217"/>
                  </a:lnTo>
                  <a:lnTo>
                    <a:pt x="241" y="215"/>
                  </a:lnTo>
                  <a:lnTo>
                    <a:pt x="242" y="212"/>
                  </a:lnTo>
                  <a:lnTo>
                    <a:pt x="242" y="206"/>
                  </a:lnTo>
                  <a:lnTo>
                    <a:pt x="242" y="206"/>
                  </a:lnTo>
                  <a:lnTo>
                    <a:pt x="242" y="203"/>
                  </a:lnTo>
                  <a:lnTo>
                    <a:pt x="244" y="199"/>
                  </a:lnTo>
                  <a:lnTo>
                    <a:pt x="246" y="197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88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3" y="166"/>
                  </a:lnTo>
                  <a:lnTo>
                    <a:pt x="255" y="164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4" y="155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8" y="146"/>
                  </a:lnTo>
                  <a:lnTo>
                    <a:pt x="272" y="144"/>
                  </a:lnTo>
                  <a:lnTo>
                    <a:pt x="275" y="143"/>
                  </a:lnTo>
                  <a:lnTo>
                    <a:pt x="277" y="141"/>
                  </a:lnTo>
                  <a:lnTo>
                    <a:pt x="277" y="141"/>
                  </a:lnTo>
                  <a:lnTo>
                    <a:pt x="279" y="137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8" y="128"/>
                  </a:lnTo>
                  <a:lnTo>
                    <a:pt x="292" y="123"/>
                  </a:lnTo>
                  <a:lnTo>
                    <a:pt x="292" y="123"/>
                  </a:lnTo>
                  <a:lnTo>
                    <a:pt x="295" y="121"/>
                  </a:lnTo>
                  <a:lnTo>
                    <a:pt x="299" y="119"/>
                  </a:lnTo>
                  <a:lnTo>
                    <a:pt x="303" y="119"/>
                  </a:lnTo>
                  <a:lnTo>
                    <a:pt x="306" y="117"/>
                  </a:lnTo>
                  <a:lnTo>
                    <a:pt x="306" y="117"/>
                  </a:lnTo>
                  <a:lnTo>
                    <a:pt x="310" y="113"/>
                  </a:lnTo>
                  <a:lnTo>
                    <a:pt x="312" y="112"/>
                  </a:lnTo>
                  <a:lnTo>
                    <a:pt x="312" y="110"/>
                  </a:lnTo>
                  <a:lnTo>
                    <a:pt x="312" y="110"/>
                  </a:lnTo>
                  <a:lnTo>
                    <a:pt x="310" y="93"/>
                  </a:lnTo>
                  <a:lnTo>
                    <a:pt x="310" y="93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06" y="79"/>
                  </a:lnTo>
                  <a:lnTo>
                    <a:pt x="304" y="79"/>
                  </a:lnTo>
                  <a:lnTo>
                    <a:pt x="304" y="81"/>
                  </a:lnTo>
                  <a:lnTo>
                    <a:pt x="304" y="81"/>
                  </a:lnTo>
                  <a:lnTo>
                    <a:pt x="304" y="82"/>
                  </a:lnTo>
                  <a:lnTo>
                    <a:pt x="303" y="82"/>
                  </a:lnTo>
                  <a:lnTo>
                    <a:pt x="301" y="81"/>
                  </a:lnTo>
                  <a:lnTo>
                    <a:pt x="295" y="79"/>
                  </a:lnTo>
                  <a:lnTo>
                    <a:pt x="295" y="79"/>
                  </a:lnTo>
                  <a:lnTo>
                    <a:pt x="293" y="82"/>
                  </a:lnTo>
                  <a:lnTo>
                    <a:pt x="292" y="86"/>
                  </a:lnTo>
                  <a:lnTo>
                    <a:pt x="293" y="88"/>
                  </a:lnTo>
                  <a:lnTo>
                    <a:pt x="293" y="88"/>
                  </a:lnTo>
                  <a:lnTo>
                    <a:pt x="293" y="92"/>
                  </a:lnTo>
                  <a:lnTo>
                    <a:pt x="293" y="95"/>
                  </a:lnTo>
                  <a:lnTo>
                    <a:pt x="293" y="101"/>
                  </a:lnTo>
                  <a:lnTo>
                    <a:pt x="292" y="103"/>
                  </a:lnTo>
                  <a:lnTo>
                    <a:pt x="292" y="103"/>
                  </a:lnTo>
                  <a:lnTo>
                    <a:pt x="286" y="108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83" y="115"/>
                  </a:lnTo>
                  <a:lnTo>
                    <a:pt x="281" y="115"/>
                  </a:lnTo>
                  <a:lnTo>
                    <a:pt x="281" y="115"/>
                  </a:lnTo>
                  <a:lnTo>
                    <a:pt x="279" y="117"/>
                  </a:lnTo>
                  <a:lnTo>
                    <a:pt x="272" y="117"/>
                  </a:lnTo>
                  <a:lnTo>
                    <a:pt x="272" y="117"/>
                  </a:lnTo>
                  <a:lnTo>
                    <a:pt x="266" y="115"/>
                  </a:lnTo>
                  <a:lnTo>
                    <a:pt x="259" y="115"/>
                  </a:lnTo>
                  <a:lnTo>
                    <a:pt x="259" y="115"/>
                  </a:lnTo>
                  <a:lnTo>
                    <a:pt x="253" y="117"/>
                  </a:lnTo>
                  <a:lnTo>
                    <a:pt x="248" y="115"/>
                  </a:lnTo>
                  <a:lnTo>
                    <a:pt x="248" y="115"/>
                  </a:lnTo>
                  <a:lnTo>
                    <a:pt x="242" y="112"/>
                  </a:lnTo>
                  <a:lnTo>
                    <a:pt x="237" y="112"/>
                  </a:lnTo>
                  <a:lnTo>
                    <a:pt x="237" y="112"/>
                  </a:lnTo>
                  <a:lnTo>
                    <a:pt x="233" y="113"/>
                  </a:lnTo>
                  <a:lnTo>
                    <a:pt x="231" y="112"/>
                  </a:lnTo>
                  <a:lnTo>
                    <a:pt x="231" y="112"/>
                  </a:lnTo>
                  <a:lnTo>
                    <a:pt x="233" y="108"/>
                  </a:lnTo>
                  <a:lnTo>
                    <a:pt x="237" y="101"/>
                  </a:lnTo>
                  <a:lnTo>
                    <a:pt x="237" y="101"/>
                  </a:lnTo>
                  <a:lnTo>
                    <a:pt x="242" y="93"/>
                  </a:lnTo>
                  <a:lnTo>
                    <a:pt x="244" y="84"/>
                  </a:lnTo>
                  <a:lnTo>
                    <a:pt x="244" y="84"/>
                  </a:lnTo>
                  <a:lnTo>
                    <a:pt x="246" y="77"/>
                  </a:lnTo>
                  <a:lnTo>
                    <a:pt x="246" y="75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1" y="70"/>
                  </a:lnTo>
                  <a:lnTo>
                    <a:pt x="237" y="66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0" y="59"/>
                  </a:lnTo>
                  <a:lnTo>
                    <a:pt x="228" y="55"/>
                  </a:lnTo>
                  <a:lnTo>
                    <a:pt x="228" y="55"/>
                  </a:lnTo>
                  <a:lnTo>
                    <a:pt x="224" y="53"/>
                  </a:lnTo>
                  <a:lnTo>
                    <a:pt x="222" y="53"/>
                  </a:lnTo>
                  <a:lnTo>
                    <a:pt x="219" y="53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1" y="44"/>
                  </a:lnTo>
                  <a:lnTo>
                    <a:pt x="210" y="44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4" y="42"/>
                  </a:lnTo>
                  <a:lnTo>
                    <a:pt x="202" y="39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7" y="28"/>
                  </a:lnTo>
                  <a:lnTo>
                    <a:pt x="195" y="26"/>
                  </a:lnTo>
                  <a:lnTo>
                    <a:pt x="193" y="24"/>
                  </a:lnTo>
                  <a:lnTo>
                    <a:pt x="193" y="24"/>
                  </a:lnTo>
                  <a:lnTo>
                    <a:pt x="191" y="24"/>
                  </a:lnTo>
                  <a:lnTo>
                    <a:pt x="190" y="22"/>
                  </a:lnTo>
                  <a:lnTo>
                    <a:pt x="188" y="17"/>
                  </a:lnTo>
                  <a:lnTo>
                    <a:pt x="182" y="10"/>
                  </a:lnTo>
                  <a:lnTo>
                    <a:pt x="173" y="4"/>
                  </a:lnTo>
                  <a:close/>
                  <a:moveTo>
                    <a:pt x="146" y="729"/>
                  </a:moveTo>
                  <a:lnTo>
                    <a:pt x="146" y="729"/>
                  </a:lnTo>
                  <a:lnTo>
                    <a:pt x="146" y="729"/>
                  </a:lnTo>
                  <a:lnTo>
                    <a:pt x="144" y="731"/>
                  </a:lnTo>
                  <a:lnTo>
                    <a:pt x="140" y="735"/>
                  </a:lnTo>
                  <a:lnTo>
                    <a:pt x="140" y="735"/>
                  </a:lnTo>
                  <a:lnTo>
                    <a:pt x="144" y="735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51" y="735"/>
                  </a:lnTo>
                  <a:lnTo>
                    <a:pt x="153" y="733"/>
                  </a:lnTo>
                  <a:lnTo>
                    <a:pt x="151" y="731"/>
                  </a:lnTo>
                  <a:lnTo>
                    <a:pt x="146" y="729"/>
                  </a:lnTo>
                  <a:lnTo>
                    <a:pt x="146" y="7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5" name="Freeform 459">
              <a:extLst>
                <a:ext uri="{FF2B5EF4-FFF2-40B4-BE49-F238E27FC236}">
                  <a16:creationId xmlns:a16="http://schemas.microsoft.com/office/drawing/2014/main" id="{374FD4CF-BFC3-4EBD-83F6-59FEF7979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170504"/>
              <a:ext cx="304016" cy="413759"/>
            </a:xfrm>
            <a:custGeom>
              <a:avLst/>
              <a:gdLst>
                <a:gd name="T0" fmla="*/ 18 w 205"/>
                <a:gd name="T1" fmla="*/ 15 h 279"/>
                <a:gd name="T2" fmla="*/ 25 w 205"/>
                <a:gd name="T3" fmla="*/ 2 h 279"/>
                <a:gd name="T4" fmla="*/ 18 w 205"/>
                <a:gd name="T5" fmla="*/ 2 h 279"/>
                <a:gd name="T6" fmla="*/ 14 w 205"/>
                <a:gd name="T7" fmla="*/ 6 h 279"/>
                <a:gd name="T8" fmla="*/ 3 w 205"/>
                <a:gd name="T9" fmla="*/ 9 h 279"/>
                <a:gd name="T10" fmla="*/ 7 w 205"/>
                <a:gd name="T11" fmla="*/ 22 h 279"/>
                <a:gd name="T12" fmla="*/ 18 w 205"/>
                <a:gd name="T13" fmla="*/ 40 h 279"/>
                <a:gd name="T14" fmla="*/ 38 w 205"/>
                <a:gd name="T15" fmla="*/ 29 h 279"/>
                <a:gd name="T16" fmla="*/ 63 w 205"/>
                <a:gd name="T17" fmla="*/ 31 h 279"/>
                <a:gd name="T18" fmla="*/ 98 w 205"/>
                <a:gd name="T19" fmla="*/ 40 h 279"/>
                <a:gd name="T20" fmla="*/ 100 w 205"/>
                <a:gd name="T21" fmla="*/ 57 h 279"/>
                <a:gd name="T22" fmla="*/ 107 w 205"/>
                <a:gd name="T23" fmla="*/ 71 h 279"/>
                <a:gd name="T24" fmla="*/ 116 w 205"/>
                <a:gd name="T25" fmla="*/ 73 h 279"/>
                <a:gd name="T26" fmla="*/ 123 w 205"/>
                <a:gd name="T27" fmla="*/ 69 h 279"/>
                <a:gd name="T28" fmla="*/ 129 w 205"/>
                <a:gd name="T29" fmla="*/ 71 h 279"/>
                <a:gd name="T30" fmla="*/ 129 w 205"/>
                <a:gd name="T31" fmla="*/ 62 h 279"/>
                <a:gd name="T32" fmla="*/ 133 w 205"/>
                <a:gd name="T33" fmla="*/ 53 h 279"/>
                <a:gd name="T34" fmla="*/ 147 w 205"/>
                <a:gd name="T35" fmla="*/ 55 h 279"/>
                <a:gd name="T36" fmla="*/ 151 w 205"/>
                <a:gd name="T37" fmla="*/ 60 h 279"/>
                <a:gd name="T38" fmla="*/ 165 w 205"/>
                <a:gd name="T39" fmla="*/ 64 h 279"/>
                <a:gd name="T40" fmla="*/ 165 w 205"/>
                <a:gd name="T41" fmla="*/ 75 h 279"/>
                <a:gd name="T42" fmla="*/ 167 w 205"/>
                <a:gd name="T43" fmla="*/ 86 h 279"/>
                <a:gd name="T44" fmla="*/ 171 w 205"/>
                <a:gd name="T45" fmla="*/ 95 h 279"/>
                <a:gd name="T46" fmla="*/ 173 w 205"/>
                <a:gd name="T47" fmla="*/ 106 h 279"/>
                <a:gd name="T48" fmla="*/ 174 w 205"/>
                <a:gd name="T49" fmla="*/ 115 h 279"/>
                <a:gd name="T50" fmla="*/ 174 w 205"/>
                <a:gd name="T51" fmla="*/ 124 h 279"/>
                <a:gd name="T52" fmla="*/ 176 w 205"/>
                <a:gd name="T53" fmla="*/ 135 h 279"/>
                <a:gd name="T54" fmla="*/ 185 w 205"/>
                <a:gd name="T55" fmla="*/ 135 h 279"/>
                <a:gd name="T56" fmla="*/ 191 w 205"/>
                <a:gd name="T57" fmla="*/ 133 h 279"/>
                <a:gd name="T58" fmla="*/ 205 w 205"/>
                <a:gd name="T59" fmla="*/ 146 h 279"/>
                <a:gd name="T60" fmla="*/ 202 w 205"/>
                <a:gd name="T61" fmla="*/ 155 h 279"/>
                <a:gd name="T62" fmla="*/ 202 w 205"/>
                <a:gd name="T63" fmla="*/ 170 h 279"/>
                <a:gd name="T64" fmla="*/ 169 w 205"/>
                <a:gd name="T65" fmla="*/ 242 h 279"/>
                <a:gd name="T66" fmla="*/ 180 w 205"/>
                <a:gd name="T67" fmla="*/ 261 h 279"/>
                <a:gd name="T68" fmla="*/ 185 w 205"/>
                <a:gd name="T69" fmla="*/ 272 h 279"/>
                <a:gd name="T70" fmla="*/ 151 w 205"/>
                <a:gd name="T71" fmla="*/ 279 h 279"/>
                <a:gd name="T72" fmla="*/ 138 w 205"/>
                <a:gd name="T73" fmla="*/ 277 h 279"/>
                <a:gd name="T74" fmla="*/ 133 w 205"/>
                <a:gd name="T75" fmla="*/ 277 h 279"/>
                <a:gd name="T76" fmla="*/ 123 w 205"/>
                <a:gd name="T77" fmla="*/ 273 h 279"/>
                <a:gd name="T78" fmla="*/ 116 w 205"/>
                <a:gd name="T79" fmla="*/ 272 h 279"/>
                <a:gd name="T80" fmla="*/ 111 w 205"/>
                <a:gd name="T81" fmla="*/ 270 h 279"/>
                <a:gd name="T82" fmla="*/ 36 w 205"/>
                <a:gd name="T83" fmla="*/ 262 h 279"/>
                <a:gd name="T84" fmla="*/ 25 w 205"/>
                <a:gd name="T85" fmla="*/ 259 h 279"/>
                <a:gd name="T86" fmla="*/ 18 w 205"/>
                <a:gd name="T87" fmla="*/ 262 h 279"/>
                <a:gd name="T88" fmla="*/ 0 w 205"/>
                <a:gd name="T89" fmla="*/ 262 h 279"/>
                <a:gd name="T90" fmla="*/ 5 w 205"/>
                <a:gd name="T91" fmla="*/ 221 h 279"/>
                <a:gd name="T92" fmla="*/ 12 w 205"/>
                <a:gd name="T93" fmla="*/ 199 h 279"/>
                <a:gd name="T94" fmla="*/ 18 w 205"/>
                <a:gd name="T95" fmla="*/ 184 h 279"/>
                <a:gd name="T96" fmla="*/ 21 w 205"/>
                <a:gd name="T97" fmla="*/ 175 h 279"/>
                <a:gd name="T98" fmla="*/ 32 w 205"/>
                <a:gd name="T99" fmla="*/ 162 h 279"/>
                <a:gd name="T100" fmla="*/ 32 w 205"/>
                <a:gd name="T101" fmla="*/ 133 h 279"/>
                <a:gd name="T102" fmla="*/ 25 w 205"/>
                <a:gd name="T103" fmla="*/ 120 h 279"/>
                <a:gd name="T104" fmla="*/ 29 w 205"/>
                <a:gd name="T105" fmla="*/ 88 h 279"/>
                <a:gd name="T106" fmla="*/ 23 w 205"/>
                <a:gd name="T107" fmla="*/ 67 h 279"/>
                <a:gd name="T108" fmla="*/ 14 w 205"/>
                <a:gd name="T109" fmla="*/ 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5" h="279">
                  <a:moveTo>
                    <a:pt x="7" y="22"/>
                  </a:moveTo>
                  <a:lnTo>
                    <a:pt x="20" y="15"/>
                  </a:lnTo>
                  <a:lnTo>
                    <a:pt x="20" y="15"/>
                  </a:lnTo>
                  <a:lnTo>
                    <a:pt x="18" y="15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9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2"/>
                  </a:lnTo>
                  <a:close/>
                  <a:moveTo>
                    <a:pt x="12" y="44"/>
                  </a:moveTo>
                  <a:lnTo>
                    <a:pt x="12" y="44"/>
                  </a:lnTo>
                  <a:lnTo>
                    <a:pt x="18" y="40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56" y="31"/>
                  </a:lnTo>
                  <a:lnTo>
                    <a:pt x="63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6"/>
                  </a:lnTo>
                  <a:lnTo>
                    <a:pt x="100" y="51"/>
                  </a:lnTo>
                  <a:lnTo>
                    <a:pt x="100" y="51"/>
                  </a:lnTo>
                  <a:lnTo>
                    <a:pt x="100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3" y="67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9" y="73"/>
                  </a:lnTo>
                  <a:lnTo>
                    <a:pt x="111" y="75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20" y="73"/>
                  </a:lnTo>
                  <a:lnTo>
                    <a:pt x="122" y="71"/>
                  </a:lnTo>
                  <a:lnTo>
                    <a:pt x="123" y="69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7" y="71"/>
                  </a:lnTo>
                  <a:lnTo>
                    <a:pt x="129" y="71"/>
                  </a:lnTo>
                  <a:lnTo>
                    <a:pt x="131" y="69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29" y="62"/>
                  </a:lnTo>
                  <a:lnTo>
                    <a:pt x="129" y="58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3" y="53"/>
                  </a:lnTo>
                  <a:lnTo>
                    <a:pt x="134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7" y="55"/>
                  </a:lnTo>
                  <a:lnTo>
                    <a:pt x="149" y="55"/>
                  </a:lnTo>
                  <a:lnTo>
                    <a:pt x="151" y="57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4" y="62"/>
                  </a:lnTo>
                  <a:lnTo>
                    <a:pt x="165" y="64"/>
                  </a:lnTo>
                  <a:lnTo>
                    <a:pt x="165" y="64"/>
                  </a:lnTo>
                  <a:lnTo>
                    <a:pt x="165" y="71"/>
                  </a:lnTo>
                  <a:lnTo>
                    <a:pt x="165" y="73"/>
                  </a:lnTo>
                  <a:lnTo>
                    <a:pt x="165" y="75"/>
                  </a:lnTo>
                  <a:lnTo>
                    <a:pt x="165" y="75"/>
                  </a:lnTo>
                  <a:lnTo>
                    <a:pt x="167" y="77"/>
                  </a:lnTo>
                  <a:lnTo>
                    <a:pt x="167" y="78"/>
                  </a:lnTo>
                  <a:lnTo>
                    <a:pt x="167" y="86"/>
                  </a:lnTo>
                  <a:lnTo>
                    <a:pt x="167" y="86"/>
                  </a:lnTo>
                  <a:lnTo>
                    <a:pt x="169" y="91"/>
                  </a:lnTo>
                  <a:lnTo>
                    <a:pt x="171" y="95"/>
                  </a:lnTo>
                  <a:lnTo>
                    <a:pt x="171" y="95"/>
                  </a:lnTo>
                  <a:lnTo>
                    <a:pt x="171" y="98"/>
                  </a:lnTo>
                  <a:lnTo>
                    <a:pt x="171" y="100"/>
                  </a:lnTo>
                  <a:lnTo>
                    <a:pt x="171" y="104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4" y="108"/>
                  </a:lnTo>
                  <a:lnTo>
                    <a:pt x="176" y="109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8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9"/>
                  </a:lnTo>
                  <a:lnTo>
                    <a:pt x="174" y="131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2" y="137"/>
                  </a:lnTo>
                  <a:lnTo>
                    <a:pt x="184" y="137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3"/>
                  </a:lnTo>
                  <a:lnTo>
                    <a:pt x="187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202" y="133"/>
                  </a:lnTo>
                  <a:lnTo>
                    <a:pt x="202" y="133"/>
                  </a:lnTo>
                  <a:lnTo>
                    <a:pt x="204" y="139"/>
                  </a:lnTo>
                  <a:lnTo>
                    <a:pt x="205" y="146"/>
                  </a:lnTo>
                  <a:lnTo>
                    <a:pt x="205" y="146"/>
                  </a:lnTo>
                  <a:lnTo>
                    <a:pt x="204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4" y="162"/>
                  </a:lnTo>
                  <a:lnTo>
                    <a:pt x="204" y="162"/>
                  </a:lnTo>
                  <a:lnTo>
                    <a:pt x="202" y="170"/>
                  </a:lnTo>
                  <a:lnTo>
                    <a:pt x="167" y="170"/>
                  </a:lnTo>
                  <a:lnTo>
                    <a:pt x="167" y="241"/>
                  </a:lnTo>
                  <a:lnTo>
                    <a:pt x="167" y="241"/>
                  </a:lnTo>
                  <a:lnTo>
                    <a:pt x="169" y="242"/>
                  </a:lnTo>
                  <a:lnTo>
                    <a:pt x="171" y="250"/>
                  </a:lnTo>
                  <a:lnTo>
                    <a:pt x="171" y="250"/>
                  </a:lnTo>
                  <a:lnTo>
                    <a:pt x="173" y="255"/>
                  </a:lnTo>
                  <a:lnTo>
                    <a:pt x="180" y="261"/>
                  </a:lnTo>
                  <a:lnTo>
                    <a:pt x="180" y="261"/>
                  </a:lnTo>
                  <a:lnTo>
                    <a:pt x="184" y="266"/>
                  </a:lnTo>
                  <a:lnTo>
                    <a:pt x="184" y="270"/>
                  </a:lnTo>
                  <a:lnTo>
                    <a:pt x="185" y="272"/>
                  </a:lnTo>
                  <a:lnTo>
                    <a:pt x="189" y="273"/>
                  </a:lnTo>
                  <a:lnTo>
                    <a:pt x="185" y="273"/>
                  </a:lnTo>
                  <a:lnTo>
                    <a:pt x="151" y="279"/>
                  </a:lnTo>
                  <a:lnTo>
                    <a:pt x="151" y="279"/>
                  </a:lnTo>
                  <a:lnTo>
                    <a:pt x="145" y="277"/>
                  </a:lnTo>
                  <a:lnTo>
                    <a:pt x="142" y="277"/>
                  </a:lnTo>
                  <a:lnTo>
                    <a:pt x="138" y="277"/>
                  </a:lnTo>
                  <a:lnTo>
                    <a:pt x="138" y="277"/>
                  </a:lnTo>
                  <a:lnTo>
                    <a:pt x="136" y="277"/>
                  </a:lnTo>
                  <a:lnTo>
                    <a:pt x="136" y="275"/>
                  </a:lnTo>
                  <a:lnTo>
                    <a:pt x="134" y="275"/>
                  </a:lnTo>
                  <a:lnTo>
                    <a:pt x="133" y="277"/>
                  </a:lnTo>
                  <a:lnTo>
                    <a:pt x="133" y="277"/>
                  </a:lnTo>
                  <a:lnTo>
                    <a:pt x="129" y="277"/>
                  </a:lnTo>
                  <a:lnTo>
                    <a:pt x="127" y="275"/>
                  </a:lnTo>
                  <a:lnTo>
                    <a:pt x="123" y="273"/>
                  </a:lnTo>
                  <a:lnTo>
                    <a:pt x="120" y="273"/>
                  </a:lnTo>
                  <a:lnTo>
                    <a:pt x="120" y="273"/>
                  </a:lnTo>
                  <a:lnTo>
                    <a:pt x="118" y="273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2" y="270"/>
                  </a:lnTo>
                  <a:lnTo>
                    <a:pt x="112" y="270"/>
                  </a:lnTo>
                  <a:lnTo>
                    <a:pt x="111" y="270"/>
                  </a:lnTo>
                  <a:lnTo>
                    <a:pt x="109" y="266"/>
                  </a:lnTo>
                  <a:lnTo>
                    <a:pt x="107" y="264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2" y="259"/>
                  </a:lnTo>
                  <a:lnTo>
                    <a:pt x="27" y="257"/>
                  </a:lnTo>
                  <a:lnTo>
                    <a:pt x="27" y="257"/>
                  </a:lnTo>
                  <a:lnTo>
                    <a:pt x="25" y="259"/>
                  </a:lnTo>
                  <a:lnTo>
                    <a:pt x="23" y="261"/>
                  </a:lnTo>
                  <a:lnTo>
                    <a:pt x="21" y="262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2" y="261"/>
                  </a:lnTo>
                  <a:lnTo>
                    <a:pt x="7" y="262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0" y="244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5" y="221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2" y="204"/>
                  </a:lnTo>
                  <a:lnTo>
                    <a:pt x="12" y="199"/>
                  </a:lnTo>
                  <a:lnTo>
                    <a:pt x="12" y="191"/>
                  </a:lnTo>
                  <a:lnTo>
                    <a:pt x="14" y="184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79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7" y="170"/>
                  </a:lnTo>
                  <a:lnTo>
                    <a:pt x="30" y="166"/>
                  </a:lnTo>
                  <a:lnTo>
                    <a:pt x="32" y="162"/>
                  </a:lnTo>
                  <a:lnTo>
                    <a:pt x="32" y="162"/>
                  </a:lnTo>
                  <a:lnTo>
                    <a:pt x="34" y="153"/>
                  </a:lnTo>
                  <a:lnTo>
                    <a:pt x="34" y="142"/>
                  </a:lnTo>
                  <a:lnTo>
                    <a:pt x="32" y="133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5" y="113"/>
                  </a:lnTo>
                  <a:lnTo>
                    <a:pt x="27" y="106"/>
                  </a:lnTo>
                  <a:lnTo>
                    <a:pt x="29" y="97"/>
                  </a:lnTo>
                  <a:lnTo>
                    <a:pt x="29" y="88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5" y="71"/>
                  </a:lnTo>
                  <a:lnTo>
                    <a:pt x="23" y="67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6" name="Freeform 460">
              <a:extLst>
                <a:ext uri="{FF2B5EF4-FFF2-40B4-BE49-F238E27FC236}">
                  <a16:creationId xmlns:a16="http://schemas.microsoft.com/office/drawing/2014/main" id="{259158DC-75AA-4309-89C9-9C8FCA3A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726" y="2757200"/>
              <a:ext cx="7415" cy="8898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6 h 6"/>
                <a:gd name="T4" fmla="*/ 0 w 5"/>
                <a:gd name="T5" fmla="*/ 2 h 6"/>
                <a:gd name="T6" fmla="*/ 0 w 5"/>
                <a:gd name="T7" fmla="*/ 2 h 6"/>
                <a:gd name="T8" fmla="*/ 1 w 5"/>
                <a:gd name="T9" fmla="*/ 0 h 6"/>
                <a:gd name="T10" fmla="*/ 3 w 5"/>
                <a:gd name="T11" fmla="*/ 0 h 6"/>
                <a:gd name="T12" fmla="*/ 5 w 5"/>
                <a:gd name="T13" fmla="*/ 2 h 6"/>
                <a:gd name="T14" fmla="*/ 5 w 5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lnTo>
                    <a:pt x="1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7" name="Freeform 461">
              <a:extLst>
                <a:ext uri="{FF2B5EF4-FFF2-40B4-BE49-F238E27FC236}">
                  <a16:creationId xmlns:a16="http://schemas.microsoft.com/office/drawing/2014/main" id="{8E1DC9EE-6928-43EB-B31F-43CB2C7F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861" y="2936644"/>
              <a:ext cx="459732" cy="547229"/>
            </a:xfrm>
            <a:custGeom>
              <a:avLst/>
              <a:gdLst>
                <a:gd name="T0" fmla="*/ 155 w 310"/>
                <a:gd name="T1" fmla="*/ 329 h 369"/>
                <a:gd name="T2" fmla="*/ 158 w 310"/>
                <a:gd name="T3" fmla="*/ 337 h 369"/>
                <a:gd name="T4" fmla="*/ 175 w 310"/>
                <a:gd name="T5" fmla="*/ 346 h 369"/>
                <a:gd name="T6" fmla="*/ 175 w 310"/>
                <a:gd name="T7" fmla="*/ 357 h 369"/>
                <a:gd name="T8" fmla="*/ 176 w 310"/>
                <a:gd name="T9" fmla="*/ 369 h 369"/>
                <a:gd name="T10" fmla="*/ 193 w 310"/>
                <a:gd name="T11" fmla="*/ 366 h 369"/>
                <a:gd name="T12" fmla="*/ 310 w 310"/>
                <a:gd name="T13" fmla="*/ 280 h 369"/>
                <a:gd name="T14" fmla="*/ 302 w 310"/>
                <a:gd name="T15" fmla="*/ 275 h 369"/>
                <a:gd name="T16" fmla="*/ 293 w 310"/>
                <a:gd name="T17" fmla="*/ 267 h 369"/>
                <a:gd name="T18" fmla="*/ 280 w 310"/>
                <a:gd name="T19" fmla="*/ 264 h 369"/>
                <a:gd name="T20" fmla="*/ 275 w 310"/>
                <a:gd name="T21" fmla="*/ 249 h 369"/>
                <a:gd name="T22" fmla="*/ 266 w 310"/>
                <a:gd name="T23" fmla="*/ 233 h 369"/>
                <a:gd name="T24" fmla="*/ 266 w 310"/>
                <a:gd name="T25" fmla="*/ 225 h 369"/>
                <a:gd name="T26" fmla="*/ 271 w 310"/>
                <a:gd name="T27" fmla="*/ 205 h 369"/>
                <a:gd name="T28" fmla="*/ 271 w 310"/>
                <a:gd name="T29" fmla="*/ 193 h 369"/>
                <a:gd name="T30" fmla="*/ 271 w 310"/>
                <a:gd name="T31" fmla="*/ 189 h 369"/>
                <a:gd name="T32" fmla="*/ 271 w 310"/>
                <a:gd name="T33" fmla="*/ 147 h 369"/>
                <a:gd name="T34" fmla="*/ 269 w 310"/>
                <a:gd name="T35" fmla="*/ 140 h 369"/>
                <a:gd name="T36" fmla="*/ 257 w 310"/>
                <a:gd name="T37" fmla="*/ 98 h 369"/>
                <a:gd name="T38" fmla="*/ 251 w 310"/>
                <a:gd name="T39" fmla="*/ 83 h 369"/>
                <a:gd name="T40" fmla="*/ 246 w 310"/>
                <a:gd name="T41" fmla="*/ 74 h 369"/>
                <a:gd name="T42" fmla="*/ 246 w 310"/>
                <a:gd name="T43" fmla="*/ 60 h 369"/>
                <a:gd name="T44" fmla="*/ 255 w 310"/>
                <a:gd name="T45" fmla="*/ 56 h 369"/>
                <a:gd name="T46" fmla="*/ 260 w 310"/>
                <a:gd name="T47" fmla="*/ 47 h 369"/>
                <a:gd name="T48" fmla="*/ 258 w 310"/>
                <a:gd name="T49" fmla="*/ 32 h 369"/>
                <a:gd name="T50" fmla="*/ 257 w 310"/>
                <a:gd name="T51" fmla="*/ 18 h 369"/>
                <a:gd name="T52" fmla="*/ 253 w 310"/>
                <a:gd name="T53" fmla="*/ 9 h 369"/>
                <a:gd name="T54" fmla="*/ 246 w 310"/>
                <a:gd name="T55" fmla="*/ 0 h 369"/>
                <a:gd name="T56" fmla="*/ 237 w 310"/>
                <a:gd name="T57" fmla="*/ 5 h 369"/>
                <a:gd name="T58" fmla="*/ 218 w 310"/>
                <a:gd name="T59" fmla="*/ 1 h 369"/>
                <a:gd name="T60" fmla="*/ 178 w 310"/>
                <a:gd name="T61" fmla="*/ 9 h 369"/>
                <a:gd name="T62" fmla="*/ 156 w 310"/>
                <a:gd name="T63" fmla="*/ 7 h 369"/>
                <a:gd name="T64" fmla="*/ 144 w 310"/>
                <a:gd name="T65" fmla="*/ 16 h 369"/>
                <a:gd name="T66" fmla="*/ 135 w 310"/>
                <a:gd name="T67" fmla="*/ 16 h 369"/>
                <a:gd name="T68" fmla="*/ 124 w 310"/>
                <a:gd name="T69" fmla="*/ 25 h 369"/>
                <a:gd name="T70" fmla="*/ 111 w 310"/>
                <a:gd name="T71" fmla="*/ 27 h 369"/>
                <a:gd name="T72" fmla="*/ 94 w 310"/>
                <a:gd name="T73" fmla="*/ 41 h 369"/>
                <a:gd name="T74" fmla="*/ 98 w 310"/>
                <a:gd name="T75" fmla="*/ 51 h 369"/>
                <a:gd name="T76" fmla="*/ 96 w 310"/>
                <a:gd name="T77" fmla="*/ 63 h 369"/>
                <a:gd name="T78" fmla="*/ 102 w 310"/>
                <a:gd name="T79" fmla="*/ 72 h 369"/>
                <a:gd name="T80" fmla="*/ 104 w 310"/>
                <a:gd name="T81" fmla="*/ 83 h 369"/>
                <a:gd name="T82" fmla="*/ 107 w 310"/>
                <a:gd name="T83" fmla="*/ 94 h 369"/>
                <a:gd name="T84" fmla="*/ 94 w 310"/>
                <a:gd name="T85" fmla="*/ 103 h 369"/>
                <a:gd name="T86" fmla="*/ 87 w 310"/>
                <a:gd name="T87" fmla="*/ 112 h 369"/>
                <a:gd name="T88" fmla="*/ 84 w 310"/>
                <a:gd name="T89" fmla="*/ 123 h 369"/>
                <a:gd name="T90" fmla="*/ 71 w 310"/>
                <a:gd name="T91" fmla="*/ 134 h 369"/>
                <a:gd name="T92" fmla="*/ 56 w 310"/>
                <a:gd name="T93" fmla="*/ 149 h 369"/>
                <a:gd name="T94" fmla="*/ 43 w 310"/>
                <a:gd name="T95" fmla="*/ 153 h 369"/>
                <a:gd name="T96" fmla="*/ 33 w 310"/>
                <a:gd name="T97" fmla="*/ 160 h 369"/>
                <a:gd name="T98" fmla="*/ 12 w 310"/>
                <a:gd name="T99" fmla="*/ 169 h 369"/>
                <a:gd name="T100" fmla="*/ 3 w 310"/>
                <a:gd name="T101" fmla="*/ 17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" h="369">
                  <a:moveTo>
                    <a:pt x="0" y="200"/>
                  </a:moveTo>
                  <a:lnTo>
                    <a:pt x="0" y="211"/>
                  </a:lnTo>
                  <a:lnTo>
                    <a:pt x="54" y="253"/>
                  </a:lnTo>
                  <a:lnTo>
                    <a:pt x="155" y="329"/>
                  </a:lnTo>
                  <a:lnTo>
                    <a:pt x="155" y="329"/>
                  </a:lnTo>
                  <a:lnTo>
                    <a:pt x="155" y="331"/>
                  </a:lnTo>
                  <a:lnTo>
                    <a:pt x="158" y="337"/>
                  </a:lnTo>
                  <a:lnTo>
                    <a:pt x="158" y="337"/>
                  </a:lnTo>
                  <a:lnTo>
                    <a:pt x="166" y="340"/>
                  </a:lnTo>
                  <a:lnTo>
                    <a:pt x="171" y="342"/>
                  </a:lnTo>
                  <a:lnTo>
                    <a:pt x="171" y="342"/>
                  </a:lnTo>
                  <a:lnTo>
                    <a:pt x="175" y="346"/>
                  </a:lnTo>
                  <a:lnTo>
                    <a:pt x="176" y="347"/>
                  </a:lnTo>
                  <a:lnTo>
                    <a:pt x="176" y="351"/>
                  </a:lnTo>
                  <a:lnTo>
                    <a:pt x="176" y="351"/>
                  </a:lnTo>
                  <a:lnTo>
                    <a:pt x="175" y="357"/>
                  </a:lnTo>
                  <a:lnTo>
                    <a:pt x="176" y="360"/>
                  </a:lnTo>
                  <a:lnTo>
                    <a:pt x="176" y="360"/>
                  </a:lnTo>
                  <a:lnTo>
                    <a:pt x="178" y="366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8" y="369"/>
                  </a:lnTo>
                  <a:lnTo>
                    <a:pt x="186" y="369"/>
                  </a:lnTo>
                  <a:lnTo>
                    <a:pt x="193" y="366"/>
                  </a:lnTo>
                  <a:lnTo>
                    <a:pt x="217" y="362"/>
                  </a:lnTo>
                  <a:lnTo>
                    <a:pt x="224" y="346"/>
                  </a:lnTo>
                  <a:lnTo>
                    <a:pt x="310" y="280"/>
                  </a:lnTo>
                  <a:lnTo>
                    <a:pt x="310" y="280"/>
                  </a:lnTo>
                  <a:lnTo>
                    <a:pt x="308" y="276"/>
                  </a:lnTo>
                  <a:lnTo>
                    <a:pt x="304" y="275"/>
                  </a:lnTo>
                  <a:lnTo>
                    <a:pt x="302" y="275"/>
                  </a:lnTo>
                  <a:lnTo>
                    <a:pt x="302" y="275"/>
                  </a:lnTo>
                  <a:lnTo>
                    <a:pt x="299" y="273"/>
                  </a:lnTo>
                  <a:lnTo>
                    <a:pt x="299" y="271"/>
                  </a:lnTo>
                  <a:lnTo>
                    <a:pt x="297" y="269"/>
                  </a:lnTo>
                  <a:lnTo>
                    <a:pt x="293" y="267"/>
                  </a:lnTo>
                  <a:lnTo>
                    <a:pt x="293" y="267"/>
                  </a:lnTo>
                  <a:lnTo>
                    <a:pt x="282" y="266"/>
                  </a:lnTo>
                  <a:lnTo>
                    <a:pt x="282" y="266"/>
                  </a:lnTo>
                  <a:lnTo>
                    <a:pt x="280" y="264"/>
                  </a:lnTo>
                  <a:lnTo>
                    <a:pt x="279" y="262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5" y="249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69" y="24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0" y="227"/>
                  </a:lnTo>
                  <a:lnTo>
                    <a:pt x="260" y="227"/>
                  </a:lnTo>
                  <a:lnTo>
                    <a:pt x="266" y="225"/>
                  </a:lnTo>
                  <a:lnTo>
                    <a:pt x="269" y="222"/>
                  </a:lnTo>
                  <a:lnTo>
                    <a:pt x="271" y="218"/>
                  </a:lnTo>
                  <a:lnTo>
                    <a:pt x="271" y="218"/>
                  </a:lnTo>
                  <a:lnTo>
                    <a:pt x="271" y="205"/>
                  </a:lnTo>
                  <a:lnTo>
                    <a:pt x="271" y="198"/>
                  </a:lnTo>
                  <a:lnTo>
                    <a:pt x="271" y="198"/>
                  </a:lnTo>
                  <a:lnTo>
                    <a:pt x="271" y="194"/>
                  </a:lnTo>
                  <a:lnTo>
                    <a:pt x="271" y="193"/>
                  </a:lnTo>
                  <a:lnTo>
                    <a:pt x="271" y="191"/>
                  </a:lnTo>
                  <a:lnTo>
                    <a:pt x="271" y="191"/>
                  </a:lnTo>
                  <a:lnTo>
                    <a:pt x="269" y="191"/>
                  </a:lnTo>
                  <a:lnTo>
                    <a:pt x="271" y="189"/>
                  </a:lnTo>
                  <a:lnTo>
                    <a:pt x="275" y="185"/>
                  </a:lnTo>
                  <a:lnTo>
                    <a:pt x="269" y="178"/>
                  </a:lnTo>
                  <a:lnTo>
                    <a:pt x="271" y="147"/>
                  </a:lnTo>
                  <a:lnTo>
                    <a:pt x="271" y="147"/>
                  </a:lnTo>
                  <a:lnTo>
                    <a:pt x="269" y="143"/>
                  </a:lnTo>
                  <a:lnTo>
                    <a:pt x="269" y="142"/>
                  </a:lnTo>
                  <a:lnTo>
                    <a:pt x="269" y="140"/>
                  </a:lnTo>
                  <a:lnTo>
                    <a:pt x="269" y="140"/>
                  </a:lnTo>
                  <a:lnTo>
                    <a:pt x="271" y="138"/>
                  </a:lnTo>
                  <a:lnTo>
                    <a:pt x="266" y="102"/>
                  </a:lnTo>
                  <a:lnTo>
                    <a:pt x="257" y="98"/>
                  </a:lnTo>
                  <a:lnTo>
                    <a:pt x="257" y="98"/>
                  </a:lnTo>
                  <a:lnTo>
                    <a:pt x="257" y="92"/>
                  </a:lnTo>
                  <a:lnTo>
                    <a:pt x="253" y="85"/>
                  </a:lnTo>
                  <a:lnTo>
                    <a:pt x="253" y="85"/>
                  </a:lnTo>
                  <a:lnTo>
                    <a:pt x="251" y="83"/>
                  </a:lnTo>
                  <a:lnTo>
                    <a:pt x="249" y="82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6" y="74"/>
                  </a:lnTo>
                  <a:lnTo>
                    <a:pt x="244" y="65"/>
                  </a:lnTo>
                  <a:lnTo>
                    <a:pt x="244" y="65"/>
                  </a:lnTo>
                  <a:lnTo>
                    <a:pt x="244" y="61"/>
                  </a:lnTo>
                  <a:lnTo>
                    <a:pt x="246" y="60"/>
                  </a:lnTo>
                  <a:lnTo>
                    <a:pt x="249" y="60"/>
                  </a:lnTo>
                  <a:lnTo>
                    <a:pt x="249" y="60"/>
                  </a:lnTo>
                  <a:lnTo>
                    <a:pt x="253" y="58"/>
                  </a:lnTo>
                  <a:lnTo>
                    <a:pt x="255" y="56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8" y="47"/>
                  </a:lnTo>
                  <a:lnTo>
                    <a:pt x="260" y="47"/>
                  </a:lnTo>
                  <a:lnTo>
                    <a:pt x="260" y="45"/>
                  </a:lnTo>
                  <a:lnTo>
                    <a:pt x="262" y="41"/>
                  </a:lnTo>
                  <a:lnTo>
                    <a:pt x="262" y="41"/>
                  </a:lnTo>
                  <a:lnTo>
                    <a:pt x="258" y="32"/>
                  </a:lnTo>
                  <a:lnTo>
                    <a:pt x="258" y="25"/>
                  </a:lnTo>
                  <a:lnTo>
                    <a:pt x="258" y="25"/>
                  </a:lnTo>
                  <a:lnTo>
                    <a:pt x="258" y="20"/>
                  </a:lnTo>
                  <a:lnTo>
                    <a:pt x="257" y="18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5" y="12"/>
                  </a:lnTo>
                  <a:lnTo>
                    <a:pt x="253" y="9"/>
                  </a:lnTo>
                  <a:lnTo>
                    <a:pt x="255" y="1"/>
                  </a:lnTo>
                  <a:lnTo>
                    <a:pt x="255" y="1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4" y="5"/>
                  </a:lnTo>
                  <a:lnTo>
                    <a:pt x="242" y="9"/>
                  </a:lnTo>
                  <a:lnTo>
                    <a:pt x="242" y="9"/>
                  </a:lnTo>
                  <a:lnTo>
                    <a:pt x="237" y="5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6" y="1"/>
                  </a:lnTo>
                  <a:lnTo>
                    <a:pt x="218" y="1"/>
                  </a:lnTo>
                  <a:lnTo>
                    <a:pt x="202" y="1"/>
                  </a:lnTo>
                  <a:lnTo>
                    <a:pt x="202" y="1"/>
                  </a:lnTo>
                  <a:lnTo>
                    <a:pt x="189" y="5"/>
                  </a:lnTo>
                  <a:lnTo>
                    <a:pt x="178" y="9"/>
                  </a:lnTo>
                  <a:lnTo>
                    <a:pt x="178" y="9"/>
                  </a:lnTo>
                  <a:lnTo>
                    <a:pt x="167" y="7"/>
                  </a:lnTo>
                  <a:lnTo>
                    <a:pt x="162" y="7"/>
                  </a:lnTo>
                  <a:lnTo>
                    <a:pt x="156" y="7"/>
                  </a:lnTo>
                  <a:lnTo>
                    <a:pt x="156" y="7"/>
                  </a:lnTo>
                  <a:lnTo>
                    <a:pt x="153" y="9"/>
                  </a:lnTo>
                  <a:lnTo>
                    <a:pt x="149" y="12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1" y="20"/>
                  </a:lnTo>
                  <a:lnTo>
                    <a:pt x="129" y="23"/>
                  </a:lnTo>
                  <a:lnTo>
                    <a:pt x="129" y="23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6" y="25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07" y="29"/>
                  </a:lnTo>
                  <a:lnTo>
                    <a:pt x="104" y="34"/>
                  </a:lnTo>
                  <a:lnTo>
                    <a:pt x="100" y="38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6" y="43"/>
                  </a:lnTo>
                  <a:lnTo>
                    <a:pt x="98" y="47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96" y="56"/>
                  </a:lnTo>
                  <a:lnTo>
                    <a:pt x="96" y="63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98" y="69"/>
                  </a:lnTo>
                  <a:lnTo>
                    <a:pt x="100" y="71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80"/>
                  </a:lnTo>
                  <a:lnTo>
                    <a:pt x="104" y="83"/>
                  </a:lnTo>
                  <a:lnTo>
                    <a:pt x="104" y="83"/>
                  </a:lnTo>
                  <a:lnTo>
                    <a:pt x="107" y="89"/>
                  </a:lnTo>
                  <a:lnTo>
                    <a:pt x="109" y="92"/>
                  </a:lnTo>
                  <a:lnTo>
                    <a:pt x="107" y="94"/>
                  </a:lnTo>
                  <a:lnTo>
                    <a:pt x="107" y="94"/>
                  </a:lnTo>
                  <a:lnTo>
                    <a:pt x="100" y="98"/>
                  </a:lnTo>
                  <a:lnTo>
                    <a:pt x="96" y="100"/>
                  </a:lnTo>
                  <a:lnTo>
                    <a:pt x="94" y="103"/>
                  </a:lnTo>
                  <a:lnTo>
                    <a:pt x="94" y="103"/>
                  </a:lnTo>
                  <a:lnTo>
                    <a:pt x="94" y="107"/>
                  </a:lnTo>
                  <a:lnTo>
                    <a:pt x="91" y="109"/>
                  </a:lnTo>
                  <a:lnTo>
                    <a:pt x="87" y="111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87" y="118"/>
                  </a:lnTo>
                  <a:lnTo>
                    <a:pt x="84" y="123"/>
                  </a:lnTo>
                  <a:lnTo>
                    <a:pt x="84" y="123"/>
                  </a:lnTo>
                  <a:lnTo>
                    <a:pt x="76" y="127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4"/>
                  </a:lnTo>
                  <a:lnTo>
                    <a:pt x="65" y="142"/>
                  </a:lnTo>
                  <a:lnTo>
                    <a:pt x="62" y="145"/>
                  </a:lnTo>
                  <a:lnTo>
                    <a:pt x="62" y="145"/>
                  </a:lnTo>
                  <a:lnTo>
                    <a:pt x="56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38" y="158"/>
                  </a:lnTo>
                  <a:lnTo>
                    <a:pt x="33" y="160"/>
                  </a:lnTo>
                  <a:lnTo>
                    <a:pt x="25" y="162"/>
                  </a:lnTo>
                  <a:lnTo>
                    <a:pt x="25" y="162"/>
                  </a:lnTo>
                  <a:lnTo>
                    <a:pt x="18" y="165"/>
                  </a:lnTo>
                  <a:lnTo>
                    <a:pt x="12" y="169"/>
                  </a:lnTo>
                  <a:lnTo>
                    <a:pt x="12" y="169"/>
                  </a:lnTo>
                  <a:lnTo>
                    <a:pt x="7" y="173"/>
                  </a:lnTo>
                  <a:lnTo>
                    <a:pt x="3" y="176"/>
                  </a:lnTo>
                  <a:lnTo>
                    <a:pt x="3" y="176"/>
                  </a:lnTo>
                  <a:lnTo>
                    <a:pt x="2" y="180"/>
                  </a:lnTo>
                  <a:lnTo>
                    <a:pt x="0" y="182"/>
                  </a:lnTo>
                  <a:lnTo>
                    <a:pt x="0" y="2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8" name="Freeform 462">
              <a:extLst>
                <a:ext uri="{FF2B5EF4-FFF2-40B4-BE49-F238E27FC236}">
                  <a16:creationId xmlns:a16="http://schemas.microsoft.com/office/drawing/2014/main" id="{F7626ACB-8868-496C-9789-776EC967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088" y="2573307"/>
              <a:ext cx="108260" cy="78600"/>
            </a:xfrm>
            <a:custGeom>
              <a:avLst/>
              <a:gdLst>
                <a:gd name="T0" fmla="*/ 73 w 73"/>
                <a:gd name="T1" fmla="*/ 26 h 53"/>
                <a:gd name="T2" fmla="*/ 73 w 73"/>
                <a:gd name="T3" fmla="*/ 22 h 53"/>
                <a:gd name="T4" fmla="*/ 71 w 73"/>
                <a:gd name="T5" fmla="*/ 20 h 53"/>
                <a:gd name="T6" fmla="*/ 67 w 73"/>
                <a:gd name="T7" fmla="*/ 17 h 53"/>
                <a:gd name="T8" fmla="*/ 57 w 73"/>
                <a:gd name="T9" fmla="*/ 4 h 53"/>
                <a:gd name="T10" fmla="*/ 51 w 73"/>
                <a:gd name="T11" fmla="*/ 2 h 53"/>
                <a:gd name="T12" fmla="*/ 47 w 73"/>
                <a:gd name="T13" fmla="*/ 0 h 53"/>
                <a:gd name="T14" fmla="*/ 44 w 73"/>
                <a:gd name="T15" fmla="*/ 4 h 53"/>
                <a:gd name="T16" fmla="*/ 36 w 73"/>
                <a:gd name="T17" fmla="*/ 8 h 53"/>
                <a:gd name="T18" fmla="*/ 35 w 73"/>
                <a:gd name="T19" fmla="*/ 10 h 53"/>
                <a:gd name="T20" fmla="*/ 31 w 73"/>
                <a:gd name="T21" fmla="*/ 8 h 53"/>
                <a:gd name="T22" fmla="*/ 29 w 73"/>
                <a:gd name="T23" fmla="*/ 8 h 53"/>
                <a:gd name="T24" fmla="*/ 27 w 73"/>
                <a:gd name="T25" fmla="*/ 13 h 53"/>
                <a:gd name="T26" fmla="*/ 27 w 73"/>
                <a:gd name="T27" fmla="*/ 13 h 53"/>
                <a:gd name="T28" fmla="*/ 24 w 73"/>
                <a:gd name="T29" fmla="*/ 15 h 53"/>
                <a:gd name="T30" fmla="*/ 16 w 73"/>
                <a:gd name="T31" fmla="*/ 20 h 53"/>
                <a:gd name="T32" fmla="*/ 13 w 73"/>
                <a:gd name="T33" fmla="*/ 28 h 53"/>
                <a:gd name="T34" fmla="*/ 4 w 73"/>
                <a:gd name="T35" fmla="*/ 39 h 53"/>
                <a:gd name="T36" fmla="*/ 2 w 73"/>
                <a:gd name="T37" fmla="*/ 48 h 53"/>
                <a:gd name="T38" fmla="*/ 6 w 73"/>
                <a:gd name="T39" fmla="*/ 46 h 53"/>
                <a:gd name="T40" fmla="*/ 11 w 73"/>
                <a:gd name="T41" fmla="*/ 44 h 53"/>
                <a:gd name="T42" fmla="*/ 13 w 73"/>
                <a:gd name="T43" fmla="*/ 46 h 53"/>
                <a:gd name="T44" fmla="*/ 16 w 73"/>
                <a:gd name="T45" fmla="*/ 50 h 53"/>
                <a:gd name="T46" fmla="*/ 22 w 73"/>
                <a:gd name="T47" fmla="*/ 51 h 53"/>
                <a:gd name="T48" fmla="*/ 22 w 73"/>
                <a:gd name="T49" fmla="*/ 53 h 53"/>
                <a:gd name="T50" fmla="*/ 26 w 73"/>
                <a:gd name="T51" fmla="*/ 53 h 53"/>
                <a:gd name="T52" fmla="*/ 33 w 73"/>
                <a:gd name="T53" fmla="*/ 50 h 53"/>
                <a:gd name="T54" fmla="*/ 36 w 73"/>
                <a:gd name="T55" fmla="*/ 46 h 53"/>
                <a:gd name="T56" fmla="*/ 36 w 73"/>
                <a:gd name="T57" fmla="*/ 42 h 53"/>
                <a:gd name="T58" fmla="*/ 40 w 73"/>
                <a:gd name="T59" fmla="*/ 42 h 53"/>
                <a:gd name="T60" fmla="*/ 42 w 73"/>
                <a:gd name="T61" fmla="*/ 46 h 53"/>
                <a:gd name="T62" fmla="*/ 46 w 73"/>
                <a:gd name="T63" fmla="*/ 48 h 53"/>
                <a:gd name="T64" fmla="*/ 53 w 73"/>
                <a:gd name="T65" fmla="*/ 50 h 53"/>
                <a:gd name="T66" fmla="*/ 53 w 73"/>
                <a:gd name="T67" fmla="*/ 50 h 53"/>
                <a:gd name="T68" fmla="*/ 55 w 73"/>
                <a:gd name="T69" fmla="*/ 44 h 53"/>
                <a:gd name="T70" fmla="*/ 55 w 73"/>
                <a:gd name="T71" fmla="*/ 40 h 53"/>
                <a:gd name="T72" fmla="*/ 60 w 73"/>
                <a:gd name="T73" fmla="*/ 40 h 53"/>
                <a:gd name="T74" fmla="*/ 60 w 73"/>
                <a:gd name="T75" fmla="*/ 39 h 53"/>
                <a:gd name="T76" fmla="*/ 66 w 73"/>
                <a:gd name="T77" fmla="*/ 33 h 53"/>
                <a:gd name="T78" fmla="*/ 67 w 73"/>
                <a:gd name="T79" fmla="*/ 33 h 53"/>
                <a:gd name="T80" fmla="*/ 73 w 73"/>
                <a:gd name="T81" fmla="*/ 33 h 53"/>
                <a:gd name="T82" fmla="*/ 73 w 73"/>
                <a:gd name="T83" fmla="*/ 31 h 53"/>
                <a:gd name="T84" fmla="*/ 71 w 73"/>
                <a:gd name="T85" fmla="*/ 30 h 53"/>
                <a:gd name="T86" fmla="*/ 71 w 73"/>
                <a:gd name="T87" fmla="*/ 28 h 53"/>
                <a:gd name="T88" fmla="*/ 73 w 73"/>
                <a:gd name="T89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3" h="53">
                  <a:moveTo>
                    <a:pt x="73" y="26"/>
                  </a:moveTo>
                  <a:lnTo>
                    <a:pt x="73" y="26"/>
                  </a:lnTo>
                  <a:lnTo>
                    <a:pt x="73" y="26"/>
                  </a:lnTo>
                  <a:lnTo>
                    <a:pt x="73" y="22"/>
                  </a:lnTo>
                  <a:lnTo>
                    <a:pt x="73" y="2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7" y="17"/>
                  </a:lnTo>
                  <a:lnTo>
                    <a:pt x="69" y="13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7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10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0" y="17"/>
                  </a:lnTo>
                  <a:lnTo>
                    <a:pt x="16" y="20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6" y="42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6" y="48"/>
                  </a:lnTo>
                  <a:lnTo>
                    <a:pt x="46" y="48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5" y="48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0"/>
                  </a:lnTo>
                  <a:lnTo>
                    <a:pt x="57" y="40"/>
                  </a:lnTo>
                  <a:lnTo>
                    <a:pt x="60" y="40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4" y="33"/>
                  </a:lnTo>
                  <a:lnTo>
                    <a:pt x="66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3" y="2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9" name="Freeform 463">
              <a:extLst>
                <a:ext uri="{FF2B5EF4-FFF2-40B4-BE49-F238E27FC236}">
                  <a16:creationId xmlns:a16="http://schemas.microsoft.com/office/drawing/2014/main" id="{34D5B32F-9407-4B6C-AAA3-B4B09A97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02" y="2766098"/>
              <a:ext cx="45974" cy="91946"/>
            </a:xfrm>
            <a:custGeom>
              <a:avLst/>
              <a:gdLst>
                <a:gd name="T0" fmla="*/ 15 w 31"/>
                <a:gd name="T1" fmla="*/ 62 h 62"/>
                <a:gd name="T2" fmla="*/ 15 w 31"/>
                <a:gd name="T3" fmla="*/ 62 h 62"/>
                <a:gd name="T4" fmla="*/ 22 w 31"/>
                <a:gd name="T5" fmla="*/ 62 h 62"/>
                <a:gd name="T6" fmla="*/ 22 w 31"/>
                <a:gd name="T7" fmla="*/ 62 h 62"/>
                <a:gd name="T8" fmla="*/ 24 w 31"/>
                <a:gd name="T9" fmla="*/ 62 h 62"/>
                <a:gd name="T10" fmla="*/ 24 w 31"/>
                <a:gd name="T11" fmla="*/ 60 h 62"/>
                <a:gd name="T12" fmla="*/ 22 w 31"/>
                <a:gd name="T13" fmla="*/ 58 h 62"/>
                <a:gd name="T14" fmla="*/ 22 w 31"/>
                <a:gd name="T15" fmla="*/ 58 h 62"/>
                <a:gd name="T16" fmla="*/ 24 w 31"/>
                <a:gd name="T17" fmla="*/ 58 h 62"/>
                <a:gd name="T18" fmla="*/ 26 w 31"/>
                <a:gd name="T19" fmla="*/ 56 h 62"/>
                <a:gd name="T20" fmla="*/ 28 w 31"/>
                <a:gd name="T21" fmla="*/ 56 h 62"/>
                <a:gd name="T22" fmla="*/ 28 w 31"/>
                <a:gd name="T23" fmla="*/ 56 h 62"/>
                <a:gd name="T24" fmla="*/ 31 w 31"/>
                <a:gd name="T25" fmla="*/ 49 h 62"/>
                <a:gd name="T26" fmla="*/ 30 w 31"/>
                <a:gd name="T27" fmla="*/ 42 h 62"/>
                <a:gd name="T28" fmla="*/ 30 w 31"/>
                <a:gd name="T29" fmla="*/ 42 h 62"/>
                <a:gd name="T30" fmla="*/ 30 w 31"/>
                <a:gd name="T31" fmla="*/ 40 h 62"/>
                <a:gd name="T32" fmla="*/ 26 w 31"/>
                <a:gd name="T33" fmla="*/ 34 h 62"/>
                <a:gd name="T34" fmla="*/ 26 w 31"/>
                <a:gd name="T35" fmla="*/ 34 h 62"/>
                <a:gd name="T36" fmla="*/ 24 w 31"/>
                <a:gd name="T37" fmla="*/ 31 h 62"/>
                <a:gd name="T38" fmla="*/ 26 w 31"/>
                <a:gd name="T39" fmla="*/ 27 h 62"/>
                <a:gd name="T40" fmla="*/ 26 w 31"/>
                <a:gd name="T41" fmla="*/ 27 h 62"/>
                <a:gd name="T42" fmla="*/ 28 w 31"/>
                <a:gd name="T43" fmla="*/ 20 h 62"/>
                <a:gd name="T44" fmla="*/ 28 w 31"/>
                <a:gd name="T45" fmla="*/ 16 h 62"/>
                <a:gd name="T46" fmla="*/ 24 w 31"/>
                <a:gd name="T47" fmla="*/ 9 h 62"/>
                <a:gd name="T48" fmla="*/ 17 w 31"/>
                <a:gd name="T49" fmla="*/ 2 h 62"/>
                <a:gd name="T50" fmla="*/ 13 w 31"/>
                <a:gd name="T51" fmla="*/ 5 h 62"/>
                <a:gd name="T52" fmla="*/ 11 w 31"/>
                <a:gd name="T53" fmla="*/ 0 h 62"/>
                <a:gd name="T54" fmla="*/ 2 w 31"/>
                <a:gd name="T55" fmla="*/ 5 h 62"/>
                <a:gd name="T56" fmla="*/ 0 w 31"/>
                <a:gd name="T57" fmla="*/ 7 h 62"/>
                <a:gd name="T58" fmla="*/ 2 w 31"/>
                <a:gd name="T59" fmla="*/ 9 h 62"/>
                <a:gd name="T60" fmla="*/ 2 w 31"/>
                <a:gd name="T61" fmla="*/ 9 h 62"/>
                <a:gd name="T62" fmla="*/ 4 w 31"/>
                <a:gd name="T63" fmla="*/ 13 h 62"/>
                <a:gd name="T64" fmla="*/ 6 w 31"/>
                <a:gd name="T65" fmla="*/ 16 h 62"/>
                <a:gd name="T66" fmla="*/ 4 w 31"/>
                <a:gd name="T67" fmla="*/ 25 h 62"/>
                <a:gd name="T68" fmla="*/ 2 w 31"/>
                <a:gd name="T69" fmla="*/ 34 h 62"/>
                <a:gd name="T70" fmla="*/ 2 w 31"/>
                <a:gd name="T71" fmla="*/ 43 h 62"/>
                <a:gd name="T72" fmla="*/ 2 w 31"/>
                <a:gd name="T73" fmla="*/ 43 h 62"/>
                <a:gd name="T74" fmla="*/ 15 w 31"/>
                <a:gd name="T75" fmla="*/ 62 h 62"/>
                <a:gd name="T76" fmla="*/ 15 w 31"/>
                <a:gd name="T7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" h="62">
                  <a:moveTo>
                    <a:pt x="15" y="62"/>
                  </a:moveTo>
                  <a:lnTo>
                    <a:pt x="15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49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4" y="9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1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3"/>
                  </a:lnTo>
                  <a:lnTo>
                    <a:pt x="6" y="16"/>
                  </a:lnTo>
                  <a:lnTo>
                    <a:pt x="4" y="25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5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0" name="Freeform 464">
              <a:extLst>
                <a:ext uri="{FF2B5EF4-FFF2-40B4-BE49-F238E27FC236}">
                  <a16:creationId xmlns:a16="http://schemas.microsoft.com/office/drawing/2014/main" id="{62BE9A2D-3F38-45BA-BF4C-D12C9D956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49" y="1644947"/>
              <a:ext cx="8539142" cy="745952"/>
            </a:xfrm>
            <a:custGeom>
              <a:avLst/>
              <a:gdLst>
                <a:gd name="T0" fmla="*/ 330 w 5758"/>
                <a:gd name="T1" fmla="*/ 23 h 503"/>
                <a:gd name="T2" fmla="*/ 248 w 5758"/>
                <a:gd name="T3" fmla="*/ 12 h 503"/>
                <a:gd name="T4" fmla="*/ 180 w 5758"/>
                <a:gd name="T5" fmla="*/ 5 h 503"/>
                <a:gd name="T6" fmla="*/ 138 w 5758"/>
                <a:gd name="T7" fmla="*/ 22 h 503"/>
                <a:gd name="T8" fmla="*/ 93 w 5758"/>
                <a:gd name="T9" fmla="*/ 71 h 503"/>
                <a:gd name="T10" fmla="*/ 60 w 5758"/>
                <a:gd name="T11" fmla="*/ 102 h 503"/>
                <a:gd name="T12" fmla="*/ 109 w 5758"/>
                <a:gd name="T13" fmla="*/ 124 h 503"/>
                <a:gd name="T14" fmla="*/ 120 w 5758"/>
                <a:gd name="T15" fmla="*/ 147 h 503"/>
                <a:gd name="T16" fmla="*/ 42 w 5758"/>
                <a:gd name="T17" fmla="*/ 153 h 503"/>
                <a:gd name="T18" fmla="*/ 40 w 5758"/>
                <a:gd name="T19" fmla="*/ 187 h 503"/>
                <a:gd name="T20" fmla="*/ 127 w 5758"/>
                <a:gd name="T21" fmla="*/ 209 h 503"/>
                <a:gd name="T22" fmla="*/ 78 w 5758"/>
                <a:gd name="T23" fmla="*/ 227 h 503"/>
                <a:gd name="T24" fmla="*/ 53 w 5758"/>
                <a:gd name="T25" fmla="*/ 258 h 503"/>
                <a:gd name="T26" fmla="*/ 65 w 5758"/>
                <a:gd name="T27" fmla="*/ 293 h 503"/>
                <a:gd name="T28" fmla="*/ 100 w 5758"/>
                <a:gd name="T29" fmla="*/ 302 h 503"/>
                <a:gd name="T30" fmla="*/ 111 w 5758"/>
                <a:gd name="T31" fmla="*/ 350 h 503"/>
                <a:gd name="T32" fmla="*/ 158 w 5758"/>
                <a:gd name="T33" fmla="*/ 351 h 503"/>
                <a:gd name="T34" fmla="*/ 166 w 5758"/>
                <a:gd name="T35" fmla="*/ 395 h 503"/>
                <a:gd name="T36" fmla="*/ 106 w 5758"/>
                <a:gd name="T37" fmla="*/ 433 h 503"/>
                <a:gd name="T38" fmla="*/ 120 w 5758"/>
                <a:gd name="T39" fmla="*/ 435 h 503"/>
                <a:gd name="T40" fmla="*/ 160 w 5758"/>
                <a:gd name="T41" fmla="*/ 411 h 503"/>
                <a:gd name="T42" fmla="*/ 217 w 5758"/>
                <a:gd name="T43" fmla="*/ 362 h 503"/>
                <a:gd name="T44" fmla="*/ 237 w 5758"/>
                <a:gd name="T45" fmla="*/ 322 h 503"/>
                <a:gd name="T46" fmla="*/ 271 w 5758"/>
                <a:gd name="T47" fmla="*/ 288 h 503"/>
                <a:gd name="T48" fmla="*/ 304 w 5758"/>
                <a:gd name="T49" fmla="*/ 288 h 503"/>
                <a:gd name="T50" fmla="*/ 273 w 5758"/>
                <a:gd name="T51" fmla="*/ 337 h 503"/>
                <a:gd name="T52" fmla="*/ 330 w 5758"/>
                <a:gd name="T53" fmla="*/ 311 h 503"/>
                <a:gd name="T54" fmla="*/ 353 w 5758"/>
                <a:gd name="T55" fmla="*/ 288 h 503"/>
                <a:gd name="T56" fmla="*/ 386 w 5758"/>
                <a:gd name="T57" fmla="*/ 311 h 503"/>
                <a:gd name="T58" fmla="*/ 479 w 5758"/>
                <a:gd name="T59" fmla="*/ 339 h 503"/>
                <a:gd name="T60" fmla="*/ 516 w 5758"/>
                <a:gd name="T61" fmla="*/ 370 h 503"/>
                <a:gd name="T62" fmla="*/ 543 w 5758"/>
                <a:gd name="T63" fmla="*/ 406 h 503"/>
                <a:gd name="T64" fmla="*/ 567 w 5758"/>
                <a:gd name="T65" fmla="*/ 415 h 503"/>
                <a:gd name="T66" fmla="*/ 554 w 5758"/>
                <a:gd name="T67" fmla="*/ 402 h 503"/>
                <a:gd name="T68" fmla="*/ 528 w 5758"/>
                <a:gd name="T69" fmla="*/ 370 h 503"/>
                <a:gd name="T70" fmla="*/ 565 w 5758"/>
                <a:gd name="T71" fmla="*/ 371 h 503"/>
                <a:gd name="T72" fmla="*/ 583 w 5758"/>
                <a:gd name="T73" fmla="*/ 408 h 503"/>
                <a:gd name="T74" fmla="*/ 596 w 5758"/>
                <a:gd name="T75" fmla="*/ 437 h 503"/>
                <a:gd name="T76" fmla="*/ 610 w 5758"/>
                <a:gd name="T77" fmla="*/ 452 h 503"/>
                <a:gd name="T78" fmla="*/ 639 w 5758"/>
                <a:gd name="T79" fmla="*/ 431 h 503"/>
                <a:gd name="T80" fmla="*/ 608 w 5758"/>
                <a:gd name="T81" fmla="*/ 406 h 503"/>
                <a:gd name="T82" fmla="*/ 550 w 5758"/>
                <a:gd name="T83" fmla="*/ 335 h 503"/>
                <a:gd name="T84" fmla="*/ 514 w 5758"/>
                <a:gd name="T85" fmla="*/ 331 h 503"/>
                <a:gd name="T86" fmla="*/ 472 w 5758"/>
                <a:gd name="T87" fmla="*/ 293 h 503"/>
                <a:gd name="T88" fmla="*/ 5742 w 5758"/>
                <a:gd name="T89" fmla="*/ 335 h 503"/>
                <a:gd name="T90" fmla="*/ 5652 w 5758"/>
                <a:gd name="T91" fmla="*/ 328 h 503"/>
                <a:gd name="T92" fmla="*/ 5700 w 5758"/>
                <a:gd name="T93" fmla="*/ 247 h 503"/>
                <a:gd name="T94" fmla="*/ 5689 w 5758"/>
                <a:gd name="T95" fmla="*/ 227 h 503"/>
                <a:gd name="T96" fmla="*/ 7 w 5758"/>
                <a:gd name="T97" fmla="*/ 488 h 503"/>
                <a:gd name="T98" fmla="*/ 27 w 5758"/>
                <a:gd name="T99" fmla="*/ 481 h 503"/>
                <a:gd name="T100" fmla="*/ 96 w 5758"/>
                <a:gd name="T101" fmla="*/ 452 h 503"/>
                <a:gd name="T102" fmla="*/ 85 w 5758"/>
                <a:gd name="T103" fmla="*/ 455 h 503"/>
                <a:gd name="T104" fmla="*/ 129 w 5758"/>
                <a:gd name="T105" fmla="*/ 444 h 503"/>
                <a:gd name="T106" fmla="*/ 583 w 5758"/>
                <a:gd name="T107" fmla="*/ 435 h 503"/>
                <a:gd name="T108" fmla="*/ 603 w 5758"/>
                <a:gd name="T109" fmla="*/ 442 h 503"/>
                <a:gd name="T110" fmla="*/ 572 w 5758"/>
                <a:gd name="T111" fmla="*/ 421 h 503"/>
                <a:gd name="T112" fmla="*/ 235 w 5758"/>
                <a:gd name="T113" fmla="*/ 393 h 503"/>
                <a:gd name="T114" fmla="*/ 259 w 5758"/>
                <a:gd name="T115" fmla="*/ 391 h 503"/>
                <a:gd name="T116" fmla="*/ 565 w 5758"/>
                <a:gd name="T117" fmla="*/ 395 h 503"/>
                <a:gd name="T118" fmla="*/ 264 w 5758"/>
                <a:gd name="T119" fmla="*/ 362 h 503"/>
                <a:gd name="T120" fmla="*/ 539 w 5758"/>
                <a:gd name="T121" fmla="*/ 344 h 503"/>
                <a:gd name="T122" fmla="*/ 29 w 5758"/>
                <a:gd name="T123" fmla="*/ 30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03">
                  <a:moveTo>
                    <a:pt x="434" y="38"/>
                  </a:moveTo>
                  <a:lnTo>
                    <a:pt x="434" y="38"/>
                  </a:lnTo>
                  <a:lnTo>
                    <a:pt x="419" y="31"/>
                  </a:lnTo>
                  <a:lnTo>
                    <a:pt x="412" y="29"/>
                  </a:lnTo>
                  <a:lnTo>
                    <a:pt x="403" y="29"/>
                  </a:lnTo>
                  <a:lnTo>
                    <a:pt x="403" y="29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388" y="36"/>
                  </a:lnTo>
                  <a:lnTo>
                    <a:pt x="386" y="31"/>
                  </a:lnTo>
                  <a:lnTo>
                    <a:pt x="386" y="31"/>
                  </a:lnTo>
                  <a:lnTo>
                    <a:pt x="366" y="31"/>
                  </a:lnTo>
                  <a:lnTo>
                    <a:pt x="366" y="27"/>
                  </a:lnTo>
                  <a:lnTo>
                    <a:pt x="366" y="27"/>
                  </a:lnTo>
                  <a:lnTo>
                    <a:pt x="357" y="27"/>
                  </a:lnTo>
                  <a:lnTo>
                    <a:pt x="348" y="27"/>
                  </a:lnTo>
                  <a:lnTo>
                    <a:pt x="341" y="29"/>
                  </a:lnTo>
                  <a:lnTo>
                    <a:pt x="331" y="29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2" y="27"/>
                  </a:lnTo>
                  <a:lnTo>
                    <a:pt x="322" y="27"/>
                  </a:lnTo>
                  <a:lnTo>
                    <a:pt x="317" y="23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02" y="20"/>
                  </a:lnTo>
                  <a:lnTo>
                    <a:pt x="297" y="22"/>
                  </a:lnTo>
                  <a:lnTo>
                    <a:pt x="291" y="23"/>
                  </a:lnTo>
                  <a:lnTo>
                    <a:pt x="282" y="23"/>
                  </a:lnTo>
                  <a:lnTo>
                    <a:pt x="282" y="23"/>
                  </a:lnTo>
                  <a:lnTo>
                    <a:pt x="270" y="22"/>
                  </a:lnTo>
                  <a:lnTo>
                    <a:pt x="257" y="16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48" y="12"/>
                  </a:lnTo>
                  <a:lnTo>
                    <a:pt x="240" y="12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6" y="9"/>
                  </a:lnTo>
                  <a:lnTo>
                    <a:pt x="206" y="3"/>
                  </a:lnTo>
                  <a:lnTo>
                    <a:pt x="204" y="2"/>
                  </a:lnTo>
                  <a:lnTo>
                    <a:pt x="200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4" y="2"/>
                  </a:lnTo>
                  <a:lnTo>
                    <a:pt x="180" y="5"/>
                  </a:lnTo>
                  <a:lnTo>
                    <a:pt x="173" y="12"/>
                  </a:lnTo>
                  <a:lnTo>
                    <a:pt x="173" y="12"/>
                  </a:lnTo>
                  <a:lnTo>
                    <a:pt x="169" y="12"/>
                  </a:lnTo>
                  <a:lnTo>
                    <a:pt x="166" y="12"/>
                  </a:lnTo>
                  <a:lnTo>
                    <a:pt x="162" y="11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3" y="14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6"/>
                  </a:lnTo>
                  <a:lnTo>
                    <a:pt x="149" y="16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38" y="22"/>
                  </a:lnTo>
                  <a:lnTo>
                    <a:pt x="138" y="22"/>
                  </a:lnTo>
                  <a:lnTo>
                    <a:pt x="135" y="22"/>
                  </a:lnTo>
                  <a:lnTo>
                    <a:pt x="131" y="22"/>
                  </a:lnTo>
                  <a:lnTo>
                    <a:pt x="126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16" y="25"/>
                  </a:lnTo>
                  <a:lnTo>
                    <a:pt x="113" y="29"/>
                  </a:lnTo>
                  <a:lnTo>
                    <a:pt x="111" y="34"/>
                  </a:lnTo>
                  <a:lnTo>
                    <a:pt x="107" y="38"/>
                  </a:lnTo>
                  <a:lnTo>
                    <a:pt x="107" y="38"/>
                  </a:lnTo>
                  <a:lnTo>
                    <a:pt x="104" y="40"/>
                  </a:lnTo>
                  <a:lnTo>
                    <a:pt x="102" y="40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96" y="56"/>
                  </a:lnTo>
                  <a:lnTo>
                    <a:pt x="95" y="65"/>
                  </a:lnTo>
                  <a:lnTo>
                    <a:pt x="93" y="71"/>
                  </a:lnTo>
                  <a:lnTo>
                    <a:pt x="93" y="71"/>
                  </a:lnTo>
                  <a:lnTo>
                    <a:pt x="85" y="73"/>
                  </a:lnTo>
                  <a:lnTo>
                    <a:pt x="78" y="73"/>
                  </a:lnTo>
                  <a:lnTo>
                    <a:pt x="65" y="73"/>
                  </a:lnTo>
                  <a:lnTo>
                    <a:pt x="65" y="73"/>
                  </a:lnTo>
                  <a:lnTo>
                    <a:pt x="62" y="76"/>
                  </a:lnTo>
                  <a:lnTo>
                    <a:pt x="58" y="78"/>
                  </a:lnTo>
                  <a:lnTo>
                    <a:pt x="58" y="78"/>
                  </a:lnTo>
                  <a:lnTo>
                    <a:pt x="53" y="76"/>
                  </a:lnTo>
                  <a:lnTo>
                    <a:pt x="47" y="74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2" y="93"/>
                  </a:lnTo>
                  <a:lnTo>
                    <a:pt x="42" y="94"/>
                  </a:lnTo>
                  <a:lnTo>
                    <a:pt x="42" y="94"/>
                  </a:lnTo>
                  <a:lnTo>
                    <a:pt x="51" y="98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7" y="109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2" y="114"/>
                  </a:lnTo>
                  <a:lnTo>
                    <a:pt x="84" y="116"/>
                  </a:lnTo>
                  <a:lnTo>
                    <a:pt x="84" y="122"/>
                  </a:lnTo>
                  <a:lnTo>
                    <a:pt x="84" y="125"/>
                  </a:lnTo>
                  <a:lnTo>
                    <a:pt x="85" y="127"/>
                  </a:lnTo>
                  <a:lnTo>
                    <a:pt x="85" y="127"/>
                  </a:lnTo>
                  <a:lnTo>
                    <a:pt x="89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7" y="125"/>
                  </a:lnTo>
                  <a:lnTo>
                    <a:pt x="109" y="124"/>
                  </a:lnTo>
                  <a:lnTo>
                    <a:pt x="109" y="124"/>
                  </a:lnTo>
                  <a:lnTo>
                    <a:pt x="113" y="125"/>
                  </a:lnTo>
                  <a:lnTo>
                    <a:pt x="115" y="127"/>
                  </a:lnTo>
                  <a:lnTo>
                    <a:pt x="113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4" y="138"/>
                  </a:lnTo>
                  <a:lnTo>
                    <a:pt x="126" y="136"/>
                  </a:lnTo>
                  <a:lnTo>
                    <a:pt x="131" y="136"/>
                  </a:lnTo>
                  <a:lnTo>
                    <a:pt x="131" y="136"/>
                  </a:lnTo>
                  <a:lnTo>
                    <a:pt x="131" y="144"/>
                  </a:lnTo>
                  <a:lnTo>
                    <a:pt x="131" y="144"/>
                  </a:lnTo>
                  <a:lnTo>
                    <a:pt x="115" y="142"/>
                  </a:lnTo>
                  <a:lnTo>
                    <a:pt x="115" y="142"/>
                  </a:lnTo>
                  <a:lnTo>
                    <a:pt x="113" y="144"/>
                  </a:lnTo>
                  <a:lnTo>
                    <a:pt x="109" y="147"/>
                  </a:lnTo>
                  <a:lnTo>
                    <a:pt x="109" y="147"/>
                  </a:lnTo>
                  <a:lnTo>
                    <a:pt x="120" y="147"/>
                  </a:lnTo>
                  <a:lnTo>
                    <a:pt x="122" y="156"/>
                  </a:lnTo>
                  <a:lnTo>
                    <a:pt x="120" y="151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0" y="158"/>
                  </a:lnTo>
                  <a:lnTo>
                    <a:pt x="93" y="156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80" y="151"/>
                  </a:lnTo>
                  <a:lnTo>
                    <a:pt x="80" y="147"/>
                  </a:lnTo>
                  <a:lnTo>
                    <a:pt x="80" y="142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4" y="155"/>
                  </a:lnTo>
                  <a:lnTo>
                    <a:pt x="42" y="153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29" y="153"/>
                  </a:lnTo>
                  <a:lnTo>
                    <a:pt x="25" y="156"/>
                  </a:lnTo>
                  <a:lnTo>
                    <a:pt x="16" y="164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36" y="169"/>
                  </a:lnTo>
                  <a:lnTo>
                    <a:pt x="38" y="171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1" y="176"/>
                  </a:lnTo>
                  <a:lnTo>
                    <a:pt x="31" y="176"/>
                  </a:lnTo>
                  <a:lnTo>
                    <a:pt x="34" y="180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40" y="187"/>
                  </a:lnTo>
                  <a:lnTo>
                    <a:pt x="42" y="191"/>
                  </a:lnTo>
                  <a:lnTo>
                    <a:pt x="42" y="191"/>
                  </a:lnTo>
                  <a:lnTo>
                    <a:pt x="47" y="193"/>
                  </a:lnTo>
                  <a:lnTo>
                    <a:pt x="53" y="195"/>
                  </a:lnTo>
                  <a:lnTo>
                    <a:pt x="65" y="193"/>
                  </a:lnTo>
                  <a:lnTo>
                    <a:pt x="93" y="187"/>
                  </a:lnTo>
                  <a:lnTo>
                    <a:pt x="93" y="187"/>
                  </a:lnTo>
                  <a:lnTo>
                    <a:pt x="95" y="193"/>
                  </a:lnTo>
                  <a:lnTo>
                    <a:pt x="98" y="196"/>
                  </a:lnTo>
                  <a:lnTo>
                    <a:pt x="100" y="198"/>
                  </a:lnTo>
                  <a:lnTo>
                    <a:pt x="100" y="198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13" y="189"/>
                  </a:lnTo>
                  <a:lnTo>
                    <a:pt x="120" y="189"/>
                  </a:lnTo>
                  <a:lnTo>
                    <a:pt x="131" y="191"/>
                  </a:lnTo>
                  <a:lnTo>
                    <a:pt x="131" y="191"/>
                  </a:lnTo>
                  <a:lnTo>
                    <a:pt x="129" y="204"/>
                  </a:lnTo>
                  <a:lnTo>
                    <a:pt x="127" y="209"/>
                  </a:lnTo>
                  <a:lnTo>
                    <a:pt x="129" y="220"/>
                  </a:lnTo>
                  <a:lnTo>
                    <a:pt x="129" y="220"/>
                  </a:lnTo>
                  <a:lnTo>
                    <a:pt x="122" y="224"/>
                  </a:lnTo>
                  <a:lnTo>
                    <a:pt x="115" y="227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1" y="226"/>
                  </a:lnTo>
                  <a:lnTo>
                    <a:pt x="111" y="224"/>
                  </a:lnTo>
                  <a:lnTo>
                    <a:pt x="109" y="224"/>
                  </a:lnTo>
                  <a:lnTo>
                    <a:pt x="109" y="224"/>
                  </a:lnTo>
                  <a:lnTo>
                    <a:pt x="104" y="229"/>
                  </a:lnTo>
                  <a:lnTo>
                    <a:pt x="100" y="235"/>
                  </a:lnTo>
                  <a:lnTo>
                    <a:pt x="100" y="235"/>
                  </a:lnTo>
                  <a:lnTo>
                    <a:pt x="93" y="235"/>
                  </a:lnTo>
                  <a:lnTo>
                    <a:pt x="87" y="235"/>
                  </a:lnTo>
                  <a:lnTo>
                    <a:pt x="87" y="235"/>
                  </a:lnTo>
                  <a:lnTo>
                    <a:pt x="82" y="227"/>
                  </a:lnTo>
                  <a:lnTo>
                    <a:pt x="82" y="227"/>
                  </a:lnTo>
                  <a:lnTo>
                    <a:pt x="78" y="227"/>
                  </a:lnTo>
                  <a:lnTo>
                    <a:pt x="75" y="227"/>
                  </a:lnTo>
                  <a:lnTo>
                    <a:pt x="75" y="227"/>
                  </a:lnTo>
                  <a:lnTo>
                    <a:pt x="71" y="233"/>
                  </a:lnTo>
                  <a:lnTo>
                    <a:pt x="65" y="238"/>
                  </a:lnTo>
                  <a:lnTo>
                    <a:pt x="65" y="238"/>
                  </a:lnTo>
                  <a:lnTo>
                    <a:pt x="67" y="240"/>
                  </a:lnTo>
                  <a:lnTo>
                    <a:pt x="75" y="240"/>
                  </a:lnTo>
                  <a:lnTo>
                    <a:pt x="75" y="240"/>
                  </a:lnTo>
                  <a:lnTo>
                    <a:pt x="75" y="247"/>
                  </a:lnTo>
                  <a:lnTo>
                    <a:pt x="75" y="247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7"/>
                  </a:lnTo>
                  <a:lnTo>
                    <a:pt x="65" y="251"/>
                  </a:lnTo>
                  <a:lnTo>
                    <a:pt x="65" y="251"/>
                  </a:lnTo>
                  <a:lnTo>
                    <a:pt x="58" y="255"/>
                  </a:lnTo>
                  <a:lnTo>
                    <a:pt x="54" y="257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3" y="262"/>
                  </a:lnTo>
                  <a:lnTo>
                    <a:pt x="53" y="266"/>
                  </a:lnTo>
                  <a:lnTo>
                    <a:pt x="53" y="266"/>
                  </a:lnTo>
                  <a:lnTo>
                    <a:pt x="49" y="269"/>
                  </a:lnTo>
                  <a:lnTo>
                    <a:pt x="45" y="271"/>
                  </a:lnTo>
                  <a:lnTo>
                    <a:pt x="45" y="271"/>
                  </a:lnTo>
                  <a:lnTo>
                    <a:pt x="54" y="278"/>
                  </a:lnTo>
                  <a:lnTo>
                    <a:pt x="62" y="282"/>
                  </a:lnTo>
                  <a:lnTo>
                    <a:pt x="69" y="286"/>
                  </a:lnTo>
                  <a:lnTo>
                    <a:pt x="82" y="286"/>
                  </a:lnTo>
                  <a:lnTo>
                    <a:pt x="78" y="295"/>
                  </a:lnTo>
                  <a:lnTo>
                    <a:pt x="78" y="295"/>
                  </a:lnTo>
                  <a:lnTo>
                    <a:pt x="75" y="291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67" y="288"/>
                  </a:lnTo>
                  <a:lnTo>
                    <a:pt x="64" y="289"/>
                  </a:lnTo>
                  <a:lnTo>
                    <a:pt x="62" y="291"/>
                  </a:lnTo>
                  <a:lnTo>
                    <a:pt x="65" y="293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73" y="298"/>
                  </a:lnTo>
                  <a:lnTo>
                    <a:pt x="75" y="298"/>
                  </a:lnTo>
                  <a:lnTo>
                    <a:pt x="73" y="300"/>
                  </a:lnTo>
                  <a:lnTo>
                    <a:pt x="71" y="302"/>
                  </a:lnTo>
                  <a:lnTo>
                    <a:pt x="71" y="306"/>
                  </a:lnTo>
                  <a:lnTo>
                    <a:pt x="71" y="308"/>
                  </a:lnTo>
                  <a:lnTo>
                    <a:pt x="71" y="308"/>
                  </a:lnTo>
                  <a:lnTo>
                    <a:pt x="78" y="319"/>
                  </a:lnTo>
                  <a:lnTo>
                    <a:pt x="78" y="319"/>
                  </a:lnTo>
                  <a:lnTo>
                    <a:pt x="91" y="319"/>
                  </a:lnTo>
                  <a:lnTo>
                    <a:pt x="96" y="317"/>
                  </a:lnTo>
                  <a:lnTo>
                    <a:pt x="98" y="313"/>
                  </a:lnTo>
                  <a:lnTo>
                    <a:pt x="100" y="309"/>
                  </a:lnTo>
                  <a:lnTo>
                    <a:pt x="100" y="309"/>
                  </a:lnTo>
                  <a:lnTo>
                    <a:pt x="100" y="306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4" y="304"/>
                  </a:lnTo>
                  <a:lnTo>
                    <a:pt x="106" y="306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13"/>
                  </a:lnTo>
                  <a:lnTo>
                    <a:pt x="106" y="320"/>
                  </a:lnTo>
                  <a:lnTo>
                    <a:pt x="111" y="328"/>
                  </a:lnTo>
                  <a:lnTo>
                    <a:pt x="111" y="328"/>
                  </a:lnTo>
                  <a:lnTo>
                    <a:pt x="111" y="329"/>
                  </a:lnTo>
                  <a:lnTo>
                    <a:pt x="109" y="333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15" y="337"/>
                  </a:lnTo>
                  <a:lnTo>
                    <a:pt x="115" y="337"/>
                  </a:lnTo>
                  <a:lnTo>
                    <a:pt x="111" y="350"/>
                  </a:lnTo>
                  <a:lnTo>
                    <a:pt x="111" y="350"/>
                  </a:lnTo>
                  <a:lnTo>
                    <a:pt x="116" y="350"/>
                  </a:lnTo>
                  <a:lnTo>
                    <a:pt x="120" y="348"/>
                  </a:lnTo>
                  <a:lnTo>
                    <a:pt x="124" y="342"/>
                  </a:lnTo>
                  <a:lnTo>
                    <a:pt x="129" y="337"/>
                  </a:lnTo>
                  <a:lnTo>
                    <a:pt x="133" y="335"/>
                  </a:lnTo>
                  <a:lnTo>
                    <a:pt x="136" y="335"/>
                  </a:lnTo>
                  <a:lnTo>
                    <a:pt x="136" y="335"/>
                  </a:lnTo>
                  <a:lnTo>
                    <a:pt x="138" y="335"/>
                  </a:lnTo>
                  <a:lnTo>
                    <a:pt x="140" y="339"/>
                  </a:lnTo>
                  <a:lnTo>
                    <a:pt x="140" y="340"/>
                  </a:lnTo>
                  <a:lnTo>
                    <a:pt x="142" y="342"/>
                  </a:lnTo>
                  <a:lnTo>
                    <a:pt x="142" y="342"/>
                  </a:lnTo>
                  <a:lnTo>
                    <a:pt x="144" y="342"/>
                  </a:lnTo>
                  <a:lnTo>
                    <a:pt x="146" y="340"/>
                  </a:lnTo>
                  <a:lnTo>
                    <a:pt x="147" y="339"/>
                  </a:lnTo>
                  <a:lnTo>
                    <a:pt x="151" y="340"/>
                  </a:lnTo>
                  <a:lnTo>
                    <a:pt x="158" y="351"/>
                  </a:lnTo>
                  <a:lnTo>
                    <a:pt x="158" y="351"/>
                  </a:lnTo>
                  <a:lnTo>
                    <a:pt x="160" y="351"/>
                  </a:lnTo>
                  <a:lnTo>
                    <a:pt x="160" y="350"/>
                  </a:lnTo>
                  <a:lnTo>
                    <a:pt x="160" y="344"/>
                  </a:lnTo>
                  <a:lnTo>
                    <a:pt x="160" y="344"/>
                  </a:lnTo>
                  <a:lnTo>
                    <a:pt x="169" y="348"/>
                  </a:lnTo>
                  <a:lnTo>
                    <a:pt x="177" y="348"/>
                  </a:lnTo>
                  <a:lnTo>
                    <a:pt x="184" y="346"/>
                  </a:lnTo>
                  <a:lnTo>
                    <a:pt x="193" y="340"/>
                  </a:lnTo>
                  <a:lnTo>
                    <a:pt x="193" y="340"/>
                  </a:lnTo>
                  <a:lnTo>
                    <a:pt x="189" y="348"/>
                  </a:lnTo>
                  <a:lnTo>
                    <a:pt x="188" y="355"/>
                  </a:lnTo>
                  <a:lnTo>
                    <a:pt x="188" y="355"/>
                  </a:lnTo>
                  <a:lnTo>
                    <a:pt x="182" y="359"/>
                  </a:lnTo>
                  <a:lnTo>
                    <a:pt x="175" y="366"/>
                  </a:lnTo>
                  <a:lnTo>
                    <a:pt x="175" y="366"/>
                  </a:lnTo>
                  <a:lnTo>
                    <a:pt x="175" y="370"/>
                  </a:lnTo>
                  <a:lnTo>
                    <a:pt x="175" y="373"/>
                  </a:lnTo>
                  <a:lnTo>
                    <a:pt x="175" y="380"/>
                  </a:lnTo>
                  <a:lnTo>
                    <a:pt x="166" y="395"/>
                  </a:lnTo>
                  <a:lnTo>
                    <a:pt x="166" y="395"/>
                  </a:lnTo>
                  <a:lnTo>
                    <a:pt x="160" y="401"/>
                  </a:lnTo>
                  <a:lnTo>
                    <a:pt x="151" y="406"/>
                  </a:lnTo>
                  <a:lnTo>
                    <a:pt x="136" y="413"/>
                  </a:lnTo>
                  <a:lnTo>
                    <a:pt x="136" y="413"/>
                  </a:lnTo>
                  <a:lnTo>
                    <a:pt x="136" y="419"/>
                  </a:lnTo>
                  <a:lnTo>
                    <a:pt x="136" y="422"/>
                  </a:lnTo>
                  <a:lnTo>
                    <a:pt x="136" y="422"/>
                  </a:lnTo>
                  <a:lnTo>
                    <a:pt x="131" y="424"/>
                  </a:lnTo>
                  <a:lnTo>
                    <a:pt x="127" y="426"/>
                  </a:lnTo>
                  <a:lnTo>
                    <a:pt x="127" y="426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24" y="422"/>
                  </a:lnTo>
                  <a:lnTo>
                    <a:pt x="118" y="422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09" y="426"/>
                  </a:lnTo>
                  <a:lnTo>
                    <a:pt x="106" y="433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6" y="442"/>
                  </a:lnTo>
                  <a:lnTo>
                    <a:pt x="93" y="442"/>
                  </a:lnTo>
                  <a:lnTo>
                    <a:pt x="89" y="444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98" y="448"/>
                  </a:lnTo>
                  <a:lnTo>
                    <a:pt x="104" y="444"/>
                  </a:lnTo>
                  <a:lnTo>
                    <a:pt x="109" y="439"/>
                  </a:lnTo>
                  <a:lnTo>
                    <a:pt x="115" y="428"/>
                  </a:lnTo>
                  <a:lnTo>
                    <a:pt x="115" y="428"/>
                  </a:lnTo>
                  <a:lnTo>
                    <a:pt x="118" y="428"/>
                  </a:lnTo>
                  <a:lnTo>
                    <a:pt x="122" y="428"/>
                  </a:lnTo>
                  <a:lnTo>
                    <a:pt x="122" y="428"/>
                  </a:lnTo>
                  <a:lnTo>
                    <a:pt x="120" y="431"/>
                  </a:lnTo>
                  <a:lnTo>
                    <a:pt x="118" y="433"/>
                  </a:lnTo>
                  <a:lnTo>
                    <a:pt x="120" y="435"/>
                  </a:lnTo>
                  <a:lnTo>
                    <a:pt x="120" y="435"/>
                  </a:lnTo>
                  <a:lnTo>
                    <a:pt x="124" y="435"/>
                  </a:lnTo>
                  <a:lnTo>
                    <a:pt x="127" y="435"/>
                  </a:lnTo>
                  <a:lnTo>
                    <a:pt x="135" y="430"/>
                  </a:lnTo>
                  <a:lnTo>
                    <a:pt x="142" y="426"/>
                  </a:lnTo>
                  <a:lnTo>
                    <a:pt x="149" y="422"/>
                  </a:lnTo>
                  <a:lnTo>
                    <a:pt x="149" y="422"/>
                  </a:lnTo>
                  <a:lnTo>
                    <a:pt x="151" y="424"/>
                  </a:lnTo>
                  <a:lnTo>
                    <a:pt x="151" y="424"/>
                  </a:lnTo>
                  <a:lnTo>
                    <a:pt x="151" y="426"/>
                  </a:lnTo>
                  <a:lnTo>
                    <a:pt x="153" y="426"/>
                  </a:lnTo>
                  <a:lnTo>
                    <a:pt x="157" y="419"/>
                  </a:lnTo>
                  <a:lnTo>
                    <a:pt x="157" y="419"/>
                  </a:lnTo>
                  <a:lnTo>
                    <a:pt x="158" y="419"/>
                  </a:lnTo>
                  <a:lnTo>
                    <a:pt x="158" y="421"/>
                  </a:lnTo>
                  <a:lnTo>
                    <a:pt x="158" y="421"/>
                  </a:lnTo>
                  <a:lnTo>
                    <a:pt x="160" y="421"/>
                  </a:lnTo>
                  <a:lnTo>
                    <a:pt x="160" y="421"/>
                  </a:lnTo>
                  <a:lnTo>
                    <a:pt x="160" y="415"/>
                  </a:lnTo>
                  <a:lnTo>
                    <a:pt x="160" y="411"/>
                  </a:lnTo>
                  <a:lnTo>
                    <a:pt x="160" y="411"/>
                  </a:lnTo>
                  <a:lnTo>
                    <a:pt x="171" y="408"/>
                  </a:lnTo>
                  <a:lnTo>
                    <a:pt x="171" y="408"/>
                  </a:lnTo>
                  <a:lnTo>
                    <a:pt x="169" y="406"/>
                  </a:lnTo>
                  <a:lnTo>
                    <a:pt x="167" y="402"/>
                  </a:lnTo>
                  <a:lnTo>
                    <a:pt x="167" y="402"/>
                  </a:lnTo>
                  <a:lnTo>
                    <a:pt x="171" y="402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84" y="397"/>
                  </a:lnTo>
                  <a:lnTo>
                    <a:pt x="193" y="391"/>
                  </a:lnTo>
                  <a:lnTo>
                    <a:pt x="189" y="384"/>
                  </a:lnTo>
                  <a:lnTo>
                    <a:pt x="189" y="384"/>
                  </a:lnTo>
                  <a:lnTo>
                    <a:pt x="193" y="382"/>
                  </a:lnTo>
                  <a:lnTo>
                    <a:pt x="197" y="380"/>
                  </a:lnTo>
                  <a:lnTo>
                    <a:pt x="202" y="379"/>
                  </a:lnTo>
                  <a:lnTo>
                    <a:pt x="202" y="379"/>
                  </a:lnTo>
                  <a:lnTo>
                    <a:pt x="209" y="370"/>
                  </a:lnTo>
                  <a:lnTo>
                    <a:pt x="217" y="362"/>
                  </a:lnTo>
                  <a:lnTo>
                    <a:pt x="217" y="362"/>
                  </a:lnTo>
                  <a:lnTo>
                    <a:pt x="220" y="360"/>
                  </a:lnTo>
                  <a:lnTo>
                    <a:pt x="224" y="360"/>
                  </a:lnTo>
                  <a:lnTo>
                    <a:pt x="226" y="360"/>
                  </a:lnTo>
                  <a:lnTo>
                    <a:pt x="229" y="359"/>
                  </a:lnTo>
                  <a:lnTo>
                    <a:pt x="229" y="359"/>
                  </a:lnTo>
                  <a:lnTo>
                    <a:pt x="229" y="355"/>
                  </a:lnTo>
                  <a:lnTo>
                    <a:pt x="229" y="351"/>
                  </a:lnTo>
                  <a:lnTo>
                    <a:pt x="229" y="351"/>
                  </a:lnTo>
                  <a:lnTo>
                    <a:pt x="231" y="350"/>
                  </a:lnTo>
                  <a:lnTo>
                    <a:pt x="235" y="348"/>
                  </a:lnTo>
                  <a:lnTo>
                    <a:pt x="242" y="344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5" y="339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33" y="329"/>
                  </a:lnTo>
                  <a:lnTo>
                    <a:pt x="237" y="322"/>
                  </a:lnTo>
                  <a:lnTo>
                    <a:pt x="242" y="317"/>
                  </a:lnTo>
                  <a:lnTo>
                    <a:pt x="251" y="313"/>
                  </a:lnTo>
                  <a:lnTo>
                    <a:pt x="251" y="313"/>
                  </a:lnTo>
                  <a:lnTo>
                    <a:pt x="249" y="309"/>
                  </a:lnTo>
                  <a:lnTo>
                    <a:pt x="248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3" y="306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0"/>
                  </a:lnTo>
                  <a:lnTo>
                    <a:pt x="259" y="297"/>
                  </a:lnTo>
                  <a:lnTo>
                    <a:pt x="260" y="295"/>
                  </a:lnTo>
                  <a:lnTo>
                    <a:pt x="260" y="295"/>
                  </a:lnTo>
                  <a:lnTo>
                    <a:pt x="266" y="295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71" y="291"/>
                  </a:lnTo>
                  <a:lnTo>
                    <a:pt x="271" y="288"/>
                  </a:lnTo>
                  <a:lnTo>
                    <a:pt x="273" y="286"/>
                  </a:lnTo>
                  <a:lnTo>
                    <a:pt x="273" y="284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1" y="277"/>
                  </a:lnTo>
                  <a:lnTo>
                    <a:pt x="293" y="278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304" y="273"/>
                  </a:lnTo>
                  <a:lnTo>
                    <a:pt x="304" y="275"/>
                  </a:lnTo>
                  <a:lnTo>
                    <a:pt x="302" y="277"/>
                  </a:lnTo>
                  <a:lnTo>
                    <a:pt x="300" y="278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4" y="284"/>
                  </a:lnTo>
                  <a:lnTo>
                    <a:pt x="304" y="286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297" y="286"/>
                  </a:lnTo>
                  <a:lnTo>
                    <a:pt x="291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80" y="293"/>
                  </a:lnTo>
                  <a:lnTo>
                    <a:pt x="275" y="293"/>
                  </a:lnTo>
                  <a:lnTo>
                    <a:pt x="275" y="293"/>
                  </a:lnTo>
                  <a:lnTo>
                    <a:pt x="271" y="322"/>
                  </a:lnTo>
                  <a:lnTo>
                    <a:pt x="271" y="322"/>
                  </a:lnTo>
                  <a:lnTo>
                    <a:pt x="275" y="322"/>
                  </a:lnTo>
                  <a:lnTo>
                    <a:pt x="279" y="322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71" y="335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93" y="329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9" y="324"/>
                  </a:lnTo>
                  <a:lnTo>
                    <a:pt x="302" y="322"/>
                  </a:lnTo>
                  <a:lnTo>
                    <a:pt x="302" y="322"/>
                  </a:lnTo>
                  <a:lnTo>
                    <a:pt x="304" y="320"/>
                  </a:lnTo>
                  <a:lnTo>
                    <a:pt x="306" y="317"/>
                  </a:lnTo>
                  <a:lnTo>
                    <a:pt x="306" y="313"/>
                  </a:lnTo>
                  <a:lnTo>
                    <a:pt x="310" y="309"/>
                  </a:lnTo>
                  <a:lnTo>
                    <a:pt x="310" y="309"/>
                  </a:lnTo>
                  <a:lnTo>
                    <a:pt x="315" y="311"/>
                  </a:lnTo>
                  <a:lnTo>
                    <a:pt x="319" y="313"/>
                  </a:lnTo>
                  <a:lnTo>
                    <a:pt x="322" y="315"/>
                  </a:lnTo>
                  <a:lnTo>
                    <a:pt x="328" y="315"/>
                  </a:lnTo>
                  <a:lnTo>
                    <a:pt x="328" y="315"/>
                  </a:lnTo>
                  <a:lnTo>
                    <a:pt x="330" y="311"/>
                  </a:lnTo>
                  <a:lnTo>
                    <a:pt x="335" y="308"/>
                  </a:lnTo>
                  <a:lnTo>
                    <a:pt x="335" y="308"/>
                  </a:lnTo>
                  <a:lnTo>
                    <a:pt x="333" y="300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24" y="295"/>
                  </a:lnTo>
                  <a:lnTo>
                    <a:pt x="324" y="295"/>
                  </a:lnTo>
                  <a:lnTo>
                    <a:pt x="324" y="289"/>
                  </a:lnTo>
                  <a:lnTo>
                    <a:pt x="324" y="284"/>
                  </a:lnTo>
                  <a:lnTo>
                    <a:pt x="324" y="284"/>
                  </a:lnTo>
                  <a:lnTo>
                    <a:pt x="341" y="286"/>
                  </a:lnTo>
                  <a:lnTo>
                    <a:pt x="346" y="286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2"/>
                  </a:lnTo>
                  <a:lnTo>
                    <a:pt x="352" y="280"/>
                  </a:lnTo>
                  <a:lnTo>
                    <a:pt x="353" y="280"/>
                  </a:lnTo>
                  <a:lnTo>
                    <a:pt x="353" y="280"/>
                  </a:lnTo>
                  <a:lnTo>
                    <a:pt x="353" y="288"/>
                  </a:lnTo>
                  <a:lnTo>
                    <a:pt x="353" y="288"/>
                  </a:lnTo>
                  <a:lnTo>
                    <a:pt x="359" y="289"/>
                  </a:lnTo>
                  <a:lnTo>
                    <a:pt x="353" y="291"/>
                  </a:lnTo>
                  <a:lnTo>
                    <a:pt x="353" y="291"/>
                  </a:lnTo>
                  <a:lnTo>
                    <a:pt x="366" y="295"/>
                  </a:lnTo>
                  <a:lnTo>
                    <a:pt x="366" y="295"/>
                  </a:lnTo>
                  <a:lnTo>
                    <a:pt x="364" y="297"/>
                  </a:lnTo>
                  <a:lnTo>
                    <a:pt x="364" y="300"/>
                  </a:lnTo>
                  <a:lnTo>
                    <a:pt x="366" y="306"/>
                  </a:lnTo>
                  <a:lnTo>
                    <a:pt x="366" y="306"/>
                  </a:lnTo>
                  <a:lnTo>
                    <a:pt x="370" y="306"/>
                  </a:lnTo>
                  <a:lnTo>
                    <a:pt x="373" y="304"/>
                  </a:lnTo>
                  <a:lnTo>
                    <a:pt x="375" y="304"/>
                  </a:lnTo>
                  <a:lnTo>
                    <a:pt x="379" y="302"/>
                  </a:lnTo>
                  <a:lnTo>
                    <a:pt x="379" y="302"/>
                  </a:lnTo>
                  <a:lnTo>
                    <a:pt x="381" y="309"/>
                  </a:lnTo>
                  <a:lnTo>
                    <a:pt x="381" y="309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93" y="313"/>
                  </a:lnTo>
                  <a:lnTo>
                    <a:pt x="393" y="315"/>
                  </a:lnTo>
                  <a:lnTo>
                    <a:pt x="393" y="315"/>
                  </a:lnTo>
                  <a:lnTo>
                    <a:pt x="401" y="315"/>
                  </a:lnTo>
                  <a:lnTo>
                    <a:pt x="408" y="315"/>
                  </a:lnTo>
                  <a:lnTo>
                    <a:pt x="413" y="313"/>
                  </a:lnTo>
                  <a:lnTo>
                    <a:pt x="423" y="313"/>
                  </a:lnTo>
                  <a:lnTo>
                    <a:pt x="423" y="313"/>
                  </a:lnTo>
                  <a:lnTo>
                    <a:pt x="432" y="317"/>
                  </a:lnTo>
                  <a:lnTo>
                    <a:pt x="444" y="322"/>
                  </a:lnTo>
                  <a:lnTo>
                    <a:pt x="457" y="328"/>
                  </a:lnTo>
                  <a:lnTo>
                    <a:pt x="463" y="328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70" y="326"/>
                  </a:lnTo>
                  <a:lnTo>
                    <a:pt x="474" y="322"/>
                  </a:lnTo>
                  <a:lnTo>
                    <a:pt x="472" y="335"/>
                  </a:lnTo>
                  <a:lnTo>
                    <a:pt x="472" y="335"/>
                  </a:lnTo>
                  <a:lnTo>
                    <a:pt x="479" y="339"/>
                  </a:lnTo>
                  <a:lnTo>
                    <a:pt x="488" y="342"/>
                  </a:lnTo>
                  <a:lnTo>
                    <a:pt x="488" y="342"/>
                  </a:lnTo>
                  <a:lnTo>
                    <a:pt x="488" y="335"/>
                  </a:lnTo>
                  <a:lnTo>
                    <a:pt x="488" y="335"/>
                  </a:lnTo>
                  <a:lnTo>
                    <a:pt x="492" y="335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5" y="337"/>
                  </a:lnTo>
                  <a:lnTo>
                    <a:pt x="495" y="340"/>
                  </a:lnTo>
                  <a:lnTo>
                    <a:pt x="494" y="346"/>
                  </a:lnTo>
                  <a:lnTo>
                    <a:pt x="494" y="350"/>
                  </a:lnTo>
                  <a:lnTo>
                    <a:pt x="499" y="350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12" y="362"/>
                  </a:lnTo>
                  <a:lnTo>
                    <a:pt x="514" y="360"/>
                  </a:lnTo>
                  <a:lnTo>
                    <a:pt x="516" y="362"/>
                  </a:lnTo>
                  <a:lnTo>
                    <a:pt x="516" y="362"/>
                  </a:lnTo>
                  <a:lnTo>
                    <a:pt x="516" y="370"/>
                  </a:lnTo>
                  <a:lnTo>
                    <a:pt x="516" y="370"/>
                  </a:lnTo>
                  <a:lnTo>
                    <a:pt x="519" y="370"/>
                  </a:lnTo>
                  <a:lnTo>
                    <a:pt x="523" y="371"/>
                  </a:lnTo>
                  <a:lnTo>
                    <a:pt x="523" y="371"/>
                  </a:lnTo>
                  <a:lnTo>
                    <a:pt x="521" y="373"/>
                  </a:lnTo>
                  <a:lnTo>
                    <a:pt x="521" y="377"/>
                  </a:lnTo>
                  <a:lnTo>
                    <a:pt x="521" y="377"/>
                  </a:lnTo>
                  <a:lnTo>
                    <a:pt x="523" y="375"/>
                  </a:lnTo>
                  <a:lnTo>
                    <a:pt x="525" y="373"/>
                  </a:lnTo>
                  <a:lnTo>
                    <a:pt x="525" y="373"/>
                  </a:lnTo>
                  <a:lnTo>
                    <a:pt x="525" y="379"/>
                  </a:lnTo>
                  <a:lnTo>
                    <a:pt x="525" y="384"/>
                  </a:lnTo>
                  <a:lnTo>
                    <a:pt x="525" y="384"/>
                  </a:lnTo>
                  <a:lnTo>
                    <a:pt x="537" y="391"/>
                  </a:lnTo>
                  <a:lnTo>
                    <a:pt x="537" y="391"/>
                  </a:lnTo>
                  <a:lnTo>
                    <a:pt x="537" y="395"/>
                  </a:lnTo>
                  <a:lnTo>
                    <a:pt x="537" y="399"/>
                  </a:lnTo>
                  <a:lnTo>
                    <a:pt x="537" y="399"/>
                  </a:lnTo>
                  <a:lnTo>
                    <a:pt x="543" y="406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4" y="421"/>
                  </a:lnTo>
                  <a:lnTo>
                    <a:pt x="554" y="421"/>
                  </a:lnTo>
                  <a:lnTo>
                    <a:pt x="557" y="421"/>
                  </a:lnTo>
                  <a:lnTo>
                    <a:pt x="557" y="419"/>
                  </a:lnTo>
                  <a:lnTo>
                    <a:pt x="557" y="413"/>
                  </a:lnTo>
                  <a:lnTo>
                    <a:pt x="557" y="413"/>
                  </a:lnTo>
                  <a:lnTo>
                    <a:pt x="565" y="419"/>
                  </a:lnTo>
                  <a:lnTo>
                    <a:pt x="565" y="419"/>
                  </a:lnTo>
                  <a:lnTo>
                    <a:pt x="563" y="421"/>
                  </a:lnTo>
                  <a:lnTo>
                    <a:pt x="561" y="422"/>
                  </a:lnTo>
                  <a:lnTo>
                    <a:pt x="561" y="422"/>
                  </a:lnTo>
                  <a:lnTo>
                    <a:pt x="565" y="424"/>
                  </a:lnTo>
                  <a:lnTo>
                    <a:pt x="568" y="426"/>
                  </a:lnTo>
                  <a:lnTo>
                    <a:pt x="568" y="426"/>
                  </a:lnTo>
                  <a:lnTo>
                    <a:pt x="567" y="415"/>
                  </a:lnTo>
                  <a:lnTo>
                    <a:pt x="567" y="415"/>
                  </a:lnTo>
                  <a:lnTo>
                    <a:pt x="568" y="415"/>
                  </a:lnTo>
                  <a:lnTo>
                    <a:pt x="568" y="415"/>
                  </a:lnTo>
                  <a:lnTo>
                    <a:pt x="568" y="419"/>
                  </a:lnTo>
                  <a:lnTo>
                    <a:pt x="574" y="419"/>
                  </a:lnTo>
                  <a:lnTo>
                    <a:pt x="574" y="419"/>
                  </a:lnTo>
                  <a:lnTo>
                    <a:pt x="576" y="411"/>
                  </a:lnTo>
                  <a:lnTo>
                    <a:pt x="576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0" y="401"/>
                  </a:lnTo>
                  <a:lnTo>
                    <a:pt x="565" y="401"/>
                  </a:lnTo>
                  <a:lnTo>
                    <a:pt x="565" y="411"/>
                  </a:lnTo>
                  <a:lnTo>
                    <a:pt x="565" y="411"/>
                  </a:lnTo>
                  <a:lnTo>
                    <a:pt x="554" y="408"/>
                  </a:lnTo>
                  <a:lnTo>
                    <a:pt x="554" y="408"/>
                  </a:lnTo>
                  <a:lnTo>
                    <a:pt x="554" y="406"/>
                  </a:lnTo>
                  <a:lnTo>
                    <a:pt x="554" y="402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52" y="388"/>
                  </a:lnTo>
                  <a:lnTo>
                    <a:pt x="552" y="388"/>
                  </a:lnTo>
                  <a:lnTo>
                    <a:pt x="550" y="380"/>
                  </a:lnTo>
                  <a:lnTo>
                    <a:pt x="545" y="380"/>
                  </a:lnTo>
                  <a:lnTo>
                    <a:pt x="545" y="380"/>
                  </a:lnTo>
                  <a:lnTo>
                    <a:pt x="545" y="379"/>
                  </a:lnTo>
                  <a:lnTo>
                    <a:pt x="545" y="377"/>
                  </a:lnTo>
                  <a:lnTo>
                    <a:pt x="545" y="375"/>
                  </a:lnTo>
                  <a:lnTo>
                    <a:pt x="539" y="371"/>
                  </a:lnTo>
                  <a:lnTo>
                    <a:pt x="539" y="371"/>
                  </a:lnTo>
                  <a:lnTo>
                    <a:pt x="534" y="370"/>
                  </a:lnTo>
                  <a:lnTo>
                    <a:pt x="528" y="370"/>
                  </a:lnTo>
                  <a:lnTo>
                    <a:pt x="525" y="370"/>
                  </a:lnTo>
                  <a:lnTo>
                    <a:pt x="528" y="370"/>
                  </a:lnTo>
                  <a:lnTo>
                    <a:pt x="528" y="370"/>
                  </a:lnTo>
                  <a:lnTo>
                    <a:pt x="536" y="368"/>
                  </a:lnTo>
                  <a:lnTo>
                    <a:pt x="543" y="364"/>
                  </a:lnTo>
                  <a:lnTo>
                    <a:pt x="543" y="364"/>
                  </a:lnTo>
                  <a:lnTo>
                    <a:pt x="541" y="368"/>
                  </a:lnTo>
                  <a:lnTo>
                    <a:pt x="543" y="370"/>
                  </a:lnTo>
                  <a:lnTo>
                    <a:pt x="545" y="370"/>
                  </a:lnTo>
                  <a:lnTo>
                    <a:pt x="545" y="370"/>
                  </a:lnTo>
                  <a:lnTo>
                    <a:pt x="543" y="366"/>
                  </a:lnTo>
                  <a:lnTo>
                    <a:pt x="543" y="360"/>
                  </a:lnTo>
                  <a:lnTo>
                    <a:pt x="543" y="355"/>
                  </a:lnTo>
                  <a:lnTo>
                    <a:pt x="545" y="351"/>
                  </a:lnTo>
                  <a:lnTo>
                    <a:pt x="545" y="351"/>
                  </a:lnTo>
                  <a:lnTo>
                    <a:pt x="554" y="366"/>
                  </a:lnTo>
                  <a:lnTo>
                    <a:pt x="554" y="366"/>
                  </a:lnTo>
                  <a:lnTo>
                    <a:pt x="557" y="366"/>
                  </a:lnTo>
                  <a:lnTo>
                    <a:pt x="561" y="366"/>
                  </a:lnTo>
                  <a:lnTo>
                    <a:pt x="561" y="371"/>
                  </a:lnTo>
                  <a:lnTo>
                    <a:pt x="561" y="371"/>
                  </a:lnTo>
                  <a:lnTo>
                    <a:pt x="565" y="371"/>
                  </a:lnTo>
                  <a:lnTo>
                    <a:pt x="568" y="371"/>
                  </a:lnTo>
                  <a:lnTo>
                    <a:pt x="568" y="371"/>
                  </a:lnTo>
                  <a:lnTo>
                    <a:pt x="570" y="373"/>
                  </a:lnTo>
                  <a:lnTo>
                    <a:pt x="570" y="375"/>
                  </a:lnTo>
                  <a:lnTo>
                    <a:pt x="567" y="377"/>
                  </a:lnTo>
                  <a:lnTo>
                    <a:pt x="567" y="377"/>
                  </a:lnTo>
                  <a:lnTo>
                    <a:pt x="568" y="379"/>
                  </a:lnTo>
                  <a:lnTo>
                    <a:pt x="568" y="380"/>
                  </a:lnTo>
                  <a:lnTo>
                    <a:pt x="568" y="380"/>
                  </a:lnTo>
                  <a:lnTo>
                    <a:pt x="572" y="384"/>
                  </a:lnTo>
                  <a:lnTo>
                    <a:pt x="572" y="388"/>
                  </a:lnTo>
                  <a:lnTo>
                    <a:pt x="572" y="391"/>
                  </a:lnTo>
                  <a:lnTo>
                    <a:pt x="574" y="399"/>
                  </a:lnTo>
                  <a:lnTo>
                    <a:pt x="574" y="399"/>
                  </a:lnTo>
                  <a:lnTo>
                    <a:pt x="581" y="399"/>
                  </a:lnTo>
                  <a:lnTo>
                    <a:pt x="581" y="399"/>
                  </a:lnTo>
                  <a:lnTo>
                    <a:pt x="583" y="404"/>
                  </a:lnTo>
                  <a:lnTo>
                    <a:pt x="583" y="408"/>
                  </a:lnTo>
                  <a:lnTo>
                    <a:pt x="583" y="408"/>
                  </a:lnTo>
                  <a:lnTo>
                    <a:pt x="581" y="411"/>
                  </a:lnTo>
                  <a:lnTo>
                    <a:pt x="579" y="415"/>
                  </a:lnTo>
                  <a:lnTo>
                    <a:pt x="579" y="415"/>
                  </a:lnTo>
                  <a:lnTo>
                    <a:pt x="581" y="417"/>
                  </a:lnTo>
                  <a:lnTo>
                    <a:pt x="583" y="419"/>
                  </a:lnTo>
                  <a:lnTo>
                    <a:pt x="583" y="419"/>
                  </a:lnTo>
                  <a:lnTo>
                    <a:pt x="583" y="411"/>
                  </a:lnTo>
                  <a:lnTo>
                    <a:pt x="583" y="411"/>
                  </a:lnTo>
                  <a:lnTo>
                    <a:pt x="588" y="413"/>
                  </a:lnTo>
                  <a:lnTo>
                    <a:pt x="590" y="415"/>
                  </a:lnTo>
                  <a:lnTo>
                    <a:pt x="594" y="415"/>
                  </a:lnTo>
                  <a:lnTo>
                    <a:pt x="594" y="415"/>
                  </a:lnTo>
                  <a:lnTo>
                    <a:pt x="592" y="417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4" y="419"/>
                  </a:lnTo>
                  <a:lnTo>
                    <a:pt x="596" y="419"/>
                  </a:lnTo>
                  <a:lnTo>
                    <a:pt x="596" y="419"/>
                  </a:lnTo>
                  <a:lnTo>
                    <a:pt x="596" y="437"/>
                  </a:lnTo>
                  <a:lnTo>
                    <a:pt x="596" y="437"/>
                  </a:lnTo>
                  <a:lnTo>
                    <a:pt x="599" y="437"/>
                  </a:lnTo>
                  <a:lnTo>
                    <a:pt x="599" y="435"/>
                  </a:lnTo>
                  <a:lnTo>
                    <a:pt x="601" y="430"/>
                  </a:lnTo>
                  <a:lnTo>
                    <a:pt x="601" y="430"/>
                  </a:lnTo>
                  <a:lnTo>
                    <a:pt x="607" y="448"/>
                  </a:lnTo>
                  <a:lnTo>
                    <a:pt x="607" y="448"/>
                  </a:lnTo>
                  <a:lnTo>
                    <a:pt x="608" y="446"/>
                  </a:lnTo>
                  <a:lnTo>
                    <a:pt x="610" y="446"/>
                  </a:lnTo>
                  <a:lnTo>
                    <a:pt x="610" y="446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4" y="441"/>
                  </a:lnTo>
                  <a:lnTo>
                    <a:pt x="616" y="437"/>
                  </a:lnTo>
                  <a:lnTo>
                    <a:pt x="616" y="441"/>
                  </a:lnTo>
                  <a:lnTo>
                    <a:pt x="616" y="441"/>
                  </a:lnTo>
                  <a:lnTo>
                    <a:pt x="616" y="448"/>
                  </a:lnTo>
                  <a:lnTo>
                    <a:pt x="610" y="452"/>
                  </a:lnTo>
                  <a:lnTo>
                    <a:pt x="610" y="452"/>
                  </a:lnTo>
                  <a:lnTo>
                    <a:pt x="612" y="457"/>
                  </a:lnTo>
                  <a:lnTo>
                    <a:pt x="614" y="459"/>
                  </a:lnTo>
                  <a:lnTo>
                    <a:pt x="614" y="459"/>
                  </a:lnTo>
                  <a:lnTo>
                    <a:pt x="618" y="461"/>
                  </a:lnTo>
                  <a:lnTo>
                    <a:pt x="623" y="462"/>
                  </a:lnTo>
                  <a:lnTo>
                    <a:pt x="623" y="462"/>
                  </a:lnTo>
                  <a:lnTo>
                    <a:pt x="625" y="457"/>
                  </a:lnTo>
                  <a:lnTo>
                    <a:pt x="630" y="452"/>
                  </a:lnTo>
                  <a:lnTo>
                    <a:pt x="630" y="452"/>
                  </a:lnTo>
                  <a:lnTo>
                    <a:pt x="632" y="452"/>
                  </a:lnTo>
                  <a:lnTo>
                    <a:pt x="632" y="452"/>
                  </a:lnTo>
                  <a:lnTo>
                    <a:pt x="638" y="446"/>
                  </a:lnTo>
                  <a:lnTo>
                    <a:pt x="638" y="446"/>
                  </a:lnTo>
                  <a:lnTo>
                    <a:pt x="638" y="442"/>
                  </a:lnTo>
                  <a:lnTo>
                    <a:pt x="638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9" y="435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8" y="430"/>
                  </a:lnTo>
                  <a:lnTo>
                    <a:pt x="638" y="426"/>
                  </a:lnTo>
                  <a:lnTo>
                    <a:pt x="636" y="424"/>
                  </a:lnTo>
                  <a:lnTo>
                    <a:pt x="634" y="421"/>
                  </a:lnTo>
                  <a:lnTo>
                    <a:pt x="634" y="421"/>
                  </a:lnTo>
                  <a:lnTo>
                    <a:pt x="632" y="421"/>
                  </a:lnTo>
                  <a:lnTo>
                    <a:pt x="630" y="421"/>
                  </a:lnTo>
                  <a:lnTo>
                    <a:pt x="630" y="422"/>
                  </a:lnTo>
                  <a:lnTo>
                    <a:pt x="628" y="419"/>
                  </a:lnTo>
                  <a:lnTo>
                    <a:pt x="628" y="419"/>
                  </a:lnTo>
                  <a:lnTo>
                    <a:pt x="627" y="417"/>
                  </a:lnTo>
                  <a:lnTo>
                    <a:pt x="625" y="415"/>
                  </a:lnTo>
                  <a:lnTo>
                    <a:pt x="619" y="413"/>
                  </a:lnTo>
                  <a:lnTo>
                    <a:pt x="619" y="413"/>
                  </a:lnTo>
                  <a:lnTo>
                    <a:pt x="614" y="410"/>
                  </a:lnTo>
                  <a:lnTo>
                    <a:pt x="608" y="406"/>
                  </a:lnTo>
                  <a:lnTo>
                    <a:pt x="608" y="406"/>
                  </a:lnTo>
                  <a:lnTo>
                    <a:pt x="607" y="404"/>
                  </a:lnTo>
                  <a:lnTo>
                    <a:pt x="605" y="402"/>
                  </a:lnTo>
                  <a:lnTo>
                    <a:pt x="605" y="397"/>
                  </a:lnTo>
                  <a:lnTo>
                    <a:pt x="603" y="391"/>
                  </a:lnTo>
                  <a:lnTo>
                    <a:pt x="601" y="390"/>
                  </a:lnTo>
                  <a:lnTo>
                    <a:pt x="599" y="388"/>
                  </a:lnTo>
                  <a:lnTo>
                    <a:pt x="599" y="388"/>
                  </a:lnTo>
                  <a:lnTo>
                    <a:pt x="596" y="386"/>
                  </a:lnTo>
                  <a:lnTo>
                    <a:pt x="594" y="380"/>
                  </a:lnTo>
                  <a:lnTo>
                    <a:pt x="588" y="371"/>
                  </a:lnTo>
                  <a:lnTo>
                    <a:pt x="588" y="371"/>
                  </a:lnTo>
                  <a:lnTo>
                    <a:pt x="579" y="360"/>
                  </a:lnTo>
                  <a:lnTo>
                    <a:pt x="568" y="350"/>
                  </a:lnTo>
                  <a:lnTo>
                    <a:pt x="568" y="350"/>
                  </a:lnTo>
                  <a:lnTo>
                    <a:pt x="563" y="340"/>
                  </a:lnTo>
                  <a:lnTo>
                    <a:pt x="557" y="339"/>
                  </a:lnTo>
                  <a:lnTo>
                    <a:pt x="554" y="337"/>
                  </a:lnTo>
                  <a:lnTo>
                    <a:pt x="554" y="337"/>
                  </a:lnTo>
                  <a:lnTo>
                    <a:pt x="550" y="335"/>
                  </a:lnTo>
                  <a:lnTo>
                    <a:pt x="548" y="333"/>
                  </a:lnTo>
                  <a:lnTo>
                    <a:pt x="546" y="328"/>
                  </a:lnTo>
                  <a:lnTo>
                    <a:pt x="546" y="328"/>
                  </a:lnTo>
                  <a:lnTo>
                    <a:pt x="545" y="324"/>
                  </a:lnTo>
                  <a:lnTo>
                    <a:pt x="543" y="322"/>
                  </a:lnTo>
                  <a:lnTo>
                    <a:pt x="537" y="320"/>
                  </a:lnTo>
                  <a:lnTo>
                    <a:pt x="536" y="319"/>
                  </a:lnTo>
                  <a:lnTo>
                    <a:pt x="536" y="319"/>
                  </a:lnTo>
                  <a:lnTo>
                    <a:pt x="532" y="315"/>
                  </a:lnTo>
                  <a:lnTo>
                    <a:pt x="528" y="317"/>
                  </a:lnTo>
                  <a:lnTo>
                    <a:pt x="521" y="319"/>
                  </a:lnTo>
                  <a:lnTo>
                    <a:pt x="521" y="319"/>
                  </a:lnTo>
                  <a:lnTo>
                    <a:pt x="519" y="319"/>
                  </a:lnTo>
                  <a:lnTo>
                    <a:pt x="519" y="320"/>
                  </a:lnTo>
                  <a:lnTo>
                    <a:pt x="521" y="324"/>
                  </a:lnTo>
                  <a:lnTo>
                    <a:pt x="521" y="328"/>
                  </a:lnTo>
                  <a:lnTo>
                    <a:pt x="521" y="328"/>
                  </a:lnTo>
                  <a:lnTo>
                    <a:pt x="517" y="331"/>
                  </a:lnTo>
                  <a:lnTo>
                    <a:pt x="514" y="331"/>
                  </a:lnTo>
                  <a:lnTo>
                    <a:pt x="510" y="333"/>
                  </a:lnTo>
                  <a:lnTo>
                    <a:pt x="505" y="335"/>
                  </a:lnTo>
                  <a:lnTo>
                    <a:pt x="505" y="335"/>
                  </a:lnTo>
                  <a:lnTo>
                    <a:pt x="501" y="339"/>
                  </a:lnTo>
                  <a:lnTo>
                    <a:pt x="499" y="339"/>
                  </a:lnTo>
                  <a:lnTo>
                    <a:pt x="499" y="337"/>
                  </a:lnTo>
                  <a:lnTo>
                    <a:pt x="499" y="331"/>
                  </a:lnTo>
                  <a:lnTo>
                    <a:pt x="499" y="331"/>
                  </a:lnTo>
                  <a:lnTo>
                    <a:pt x="495" y="328"/>
                  </a:lnTo>
                  <a:lnTo>
                    <a:pt x="488" y="322"/>
                  </a:lnTo>
                  <a:lnTo>
                    <a:pt x="483" y="319"/>
                  </a:lnTo>
                  <a:lnTo>
                    <a:pt x="479" y="315"/>
                  </a:lnTo>
                  <a:lnTo>
                    <a:pt x="479" y="315"/>
                  </a:lnTo>
                  <a:lnTo>
                    <a:pt x="474" y="304"/>
                  </a:lnTo>
                  <a:lnTo>
                    <a:pt x="474" y="304"/>
                  </a:lnTo>
                  <a:lnTo>
                    <a:pt x="474" y="298"/>
                  </a:lnTo>
                  <a:lnTo>
                    <a:pt x="474" y="295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4" y="297"/>
                  </a:lnTo>
                  <a:lnTo>
                    <a:pt x="464" y="297"/>
                  </a:lnTo>
                  <a:lnTo>
                    <a:pt x="463" y="298"/>
                  </a:lnTo>
                  <a:lnTo>
                    <a:pt x="461" y="297"/>
                  </a:lnTo>
                  <a:lnTo>
                    <a:pt x="455" y="293"/>
                  </a:lnTo>
                  <a:lnTo>
                    <a:pt x="455" y="293"/>
                  </a:lnTo>
                  <a:lnTo>
                    <a:pt x="452" y="293"/>
                  </a:lnTo>
                  <a:lnTo>
                    <a:pt x="446" y="295"/>
                  </a:lnTo>
                  <a:lnTo>
                    <a:pt x="441" y="297"/>
                  </a:lnTo>
                  <a:lnTo>
                    <a:pt x="434" y="38"/>
                  </a:lnTo>
                  <a:close/>
                  <a:moveTo>
                    <a:pt x="5751" y="320"/>
                  </a:moveTo>
                  <a:lnTo>
                    <a:pt x="5743" y="326"/>
                  </a:lnTo>
                  <a:lnTo>
                    <a:pt x="5743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6" y="329"/>
                  </a:lnTo>
                  <a:lnTo>
                    <a:pt x="5742" y="335"/>
                  </a:lnTo>
                  <a:lnTo>
                    <a:pt x="5742" y="335"/>
                  </a:lnTo>
                  <a:lnTo>
                    <a:pt x="5745" y="335"/>
                  </a:lnTo>
                  <a:lnTo>
                    <a:pt x="5749" y="333"/>
                  </a:lnTo>
                  <a:lnTo>
                    <a:pt x="5756" y="328"/>
                  </a:lnTo>
                  <a:lnTo>
                    <a:pt x="5758" y="326"/>
                  </a:lnTo>
                  <a:lnTo>
                    <a:pt x="5758" y="322"/>
                  </a:lnTo>
                  <a:lnTo>
                    <a:pt x="5756" y="320"/>
                  </a:lnTo>
                  <a:lnTo>
                    <a:pt x="5751" y="320"/>
                  </a:lnTo>
                  <a:lnTo>
                    <a:pt x="5751" y="320"/>
                  </a:lnTo>
                  <a:close/>
                  <a:moveTo>
                    <a:pt x="5650" y="308"/>
                  </a:moveTo>
                  <a:lnTo>
                    <a:pt x="5650" y="308"/>
                  </a:lnTo>
                  <a:lnTo>
                    <a:pt x="5649" y="315"/>
                  </a:lnTo>
                  <a:lnTo>
                    <a:pt x="5649" y="315"/>
                  </a:lnTo>
                  <a:lnTo>
                    <a:pt x="5647" y="315"/>
                  </a:lnTo>
                  <a:lnTo>
                    <a:pt x="5645" y="317"/>
                  </a:lnTo>
                  <a:lnTo>
                    <a:pt x="5645" y="320"/>
                  </a:lnTo>
                  <a:lnTo>
                    <a:pt x="5645" y="320"/>
                  </a:lnTo>
                  <a:lnTo>
                    <a:pt x="5649" y="324"/>
                  </a:lnTo>
                  <a:lnTo>
                    <a:pt x="5652" y="328"/>
                  </a:lnTo>
                  <a:lnTo>
                    <a:pt x="5652" y="328"/>
                  </a:lnTo>
                  <a:lnTo>
                    <a:pt x="5665" y="322"/>
                  </a:lnTo>
                  <a:lnTo>
                    <a:pt x="5667" y="320"/>
                  </a:lnTo>
                  <a:lnTo>
                    <a:pt x="5667" y="317"/>
                  </a:lnTo>
                  <a:lnTo>
                    <a:pt x="5665" y="315"/>
                  </a:lnTo>
                  <a:lnTo>
                    <a:pt x="5663" y="313"/>
                  </a:lnTo>
                  <a:lnTo>
                    <a:pt x="5663" y="313"/>
                  </a:lnTo>
                  <a:lnTo>
                    <a:pt x="5650" y="308"/>
                  </a:lnTo>
                  <a:lnTo>
                    <a:pt x="5650" y="308"/>
                  </a:lnTo>
                  <a:close/>
                  <a:moveTo>
                    <a:pt x="5671" y="227"/>
                  </a:moveTo>
                  <a:lnTo>
                    <a:pt x="5671" y="227"/>
                  </a:lnTo>
                  <a:lnTo>
                    <a:pt x="5667" y="242"/>
                  </a:lnTo>
                  <a:lnTo>
                    <a:pt x="5667" y="242"/>
                  </a:lnTo>
                  <a:lnTo>
                    <a:pt x="5680" y="238"/>
                  </a:lnTo>
                  <a:lnTo>
                    <a:pt x="5687" y="237"/>
                  </a:lnTo>
                  <a:lnTo>
                    <a:pt x="5692" y="238"/>
                  </a:lnTo>
                  <a:lnTo>
                    <a:pt x="5702" y="247"/>
                  </a:lnTo>
                  <a:lnTo>
                    <a:pt x="5702" y="247"/>
                  </a:lnTo>
                  <a:lnTo>
                    <a:pt x="5700" y="247"/>
                  </a:lnTo>
                  <a:lnTo>
                    <a:pt x="5700" y="247"/>
                  </a:lnTo>
                  <a:lnTo>
                    <a:pt x="5703" y="251"/>
                  </a:lnTo>
                  <a:lnTo>
                    <a:pt x="5709" y="255"/>
                  </a:lnTo>
                  <a:lnTo>
                    <a:pt x="5709" y="255"/>
                  </a:lnTo>
                  <a:lnTo>
                    <a:pt x="5711" y="247"/>
                  </a:lnTo>
                  <a:lnTo>
                    <a:pt x="5712" y="244"/>
                  </a:lnTo>
                  <a:lnTo>
                    <a:pt x="5714" y="242"/>
                  </a:lnTo>
                  <a:lnTo>
                    <a:pt x="5714" y="242"/>
                  </a:lnTo>
                  <a:lnTo>
                    <a:pt x="5711" y="240"/>
                  </a:lnTo>
                  <a:lnTo>
                    <a:pt x="5707" y="240"/>
                  </a:lnTo>
                  <a:lnTo>
                    <a:pt x="5705" y="240"/>
                  </a:lnTo>
                  <a:lnTo>
                    <a:pt x="5702" y="240"/>
                  </a:lnTo>
                  <a:lnTo>
                    <a:pt x="5702" y="240"/>
                  </a:lnTo>
                  <a:lnTo>
                    <a:pt x="5700" y="237"/>
                  </a:lnTo>
                  <a:lnTo>
                    <a:pt x="5700" y="233"/>
                  </a:lnTo>
                  <a:lnTo>
                    <a:pt x="5700" y="233"/>
                  </a:lnTo>
                  <a:lnTo>
                    <a:pt x="5696" y="229"/>
                  </a:lnTo>
                  <a:lnTo>
                    <a:pt x="5692" y="227"/>
                  </a:lnTo>
                  <a:lnTo>
                    <a:pt x="5692" y="227"/>
                  </a:lnTo>
                  <a:lnTo>
                    <a:pt x="5689" y="227"/>
                  </a:lnTo>
                  <a:lnTo>
                    <a:pt x="5681" y="229"/>
                  </a:lnTo>
                  <a:lnTo>
                    <a:pt x="5672" y="235"/>
                  </a:lnTo>
                  <a:lnTo>
                    <a:pt x="5672" y="235"/>
                  </a:lnTo>
                  <a:lnTo>
                    <a:pt x="5672" y="229"/>
                  </a:lnTo>
                  <a:lnTo>
                    <a:pt x="5672" y="227"/>
                  </a:lnTo>
                  <a:lnTo>
                    <a:pt x="5671" y="227"/>
                  </a:lnTo>
                  <a:lnTo>
                    <a:pt x="5671" y="227"/>
                  </a:lnTo>
                  <a:close/>
                  <a:moveTo>
                    <a:pt x="7" y="488"/>
                  </a:moveTo>
                  <a:lnTo>
                    <a:pt x="7" y="488"/>
                  </a:lnTo>
                  <a:lnTo>
                    <a:pt x="0" y="499"/>
                  </a:lnTo>
                  <a:lnTo>
                    <a:pt x="0" y="503"/>
                  </a:lnTo>
                  <a:lnTo>
                    <a:pt x="2" y="503"/>
                  </a:lnTo>
                  <a:lnTo>
                    <a:pt x="3" y="501"/>
                  </a:lnTo>
                  <a:lnTo>
                    <a:pt x="3" y="495"/>
                  </a:lnTo>
                  <a:lnTo>
                    <a:pt x="3" y="495"/>
                  </a:lnTo>
                  <a:lnTo>
                    <a:pt x="9" y="493"/>
                  </a:lnTo>
                  <a:lnTo>
                    <a:pt x="11" y="490"/>
                  </a:lnTo>
                  <a:lnTo>
                    <a:pt x="11" y="488"/>
                  </a:lnTo>
                  <a:lnTo>
                    <a:pt x="7" y="488"/>
                  </a:lnTo>
                  <a:lnTo>
                    <a:pt x="7" y="488"/>
                  </a:lnTo>
                  <a:close/>
                  <a:moveTo>
                    <a:pt x="27" y="481"/>
                  </a:moveTo>
                  <a:lnTo>
                    <a:pt x="27" y="486"/>
                  </a:lnTo>
                  <a:lnTo>
                    <a:pt x="27" y="486"/>
                  </a:lnTo>
                  <a:lnTo>
                    <a:pt x="16" y="495"/>
                  </a:lnTo>
                  <a:lnTo>
                    <a:pt x="14" y="497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31" y="490"/>
                  </a:lnTo>
                  <a:lnTo>
                    <a:pt x="34" y="486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1" y="482"/>
                  </a:lnTo>
                  <a:lnTo>
                    <a:pt x="29" y="481"/>
                  </a:lnTo>
                  <a:lnTo>
                    <a:pt x="27" y="481"/>
                  </a:lnTo>
                  <a:lnTo>
                    <a:pt x="27" y="481"/>
                  </a:lnTo>
                  <a:close/>
                  <a:moveTo>
                    <a:pt x="532" y="395"/>
                  </a:moveTo>
                  <a:lnTo>
                    <a:pt x="536" y="401"/>
                  </a:lnTo>
                  <a:lnTo>
                    <a:pt x="536" y="401"/>
                  </a:lnTo>
                  <a:lnTo>
                    <a:pt x="536" y="397"/>
                  </a:lnTo>
                  <a:lnTo>
                    <a:pt x="534" y="397"/>
                  </a:lnTo>
                  <a:lnTo>
                    <a:pt x="532" y="395"/>
                  </a:lnTo>
                  <a:lnTo>
                    <a:pt x="532" y="395"/>
                  </a:lnTo>
                  <a:close/>
                  <a:moveTo>
                    <a:pt x="539" y="386"/>
                  </a:moveTo>
                  <a:lnTo>
                    <a:pt x="539" y="386"/>
                  </a:lnTo>
                  <a:lnTo>
                    <a:pt x="543" y="386"/>
                  </a:lnTo>
                  <a:lnTo>
                    <a:pt x="543" y="388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37" y="388"/>
                  </a:lnTo>
                  <a:lnTo>
                    <a:pt x="536" y="386"/>
                  </a:lnTo>
                  <a:lnTo>
                    <a:pt x="539" y="386"/>
                  </a:lnTo>
                  <a:lnTo>
                    <a:pt x="539" y="386"/>
                  </a:lnTo>
                  <a:close/>
                  <a:moveTo>
                    <a:pt x="96" y="452"/>
                  </a:moveTo>
                  <a:lnTo>
                    <a:pt x="96" y="452"/>
                  </a:lnTo>
                  <a:lnTo>
                    <a:pt x="96" y="453"/>
                  </a:lnTo>
                  <a:lnTo>
                    <a:pt x="96" y="455"/>
                  </a:lnTo>
                  <a:lnTo>
                    <a:pt x="100" y="457"/>
                  </a:lnTo>
                  <a:lnTo>
                    <a:pt x="100" y="457"/>
                  </a:lnTo>
                  <a:lnTo>
                    <a:pt x="102" y="453"/>
                  </a:lnTo>
                  <a:lnTo>
                    <a:pt x="102" y="452"/>
                  </a:lnTo>
                  <a:lnTo>
                    <a:pt x="96" y="452"/>
                  </a:lnTo>
                  <a:lnTo>
                    <a:pt x="96" y="452"/>
                  </a:lnTo>
                  <a:close/>
                  <a:moveTo>
                    <a:pt x="75" y="450"/>
                  </a:moveTo>
                  <a:lnTo>
                    <a:pt x="75" y="450"/>
                  </a:lnTo>
                  <a:lnTo>
                    <a:pt x="69" y="453"/>
                  </a:lnTo>
                  <a:lnTo>
                    <a:pt x="62" y="459"/>
                  </a:lnTo>
                  <a:lnTo>
                    <a:pt x="60" y="464"/>
                  </a:lnTo>
                  <a:lnTo>
                    <a:pt x="60" y="466"/>
                  </a:lnTo>
                  <a:lnTo>
                    <a:pt x="64" y="466"/>
                  </a:lnTo>
                  <a:lnTo>
                    <a:pt x="65" y="462"/>
                  </a:lnTo>
                  <a:lnTo>
                    <a:pt x="65" y="462"/>
                  </a:lnTo>
                  <a:lnTo>
                    <a:pt x="80" y="459"/>
                  </a:lnTo>
                  <a:lnTo>
                    <a:pt x="85" y="455"/>
                  </a:lnTo>
                  <a:lnTo>
                    <a:pt x="85" y="455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80" y="450"/>
                  </a:lnTo>
                  <a:lnTo>
                    <a:pt x="75" y="450"/>
                  </a:lnTo>
                  <a:lnTo>
                    <a:pt x="75" y="450"/>
                  </a:lnTo>
                  <a:close/>
                  <a:moveTo>
                    <a:pt x="138" y="448"/>
                  </a:moveTo>
                  <a:lnTo>
                    <a:pt x="138" y="448"/>
                  </a:lnTo>
                  <a:lnTo>
                    <a:pt x="136" y="448"/>
                  </a:lnTo>
                  <a:lnTo>
                    <a:pt x="136" y="450"/>
                  </a:lnTo>
                  <a:lnTo>
                    <a:pt x="138" y="452"/>
                  </a:lnTo>
                  <a:lnTo>
                    <a:pt x="142" y="452"/>
                  </a:lnTo>
                  <a:lnTo>
                    <a:pt x="142" y="452"/>
                  </a:lnTo>
                  <a:lnTo>
                    <a:pt x="142" y="448"/>
                  </a:lnTo>
                  <a:lnTo>
                    <a:pt x="140" y="448"/>
                  </a:lnTo>
                  <a:lnTo>
                    <a:pt x="138" y="448"/>
                  </a:lnTo>
                  <a:lnTo>
                    <a:pt x="138" y="448"/>
                  </a:lnTo>
                  <a:close/>
                  <a:moveTo>
                    <a:pt x="127" y="441"/>
                  </a:moveTo>
                  <a:lnTo>
                    <a:pt x="129" y="444"/>
                  </a:lnTo>
                  <a:lnTo>
                    <a:pt x="129" y="444"/>
                  </a:lnTo>
                  <a:lnTo>
                    <a:pt x="131" y="444"/>
                  </a:lnTo>
                  <a:lnTo>
                    <a:pt x="131" y="442"/>
                  </a:lnTo>
                  <a:lnTo>
                    <a:pt x="127" y="441"/>
                  </a:lnTo>
                  <a:lnTo>
                    <a:pt x="127" y="441"/>
                  </a:lnTo>
                  <a:close/>
                  <a:moveTo>
                    <a:pt x="572" y="421"/>
                  </a:moveTo>
                  <a:lnTo>
                    <a:pt x="572" y="421"/>
                  </a:lnTo>
                  <a:lnTo>
                    <a:pt x="572" y="426"/>
                  </a:lnTo>
                  <a:lnTo>
                    <a:pt x="570" y="428"/>
                  </a:lnTo>
                  <a:lnTo>
                    <a:pt x="572" y="430"/>
                  </a:lnTo>
                  <a:lnTo>
                    <a:pt x="572" y="430"/>
                  </a:lnTo>
                  <a:lnTo>
                    <a:pt x="579" y="430"/>
                  </a:lnTo>
                  <a:lnTo>
                    <a:pt x="579" y="430"/>
                  </a:lnTo>
                  <a:lnTo>
                    <a:pt x="579" y="433"/>
                  </a:lnTo>
                  <a:lnTo>
                    <a:pt x="579" y="437"/>
                  </a:lnTo>
                  <a:lnTo>
                    <a:pt x="579" y="437"/>
                  </a:lnTo>
                  <a:lnTo>
                    <a:pt x="581" y="435"/>
                  </a:lnTo>
                  <a:lnTo>
                    <a:pt x="583" y="435"/>
                  </a:lnTo>
                  <a:lnTo>
                    <a:pt x="583" y="435"/>
                  </a:lnTo>
                  <a:lnTo>
                    <a:pt x="585" y="437"/>
                  </a:lnTo>
                  <a:lnTo>
                    <a:pt x="583" y="441"/>
                  </a:lnTo>
                  <a:lnTo>
                    <a:pt x="583" y="442"/>
                  </a:lnTo>
                  <a:lnTo>
                    <a:pt x="583" y="444"/>
                  </a:lnTo>
                  <a:lnTo>
                    <a:pt x="583" y="444"/>
                  </a:lnTo>
                  <a:lnTo>
                    <a:pt x="592" y="448"/>
                  </a:lnTo>
                  <a:lnTo>
                    <a:pt x="599" y="452"/>
                  </a:lnTo>
                  <a:lnTo>
                    <a:pt x="599" y="452"/>
                  </a:lnTo>
                  <a:lnTo>
                    <a:pt x="598" y="457"/>
                  </a:lnTo>
                  <a:lnTo>
                    <a:pt x="599" y="462"/>
                  </a:lnTo>
                  <a:lnTo>
                    <a:pt x="599" y="462"/>
                  </a:lnTo>
                  <a:lnTo>
                    <a:pt x="607" y="462"/>
                  </a:lnTo>
                  <a:lnTo>
                    <a:pt x="607" y="462"/>
                  </a:lnTo>
                  <a:lnTo>
                    <a:pt x="603" y="455"/>
                  </a:lnTo>
                  <a:lnTo>
                    <a:pt x="601" y="448"/>
                  </a:lnTo>
                  <a:lnTo>
                    <a:pt x="601" y="448"/>
                  </a:lnTo>
                  <a:lnTo>
                    <a:pt x="603" y="448"/>
                  </a:lnTo>
                  <a:lnTo>
                    <a:pt x="603" y="446"/>
                  </a:lnTo>
                  <a:lnTo>
                    <a:pt x="603" y="442"/>
                  </a:lnTo>
                  <a:lnTo>
                    <a:pt x="603" y="442"/>
                  </a:lnTo>
                  <a:lnTo>
                    <a:pt x="596" y="442"/>
                  </a:lnTo>
                  <a:lnTo>
                    <a:pt x="596" y="442"/>
                  </a:lnTo>
                  <a:lnTo>
                    <a:pt x="596" y="441"/>
                  </a:lnTo>
                  <a:lnTo>
                    <a:pt x="594" y="439"/>
                  </a:lnTo>
                  <a:lnTo>
                    <a:pt x="592" y="437"/>
                  </a:lnTo>
                  <a:lnTo>
                    <a:pt x="592" y="437"/>
                  </a:lnTo>
                  <a:lnTo>
                    <a:pt x="590" y="435"/>
                  </a:lnTo>
                  <a:lnTo>
                    <a:pt x="592" y="431"/>
                  </a:lnTo>
                  <a:lnTo>
                    <a:pt x="594" y="430"/>
                  </a:lnTo>
                  <a:lnTo>
                    <a:pt x="594" y="426"/>
                  </a:lnTo>
                  <a:lnTo>
                    <a:pt x="594" y="426"/>
                  </a:lnTo>
                  <a:lnTo>
                    <a:pt x="588" y="422"/>
                  </a:lnTo>
                  <a:lnTo>
                    <a:pt x="583" y="421"/>
                  </a:lnTo>
                  <a:lnTo>
                    <a:pt x="583" y="421"/>
                  </a:lnTo>
                  <a:lnTo>
                    <a:pt x="590" y="426"/>
                  </a:lnTo>
                  <a:lnTo>
                    <a:pt x="590" y="428"/>
                  </a:lnTo>
                  <a:lnTo>
                    <a:pt x="587" y="428"/>
                  </a:lnTo>
                  <a:lnTo>
                    <a:pt x="572" y="421"/>
                  </a:lnTo>
                  <a:lnTo>
                    <a:pt x="572" y="421"/>
                  </a:lnTo>
                  <a:close/>
                  <a:moveTo>
                    <a:pt x="249" y="371"/>
                  </a:moveTo>
                  <a:lnTo>
                    <a:pt x="249" y="377"/>
                  </a:lnTo>
                  <a:lnTo>
                    <a:pt x="249" y="377"/>
                  </a:lnTo>
                  <a:lnTo>
                    <a:pt x="240" y="375"/>
                  </a:lnTo>
                  <a:lnTo>
                    <a:pt x="237" y="373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5"/>
                  </a:lnTo>
                  <a:lnTo>
                    <a:pt x="235" y="379"/>
                  </a:lnTo>
                  <a:lnTo>
                    <a:pt x="237" y="380"/>
                  </a:lnTo>
                  <a:lnTo>
                    <a:pt x="237" y="380"/>
                  </a:lnTo>
                  <a:lnTo>
                    <a:pt x="222" y="384"/>
                  </a:lnTo>
                  <a:lnTo>
                    <a:pt x="222" y="384"/>
                  </a:lnTo>
                  <a:lnTo>
                    <a:pt x="224" y="395"/>
                  </a:lnTo>
                  <a:lnTo>
                    <a:pt x="224" y="395"/>
                  </a:lnTo>
                  <a:lnTo>
                    <a:pt x="228" y="395"/>
                  </a:lnTo>
                  <a:lnTo>
                    <a:pt x="229" y="395"/>
                  </a:lnTo>
                  <a:lnTo>
                    <a:pt x="235" y="393"/>
                  </a:lnTo>
                  <a:lnTo>
                    <a:pt x="235" y="393"/>
                  </a:lnTo>
                  <a:lnTo>
                    <a:pt x="237" y="397"/>
                  </a:lnTo>
                  <a:lnTo>
                    <a:pt x="242" y="399"/>
                  </a:lnTo>
                  <a:lnTo>
                    <a:pt x="242" y="399"/>
                  </a:lnTo>
                  <a:lnTo>
                    <a:pt x="244" y="395"/>
                  </a:lnTo>
                  <a:lnTo>
                    <a:pt x="246" y="393"/>
                  </a:lnTo>
                  <a:lnTo>
                    <a:pt x="249" y="393"/>
                  </a:lnTo>
                  <a:lnTo>
                    <a:pt x="249" y="393"/>
                  </a:lnTo>
                  <a:lnTo>
                    <a:pt x="248" y="395"/>
                  </a:lnTo>
                  <a:lnTo>
                    <a:pt x="248" y="397"/>
                  </a:lnTo>
                  <a:lnTo>
                    <a:pt x="251" y="399"/>
                  </a:lnTo>
                  <a:lnTo>
                    <a:pt x="251" y="399"/>
                  </a:lnTo>
                  <a:lnTo>
                    <a:pt x="249" y="393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53" y="391"/>
                  </a:lnTo>
                  <a:lnTo>
                    <a:pt x="259" y="391"/>
                  </a:lnTo>
                  <a:lnTo>
                    <a:pt x="259" y="391"/>
                  </a:lnTo>
                  <a:lnTo>
                    <a:pt x="255" y="390"/>
                  </a:lnTo>
                  <a:lnTo>
                    <a:pt x="253" y="386"/>
                  </a:lnTo>
                  <a:lnTo>
                    <a:pt x="253" y="386"/>
                  </a:lnTo>
                  <a:lnTo>
                    <a:pt x="259" y="386"/>
                  </a:lnTo>
                  <a:lnTo>
                    <a:pt x="264" y="386"/>
                  </a:lnTo>
                  <a:lnTo>
                    <a:pt x="264" y="386"/>
                  </a:lnTo>
                  <a:lnTo>
                    <a:pt x="260" y="382"/>
                  </a:lnTo>
                  <a:lnTo>
                    <a:pt x="259" y="379"/>
                  </a:lnTo>
                  <a:lnTo>
                    <a:pt x="255" y="373"/>
                  </a:lnTo>
                  <a:lnTo>
                    <a:pt x="249" y="371"/>
                  </a:lnTo>
                  <a:lnTo>
                    <a:pt x="249" y="371"/>
                  </a:lnTo>
                  <a:close/>
                  <a:moveTo>
                    <a:pt x="550" y="370"/>
                  </a:moveTo>
                  <a:lnTo>
                    <a:pt x="550" y="370"/>
                  </a:lnTo>
                  <a:lnTo>
                    <a:pt x="557" y="399"/>
                  </a:lnTo>
                  <a:lnTo>
                    <a:pt x="557" y="399"/>
                  </a:lnTo>
                  <a:lnTo>
                    <a:pt x="557" y="397"/>
                  </a:lnTo>
                  <a:lnTo>
                    <a:pt x="561" y="397"/>
                  </a:lnTo>
                  <a:lnTo>
                    <a:pt x="565" y="395"/>
                  </a:lnTo>
                  <a:lnTo>
                    <a:pt x="565" y="395"/>
                  </a:lnTo>
                  <a:lnTo>
                    <a:pt x="565" y="390"/>
                  </a:lnTo>
                  <a:lnTo>
                    <a:pt x="565" y="382"/>
                  </a:lnTo>
                  <a:lnTo>
                    <a:pt x="561" y="375"/>
                  </a:lnTo>
                  <a:lnTo>
                    <a:pt x="559" y="371"/>
                  </a:lnTo>
                  <a:lnTo>
                    <a:pt x="559" y="371"/>
                  </a:lnTo>
                  <a:lnTo>
                    <a:pt x="554" y="370"/>
                  </a:lnTo>
                  <a:lnTo>
                    <a:pt x="550" y="370"/>
                  </a:lnTo>
                  <a:lnTo>
                    <a:pt x="550" y="370"/>
                  </a:lnTo>
                  <a:close/>
                  <a:moveTo>
                    <a:pt x="253" y="355"/>
                  </a:moveTo>
                  <a:lnTo>
                    <a:pt x="253" y="355"/>
                  </a:lnTo>
                  <a:lnTo>
                    <a:pt x="251" y="360"/>
                  </a:lnTo>
                  <a:lnTo>
                    <a:pt x="251" y="364"/>
                  </a:lnTo>
                  <a:lnTo>
                    <a:pt x="251" y="364"/>
                  </a:lnTo>
                  <a:lnTo>
                    <a:pt x="248" y="368"/>
                  </a:lnTo>
                  <a:lnTo>
                    <a:pt x="248" y="370"/>
                  </a:lnTo>
                  <a:lnTo>
                    <a:pt x="251" y="370"/>
                  </a:lnTo>
                  <a:lnTo>
                    <a:pt x="251" y="370"/>
                  </a:lnTo>
                  <a:lnTo>
                    <a:pt x="257" y="364"/>
                  </a:lnTo>
                  <a:lnTo>
                    <a:pt x="264" y="362"/>
                  </a:lnTo>
                  <a:lnTo>
                    <a:pt x="253" y="355"/>
                  </a:lnTo>
                  <a:close/>
                  <a:moveTo>
                    <a:pt x="523" y="348"/>
                  </a:moveTo>
                  <a:lnTo>
                    <a:pt x="523" y="348"/>
                  </a:lnTo>
                  <a:lnTo>
                    <a:pt x="526" y="350"/>
                  </a:lnTo>
                  <a:lnTo>
                    <a:pt x="530" y="351"/>
                  </a:lnTo>
                  <a:lnTo>
                    <a:pt x="530" y="353"/>
                  </a:lnTo>
                  <a:lnTo>
                    <a:pt x="528" y="355"/>
                  </a:lnTo>
                  <a:lnTo>
                    <a:pt x="521" y="357"/>
                  </a:lnTo>
                  <a:lnTo>
                    <a:pt x="521" y="357"/>
                  </a:lnTo>
                  <a:lnTo>
                    <a:pt x="519" y="350"/>
                  </a:lnTo>
                  <a:lnTo>
                    <a:pt x="521" y="348"/>
                  </a:lnTo>
                  <a:lnTo>
                    <a:pt x="523" y="348"/>
                  </a:lnTo>
                  <a:lnTo>
                    <a:pt x="523" y="348"/>
                  </a:lnTo>
                  <a:close/>
                  <a:moveTo>
                    <a:pt x="543" y="340"/>
                  </a:moveTo>
                  <a:lnTo>
                    <a:pt x="543" y="340"/>
                  </a:lnTo>
                  <a:lnTo>
                    <a:pt x="543" y="340"/>
                  </a:lnTo>
                  <a:lnTo>
                    <a:pt x="543" y="342"/>
                  </a:lnTo>
                  <a:lnTo>
                    <a:pt x="539" y="344"/>
                  </a:lnTo>
                  <a:lnTo>
                    <a:pt x="539" y="344"/>
                  </a:lnTo>
                  <a:lnTo>
                    <a:pt x="539" y="340"/>
                  </a:lnTo>
                  <a:lnTo>
                    <a:pt x="541" y="339"/>
                  </a:lnTo>
                  <a:lnTo>
                    <a:pt x="543" y="340"/>
                  </a:lnTo>
                  <a:lnTo>
                    <a:pt x="543" y="340"/>
                  </a:lnTo>
                  <a:close/>
                  <a:moveTo>
                    <a:pt x="344" y="308"/>
                  </a:moveTo>
                  <a:lnTo>
                    <a:pt x="344" y="308"/>
                  </a:lnTo>
                  <a:lnTo>
                    <a:pt x="341" y="319"/>
                  </a:lnTo>
                  <a:lnTo>
                    <a:pt x="342" y="319"/>
                  </a:lnTo>
                  <a:lnTo>
                    <a:pt x="346" y="315"/>
                  </a:lnTo>
                  <a:lnTo>
                    <a:pt x="346" y="315"/>
                  </a:lnTo>
                  <a:lnTo>
                    <a:pt x="346" y="309"/>
                  </a:lnTo>
                  <a:lnTo>
                    <a:pt x="346" y="308"/>
                  </a:lnTo>
                  <a:lnTo>
                    <a:pt x="344" y="308"/>
                  </a:lnTo>
                  <a:lnTo>
                    <a:pt x="344" y="308"/>
                  </a:lnTo>
                  <a:close/>
                  <a:moveTo>
                    <a:pt x="42" y="306"/>
                  </a:moveTo>
                  <a:lnTo>
                    <a:pt x="36" y="309"/>
                  </a:lnTo>
                  <a:lnTo>
                    <a:pt x="36" y="309"/>
                  </a:lnTo>
                  <a:lnTo>
                    <a:pt x="33" y="309"/>
                  </a:lnTo>
                  <a:lnTo>
                    <a:pt x="29" y="308"/>
                  </a:lnTo>
                  <a:lnTo>
                    <a:pt x="29" y="308"/>
                  </a:lnTo>
                  <a:lnTo>
                    <a:pt x="29" y="309"/>
                  </a:lnTo>
                  <a:lnTo>
                    <a:pt x="27" y="311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31" y="317"/>
                  </a:lnTo>
                  <a:lnTo>
                    <a:pt x="38" y="320"/>
                  </a:lnTo>
                  <a:lnTo>
                    <a:pt x="38" y="320"/>
                  </a:lnTo>
                  <a:lnTo>
                    <a:pt x="44" y="320"/>
                  </a:lnTo>
                  <a:lnTo>
                    <a:pt x="47" y="319"/>
                  </a:lnTo>
                  <a:lnTo>
                    <a:pt x="49" y="317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1" y="308"/>
                  </a:lnTo>
                  <a:lnTo>
                    <a:pt x="47" y="306"/>
                  </a:lnTo>
                  <a:lnTo>
                    <a:pt x="42" y="306"/>
                  </a:lnTo>
                  <a:lnTo>
                    <a:pt x="42" y="3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1" name="Freeform 465">
              <a:extLst>
                <a:ext uri="{FF2B5EF4-FFF2-40B4-BE49-F238E27FC236}">
                  <a16:creationId xmlns:a16="http://schemas.microsoft.com/office/drawing/2014/main" id="{A34F207B-410E-4A55-A24B-2DB8211C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85" y="2917365"/>
              <a:ext cx="315881" cy="250628"/>
            </a:xfrm>
            <a:custGeom>
              <a:avLst/>
              <a:gdLst>
                <a:gd name="T0" fmla="*/ 104 w 213"/>
                <a:gd name="T1" fmla="*/ 13 h 169"/>
                <a:gd name="T2" fmla="*/ 91 w 213"/>
                <a:gd name="T3" fmla="*/ 7 h 169"/>
                <a:gd name="T4" fmla="*/ 77 w 213"/>
                <a:gd name="T5" fmla="*/ 5 h 169"/>
                <a:gd name="T6" fmla="*/ 66 w 213"/>
                <a:gd name="T7" fmla="*/ 0 h 169"/>
                <a:gd name="T8" fmla="*/ 60 w 213"/>
                <a:gd name="T9" fmla="*/ 9 h 169"/>
                <a:gd name="T10" fmla="*/ 58 w 213"/>
                <a:gd name="T11" fmla="*/ 23 h 169"/>
                <a:gd name="T12" fmla="*/ 51 w 213"/>
                <a:gd name="T13" fmla="*/ 40 h 169"/>
                <a:gd name="T14" fmla="*/ 31 w 213"/>
                <a:gd name="T15" fmla="*/ 45 h 169"/>
                <a:gd name="T16" fmla="*/ 20 w 213"/>
                <a:gd name="T17" fmla="*/ 45 h 169"/>
                <a:gd name="T18" fmla="*/ 16 w 213"/>
                <a:gd name="T19" fmla="*/ 58 h 169"/>
                <a:gd name="T20" fmla="*/ 6 w 213"/>
                <a:gd name="T21" fmla="*/ 62 h 169"/>
                <a:gd name="T22" fmla="*/ 0 w 213"/>
                <a:gd name="T23" fmla="*/ 80 h 169"/>
                <a:gd name="T24" fmla="*/ 7 w 213"/>
                <a:gd name="T25" fmla="*/ 87 h 169"/>
                <a:gd name="T26" fmla="*/ 2 w 213"/>
                <a:gd name="T27" fmla="*/ 100 h 169"/>
                <a:gd name="T28" fmla="*/ 11 w 213"/>
                <a:gd name="T29" fmla="*/ 116 h 169"/>
                <a:gd name="T30" fmla="*/ 13 w 213"/>
                <a:gd name="T31" fmla="*/ 129 h 169"/>
                <a:gd name="T32" fmla="*/ 31 w 213"/>
                <a:gd name="T33" fmla="*/ 135 h 169"/>
                <a:gd name="T34" fmla="*/ 13 w 213"/>
                <a:gd name="T35" fmla="*/ 160 h 169"/>
                <a:gd name="T36" fmla="*/ 35 w 213"/>
                <a:gd name="T37" fmla="*/ 167 h 169"/>
                <a:gd name="T38" fmla="*/ 57 w 213"/>
                <a:gd name="T39" fmla="*/ 166 h 169"/>
                <a:gd name="T40" fmla="*/ 66 w 213"/>
                <a:gd name="T41" fmla="*/ 162 h 169"/>
                <a:gd name="T42" fmla="*/ 77 w 213"/>
                <a:gd name="T43" fmla="*/ 153 h 169"/>
                <a:gd name="T44" fmla="*/ 86 w 213"/>
                <a:gd name="T45" fmla="*/ 142 h 169"/>
                <a:gd name="T46" fmla="*/ 100 w 213"/>
                <a:gd name="T47" fmla="*/ 131 h 169"/>
                <a:gd name="T48" fmla="*/ 108 w 213"/>
                <a:gd name="T49" fmla="*/ 124 h 169"/>
                <a:gd name="T50" fmla="*/ 111 w 213"/>
                <a:gd name="T51" fmla="*/ 113 h 169"/>
                <a:gd name="T52" fmla="*/ 117 w 213"/>
                <a:gd name="T53" fmla="*/ 111 h 169"/>
                <a:gd name="T54" fmla="*/ 129 w 213"/>
                <a:gd name="T55" fmla="*/ 111 h 169"/>
                <a:gd name="T56" fmla="*/ 131 w 213"/>
                <a:gd name="T57" fmla="*/ 98 h 169"/>
                <a:gd name="T58" fmla="*/ 139 w 213"/>
                <a:gd name="T59" fmla="*/ 84 h 169"/>
                <a:gd name="T60" fmla="*/ 137 w 213"/>
                <a:gd name="T61" fmla="*/ 71 h 169"/>
                <a:gd name="T62" fmla="*/ 151 w 213"/>
                <a:gd name="T63" fmla="*/ 71 h 169"/>
                <a:gd name="T64" fmla="*/ 149 w 213"/>
                <a:gd name="T65" fmla="*/ 56 h 169"/>
                <a:gd name="T66" fmla="*/ 155 w 213"/>
                <a:gd name="T67" fmla="*/ 42 h 169"/>
                <a:gd name="T68" fmla="*/ 182 w 213"/>
                <a:gd name="T69" fmla="*/ 29 h 169"/>
                <a:gd name="T70" fmla="*/ 204 w 213"/>
                <a:gd name="T71" fmla="*/ 25 h 169"/>
                <a:gd name="T72" fmla="*/ 213 w 213"/>
                <a:gd name="T73" fmla="*/ 22 h 169"/>
                <a:gd name="T74" fmla="*/ 202 w 213"/>
                <a:gd name="T75" fmla="*/ 18 h 169"/>
                <a:gd name="T76" fmla="*/ 184 w 213"/>
                <a:gd name="T77" fmla="*/ 16 h 169"/>
                <a:gd name="T78" fmla="*/ 168 w 213"/>
                <a:gd name="T79" fmla="*/ 22 h 169"/>
                <a:gd name="T80" fmla="*/ 155 w 213"/>
                <a:gd name="T81" fmla="*/ 34 h 169"/>
                <a:gd name="T82" fmla="*/ 140 w 213"/>
                <a:gd name="T83" fmla="*/ 29 h 169"/>
                <a:gd name="T84" fmla="*/ 148 w 213"/>
                <a:gd name="T85" fmla="*/ 13 h 169"/>
                <a:gd name="T86" fmla="*/ 139 w 213"/>
                <a:gd name="T87" fmla="*/ 2 h 169"/>
                <a:gd name="T88" fmla="*/ 129 w 213"/>
                <a:gd name="T89" fmla="*/ 3 h 169"/>
                <a:gd name="T90" fmla="*/ 120 w 213"/>
                <a:gd name="T91" fmla="*/ 11 h 169"/>
                <a:gd name="T92" fmla="*/ 111 w 213"/>
                <a:gd name="T93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169">
                  <a:moveTo>
                    <a:pt x="111" y="11"/>
                  </a:moveTo>
                  <a:lnTo>
                    <a:pt x="104" y="13"/>
                  </a:lnTo>
                  <a:lnTo>
                    <a:pt x="97" y="13"/>
                  </a:lnTo>
                  <a:lnTo>
                    <a:pt x="91" y="7"/>
                  </a:lnTo>
                  <a:lnTo>
                    <a:pt x="84" y="5"/>
                  </a:lnTo>
                  <a:lnTo>
                    <a:pt x="77" y="5"/>
                  </a:lnTo>
                  <a:lnTo>
                    <a:pt x="71" y="2"/>
                  </a:lnTo>
                  <a:lnTo>
                    <a:pt x="66" y="0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8" y="23"/>
                  </a:lnTo>
                  <a:lnTo>
                    <a:pt x="49" y="33"/>
                  </a:lnTo>
                  <a:lnTo>
                    <a:pt x="51" y="40"/>
                  </a:lnTo>
                  <a:lnTo>
                    <a:pt x="38" y="47"/>
                  </a:lnTo>
                  <a:lnTo>
                    <a:pt x="31" y="45"/>
                  </a:lnTo>
                  <a:lnTo>
                    <a:pt x="27" y="47"/>
                  </a:lnTo>
                  <a:lnTo>
                    <a:pt x="20" y="45"/>
                  </a:lnTo>
                  <a:lnTo>
                    <a:pt x="16" y="53"/>
                  </a:lnTo>
                  <a:lnTo>
                    <a:pt x="16" y="58"/>
                  </a:lnTo>
                  <a:lnTo>
                    <a:pt x="9" y="60"/>
                  </a:lnTo>
                  <a:lnTo>
                    <a:pt x="6" y="62"/>
                  </a:lnTo>
                  <a:lnTo>
                    <a:pt x="2" y="69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7" y="87"/>
                  </a:lnTo>
                  <a:lnTo>
                    <a:pt x="0" y="93"/>
                  </a:lnTo>
                  <a:lnTo>
                    <a:pt x="2" y="100"/>
                  </a:lnTo>
                  <a:lnTo>
                    <a:pt x="7" y="107"/>
                  </a:lnTo>
                  <a:lnTo>
                    <a:pt x="11" y="116"/>
                  </a:lnTo>
                  <a:lnTo>
                    <a:pt x="11" y="125"/>
                  </a:lnTo>
                  <a:lnTo>
                    <a:pt x="13" y="129"/>
                  </a:lnTo>
                  <a:lnTo>
                    <a:pt x="27" y="131"/>
                  </a:lnTo>
                  <a:lnTo>
                    <a:pt x="31" y="135"/>
                  </a:lnTo>
                  <a:lnTo>
                    <a:pt x="31" y="140"/>
                  </a:lnTo>
                  <a:lnTo>
                    <a:pt x="13" y="160"/>
                  </a:lnTo>
                  <a:lnTo>
                    <a:pt x="29" y="169"/>
                  </a:lnTo>
                  <a:lnTo>
                    <a:pt x="35" y="167"/>
                  </a:lnTo>
                  <a:lnTo>
                    <a:pt x="42" y="166"/>
                  </a:lnTo>
                  <a:lnTo>
                    <a:pt x="57" y="166"/>
                  </a:lnTo>
                  <a:lnTo>
                    <a:pt x="64" y="169"/>
                  </a:lnTo>
                  <a:lnTo>
                    <a:pt x="66" y="162"/>
                  </a:lnTo>
                  <a:lnTo>
                    <a:pt x="75" y="160"/>
                  </a:lnTo>
                  <a:lnTo>
                    <a:pt x="77" y="153"/>
                  </a:lnTo>
                  <a:lnTo>
                    <a:pt x="78" y="147"/>
                  </a:lnTo>
                  <a:lnTo>
                    <a:pt x="86" y="142"/>
                  </a:lnTo>
                  <a:lnTo>
                    <a:pt x="97" y="127"/>
                  </a:lnTo>
                  <a:lnTo>
                    <a:pt x="100" y="131"/>
                  </a:lnTo>
                  <a:lnTo>
                    <a:pt x="106" y="127"/>
                  </a:lnTo>
                  <a:lnTo>
                    <a:pt x="108" y="124"/>
                  </a:lnTo>
                  <a:lnTo>
                    <a:pt x="102" y="116"/>
                  </a:lnTo>
                  <a:lnTo>
                    <a:pt x="111" y="113"/>
                  </a:lnTo>
                  <a:lnTo>
                    <a:pt x="115" y="107"/>
                  </a:lnTo>
                  <a:lnTo>
                    <a:pt x="117" y="111"/>
                  </a:lnTo>
                  <a:lnTo>
                    <a:pt x="124" y="113"/>
                  </a:lnTo>
                  <a:lnTo>
                    <a:pt x="129" y="111"/>
                  </a:lnTo>
                  <a:lnTo>
                    <a:pt x="133" y="105"/>
                  </a:lnTo>
                  <a:lnTo>
                    <a:pt x="131" y="98"/>
                  </a:lnTo>
                  <a:lnTo>
                    <a:pt x="139" y="93"/>
                  </a:lnTo>
                  <a:lnTo>
                    <a:pt x="139" y="84"/>
                  </a:lnTo>
                  <a:lnTo>
                    <a:pt x="133" y="78"/>
                  </a:lnTo>
                  <a:lnTo>
                    <a:pt x="137" y="71"/>
                  </a:lnTo>
                  <a:lnTo>
                    <a:pt x="142" y="73"/>
                  </a:lnTo>
                  <a:lnTo>
                    <a:pt x="151" y="71"/>
                  </a:lnTo>
                  <a:lnTo>
                    <a:pt x="153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55" y="42"/>
                  </a:lnTo>
                  <a:lnTo>
                    <a:pt x="173" y="31"/>
                  </a:lnTo>
                  <a:lnTo>
                    <a:pt x="182" y="29"/>
                  </a:lnTo>
                  <a:lnTo>
                    <a:pt x="193" y="25"/>
                  </a:lnTo>
                  <a:lnTo>
                    <a:pt x="204" y="25"/>
                  </a:lnTo>
                  <a:lnTo>
                    <a:pt x="210" y="25"/>
                  </a:lnTo>
                  <a:lnTo>
                    <a:pt x="213" y="22"/>
                  </a:lnTo>
                  <a:lnTo>
                    <a:pt x="213" y="16"/>
                  </a:lnTo>
                  <a:lnTo>
                    <a:pt x="202" y="18"/>
                  </a:lnTo>
                  <a:lnTo>
                    <a:pt x="190" y="14"/>
                  </a:lnTo>
                  <a:lnTo>
                    <a:pt x="184" y="16"/>
                  </a:lnTo>
                  <a:lnTo>
                    <a:pt x="173" y="22"/>
                  </a:lnTo>
                  <a:lnTo>
                    <a:pt x="168" y="22"/>
                  </a:lnTo>
                  <a:lnTo>
                    <a:pt x="164" y="29"/>
                  </a:lnTo>
                  <a:lnTo>
                    <a:pt x="155" y="34"/>
                  </a:lnTo>
                  <a:lnTo>
                    <a:pt x="148" y="38"/>
                  </a:lnTo>
                  <a:lnTo>
                    <a:pt x="140" y="29"/>
                  </a:lnTo>
                  <a:lnTo>
                    <a:pt x="142" y="20"/>
                  </a:lnTo>
                  <a:lnTo>
                    <a:pt x="148" y="13"/>
                  </a:lnTo>
                  <a:lnTo>
                    <a:pt x="142" y="7"/>
                  </a:lnTo>
                  <a:lnTo>
                    <a:pt x="139" y="2"/>
                  </a:lnTo>
                  <a:lnTo>
                    <a:pt x="135" y="0"/>
                  </a:lnTo>
                  <a:lnTo>
                    <a:pt x="129" y="3"/>
                  </a:lnTo>
                  <a:lnTo>
                    <a:pt x="126" y="7"/>
                  </a:lnTo>
                  <a:lnTo>
                    <a:pt x="120" y="11"/>
                  </a:lnTo>
                  <a:lnTo>
                    <a:pt x="115" y="11"/>
                  </a:lnTo>
                  <a:lnTo>
                    <a:pt x="111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</p:grpSp>
      <p:sp>
        <p:nvSpPr>
          <p:cNvPr id="482" name="Text Placeholder 54">
            <a:extLst>
              <a:ext uri="{FF2B5EF4-FFF2-40B4-BE49-F238E27FC236}">
                <a16:creationId xmlns:a16="http://schemas.microsoft.com/office/drawing/2014/main" id="{B8A85AB9-E7AE-4786-83BD-C4142FEC6C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1791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83" name="Text Placeholder 16">
            <a:extLst>
              <a:ext uri="{FF2B5EF4-FFF2-40B4-BE49-F238E27FC236}">
                <a16:creationId xmlns:a16="http://schemas.microsoft.com/office/drawing/2014/main" id="{357A5063-0EA9-4D46-8A70-4D15E8810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1792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0" name="Text Placeholder 54">
            <a:extLst>
              <a:ext uri="{FF2B5EF4-FFF2-40B4-BE49-F238E27FC236}">
                <a16:creationId xmlns:a16="http://schemas.microsoft.com/office/drawing/2014/main" id="{4A139E48-5E5F-47AC-A444-ACA76F9BB8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34340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1" name="Text Placeholder 16">
            <a:extLst>
              <a:ext uri="{FF2B5EF4-FFF2-40B4-BE49-F238E27FC236}">
                <a16:creationId xmlns:a16="http://schemas.microsoft.com/office/drawing/2014/main" id="{D3171681-C72F-469B-A58F-EEC35AC1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4341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2" name="Text Placeholder 54">
            <a:extLst>
              <a:ext uri="{FF2B5EF4-FFF2-40B4-BE49-F238E27FC236}">
                <a16:creationId xmlns:a16="http://schemas.microsoft.com/office/drawing/2014/main" id="{D37E1F1D-5927-4A2C-96E6-B3E9B552FA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59437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3" name="Text Placeholder 16">
            <a:extLst>
              <a:ext uri="{FF2B5EF4-FFF2-40B4-BE49-F238E27FC236}">
                <a16:creationId xmlns:a16="http://schemas.microsoft.com/office/drawing/2014/main" id="{78F8F08B-A254-4A49-A8B2-AC6B536B1E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59438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4" name="Text Placeholder 54">
            <a:extLst>
              <a:ext uri="{FF2B5EF4-FFF2-40B4-BE49-F238E27FC236}">
                <a16:creationId xmlns:a16="http://schemas.microsoft.com/office/drawing/2014/main" id="{F45047AA-1286-4AE8-B16A-F73201EA2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96889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5" name="Text Placeholder 16">
            <a:extLst>
              <a:ext uri="{FF2B5EF4-FFF2-40B4-BE49-F238E27FC236}">
                <a16:creationId xmlns:a16="http://schemas.microsoft.com/office/drawing/2014/main" id="{616A5A6A-1E43-4D2E-AE5E-A2E9ACA809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6890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89" name="Graphic 488">
            <a:extLst>
              <a:ext uri="{FF2B5EF4-FFF2-40B4-BE49-F238E27FC236}">
                <a16:creationId xmlns:a16="http://schemas.microsoft.com/office/drawing/2014/main" id="{99AF8465-476C-4DEE-B1B2-DA2F72165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6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8">
            <a:extLst>
              <a:ext uri="{FF2B5EF4-FFF2-40B4-BE49-F238E27FC236}">
                <a16:creationId xmlns:a16="http://schemas.microsoft.com/office/drawing/2014/main" id="{BD750B8A-CC5D-4D9E-BF6C-95DFE62ADED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23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3" r:id="rId6"/>
    <p:sldLayoutId id="2147484276" r:id="rId7"/>
    <p:sldLayoutId id="2147484261" r:id="rId8"/>
    <p:sldLayoutId id="2147484262" r:id="rId9"/>
    <p:sldLayoutId id="2147484263" r:id="rId10"/>
    <p:sldLayoutId id="2147484275" r:id="rId11"/>
    <p:sldLayoutId id="2147484272" r:id="rId12"/>
    <p:sldLayoutId id="2147484274" r:id="rId13"/>
    <p:sldLayoutId id="2147484264" r:id="rId14"/>
    <p:sldLayoutId id="2147484265" r:id="rId15"/>
    <p:sldLayoutId id="2147484266" r:id="rId16"/>
    <p:sldLayoutId id="2147484277" r:id="rId17"/>
    <p:sldLayoutId id="2147484278" r:id="rId18"/>
    <p:sldLayoutId id="2147484279" r:id="rId19"/>
    <p:sldLayoutId id="21474842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208AB68A-D8D7-4E3B-A460-B560846131F9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179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77" r:id="rId2"/>
    <p:sldLayoutId id="2147484229" r:id="rId3"/>
    <p:sldLayoutId id="2147484241" r:id="rId4"/>
    <p:sldLayoutId id="2147484233" r:id="rId5"/>
    <p:sldLayoutId id="2147484232" r:id="rId6"/>
    <p:sldLayoutId id="2147484234" r:id="rId7"/>
    <p:sldLayoutId id="2147484254" r:id="rId8"/>
    <p:sldLayoutId id="2147484224" r:id="rId9"/>
    <p:sldLayoutId id="2147484239" r:id="rId10"/>
    <p:sldLayoutId id="2147484230" r:id="rId11"/>
    <p:sldLayoutId id="2147484238" r:id="rId12"/>
    <p:sldLayoutId id="21474842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A137A390-AA12-44E9-9E1A-4C6F1D9E912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205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40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27" r:id="rId9"/>
    <p:sldLayoutId id="2147484228" r:id="rId10"/>
    <p:sldLayoutId id="2147484236" r:id="rId11"/>
    <p:sldLayoutId id="21474842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/>
        </p:nvSpPr>
        <p:spPr>
          <a:xfrm>
            <a:off x="976177" y="1114289"/>
            <a:ext cx="10183529" cy="5222371"/>
          </a:xfrm>
          <a:prstGeom prst="rect">
            <a:avLst/>
          </a:prstGeom>
          <a:solidFill>
            <a:schemeClr val="tx2">
              <a:lumMod val="40000"/>
              <a:lumOff val="60000"/>
              <a:alpha val="20000"/>
            </a:schemeClr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7F3F28D4-7857-4DCB-B0DB-71E07CD2FE37}"/>
              </a:ext>
            </a:extLst>
          </p:cNvPr>
          <p:cNvGrpSpPr/>
          <p:nvPr/>
        </p:nvGrpSpPr>
        <p:grpSpPr>
          <a:xfrm>
            <a:off x="6212514" y="3857459"/>
            <a:ext cx="4694162" cy="2285181"/>
            <a:chOff x="6297185" y="-23794"/>
            <a:chExt cx="4694162" cy="2285181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7FF64765-9C8D-4E4C-AC63-B780271ED1ED}"/>
                </a:ext>
              </a:extLst>
            </p:cNvPr>
            <p:cNvSpPr/>
            <p:nvPr/>
          </p:nvSpPr>
          <p:spPr>
            <a:xfrm>
              <a:off x="6297185" y="-23794"/>
              <a:ext cx="4694162" cy="2230536"/>
            </a:xfrm>
            <a:prstGeom prst="rect">
              <a:avLst/>
            </a:prstGeom>
            <a:solidFill>
              <a:srgbClr val="FFD243"/>
            </a:solidFill>
            <a:ln w="101600">
              <a:solidFill>
                <a:srgbClr val="FFD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b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　　　通信業界</a:t>
              </a: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B72BE338-2D6C-4079-AC78-92FD0A0C204E}"/>
                </a:ext>
              </a:extLst>
            </p:cNvPr>
            <p:cNvSpPr txBox="1"/>
            <p:nvPr/>
          </p:nvSpPr>
          <p:spPr>
            <a:xfrm>
              <a:off x="6339559" y="1258648"/>
              <a:ext cx="18636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 dirty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BIGLOBE</a:t>
              </a:r>
              <a:endParaRPr kumimoji="1" lang="ja-JP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FFD243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862D897A-B8B8-4DF8-B2E2-2894CBE761CD}"/>
                </a:ext>
              </a:extLst>
            </p:cNvPr>
            <p:cNvSpPr txBox="1"/>
            <p:nvPr/>
          </p:nvSpPr>
          <p:spPr>
            <a:xfrm>
              <a:off x="7014919" y="1685395"/>
              <a:ext cx="122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So-net</a:t>
              </a:r>
            </a:p>
          </p:txBody>
        </p:sp>
        <p:pic>
          <p:nvPicPr>
            <p:cNvPr id="70" name="グラフィックス 57" descr="基地局 単色塗りつぶし">
              <a:extLst>
                <a:ext uri="{FF2B5EF4-FFF2-40B4-BE49-F238E27FC236}">
                  <a16:creationId xmlns:a16="http://schemas.microsoft.com/office/drawing/2014/main" id="{6A48525D-8326-4D5F-85B4-96C2661AD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8340" y="1330950"/>
              <a:ext cx="958660" cy="930437"/>
            </a:xfrm>
            <a:prstGeom prst="rect">
              <a:avLst/>
            </a:prstGeom>
          </p:spPr>
        </p:pic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BCDB933-EACE-4263-93FC-4B1BE1AF8524}"/>
              </a:ext>
            </a:extLst>
          </p:cNvPr>
          <p:cNvGrpSpPr/>
          <p:nvPr/>
        </p:nvGrpSpPr>
        <p:grpSpPr>
          <a:xfrm>
            <a:off x="1086949" y="3899330"/>
            <a:ext cx="4880003" cy="2230536"/>
            <a:chOff x="6179641" y="4031679"/>
            <a:chExt cx="4880003" cy="2230536"/>
          </a:xfrm>
        </p:grpSpPr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9231C601-5FDC-48BB-84FD-98640194944C}"/>
                </a:ext>
              </a:extLst>
            </p:cNvPr>
            <p:cNvSpPr/>
            <p:nvPr/>
          </p:nvSpPr>
          <p:spPr>
            <a:xfrm>
              <a:off x="6365482" y="4031679"/>
              <a:ext cx="4694162" cy="2230536"/>
            </a:xfrm>
            <a:prstGeom prst="rect">
              <a:avLst/>
            </a:prstGeom>
            <a:solidFill>
              <a:srgbClr val="FFD243"/>
            </a:solidFill>
            <a:ln w="101600">
              <a:solidFill>
                <a:srgbClr val="FFD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b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インターネット・</a:t>
              </a:r>
              <a:r>
                <a:rPr kumimoji="0" lang="en-US" altLang="ja-JP" sz="28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Roboto"/>
                  <a:cs typeface="+mn-cs"/>
                </a:rPr>
                <a:t>Web</a:t>
              </a:r>
              <a:r>
                <a:rPr kumimoji="0" lang="ja-JP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業界</a:t>
              </a:r>
              <a:endPara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5DD3F05D-42A6-4695-97CB-0B8DC7E68DD4}"/>
                </a:ext>
              </a:extLst>
            </p:cNvPr>
            <p:cNvSpPr txBox="1"/>
            <p:nvPr/>
          </p:nvSpPr>
          <p:spPr>
            <a:xfrm>
              <a:off x="6461950" y="4460728"/>
              <a:ext cx="126139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 dirty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Google</a:t>
              </a:r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7F9806A6-2304-4804-9195-254A4F8CC2EF}"/>
                </a:ext>
              </a:extLst>
            </p:cNvPr>
            <p:cNvSpPr txBox="1"/>
            <p:nvPr/>
          </p:nvSpPr>
          <p:spPr>
            <a:xfrm>
              <a:off x="8666768" y="5097032"/>
              <a:ext cx="126139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LINE</a:t>
              </a:r>
            </a:p>
          </p:txBody>
        </p:sp>
        <p:pic>
          <p:nvPicPr>
            <p:cNvPr id="62" name="グラフィックス 61" descr="プログラマー男性 単色塗りつぶし">
              <a:extLst>
                <a:ext uri="{FF2B5EF4-FFF2-40B4-BE49-F238E27FC236}">
                  <a16:creationId xmlns:a16="http://schemas.microsoft.com/office/drawing/2014/main" id="{DD7EBF06-B28C-47BE-A9F8-20F06E00A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79641" y="4994857"/>
              <a:ext cx="1213641" cy="1263837"/>
            </a:xfrm>
            <a:prstGeom prst="rect">
              <a:avLst/>
            </a:prstGeom>
          </p:spPr>
        </p:pic>
      </p:grpSp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322501" y="442074"/>
            <a:ext cx="9547947" cy="36415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4000" b="1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IT</a:t>
            </a:r>
            <a:r>
              <a:rPr kumimoji="0" lang="ja-JP" altLang="en-US" sz="4000" b="1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業界の全体像</a:t>
            </a:r>
            <a:endParaRPr kumimoji="0" lang="en-US" sz="4000" b="1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414823"/>
            <a:ext cx="10798238" cy="46213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6244358" y="1372280"/>
            <a:ext cx="4694162" cy="2230536"/>
          </a:xfrm>
          <a:prstGeom prst="rect">
            <a:avLst/>
          </a:prstGeom>
          <a:solidFill>
            <a:srgbClr val="FFD243"/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ソフトウェア業界</a:t>
            </a:r>
            <a:endParaRPr kumimoji="0" lang="ja-JP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1242716" y="1372280"/>
            <a:ext cx="4694162" cy="2230536"/>
          </a:xfrm>
          <a:prstGeom prst="rect">
            <a:avLst/>
          </a:prstGeom>
          <a:solidFill>
            <a:srgbClr val="FFD243"/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　　　ハードウェア業界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938890" y="2774121"/>
            <a:ext cx="4204530" cy="2037111"/>
          </a:xfrm>
          <a:prstGeom prst="rect">
            <a:avLst/>
          </a:prstGeom>
          <a:solidFill>
            <a:srgbClr val="FFD243"/>
          </a:solidFill>
          <a:ln w="127000">
            <a:solidFill>
              <a:srgbClr val="FFF9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情報処理業界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277541" y="732684"/>
            <a:ext cx="1618555" cy="584775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IT</a:t>
            </a:r>
            <a:r>
              <a:rPr kumimoji="1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業界</a:t>
            </a:r>
          </a:p>
        </p:txBody>
      </p:sp>
      <p:pic>
        <p:nvPicPr>
          <p:cNvPr id="55" name="グラフィックス 54" descr="UI UX 単色塗りつぶし">
            <a:extLst>
              <a:ext uri="{FF2B5EF4-FFF2-40B4-BE49-F238E27FC236}">
                <a16:creationId xmlns:a16="http://schemas.microsoft.com/office/drawing/2014/main" id="{2CA01010-70E6-445E-9F5E-7B6393E90A4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72226" y="1304669"/>
            <a:ext cx="1137802" cy="1098137"/>
          </a:xfrm>
          <a:prstGeom prst="rect">
            <a:avLst/>
          </a:prstGeom>
        </p:spPr>
      </p:pic>
      <p:pic>
        <p:nvPicPr>
          <p:cNvPr id="56" name="グラフィックス 55" descr="ロボット ハンド 単色塗りつぶし">
            <a:extLst>
              <a:ext uri="{FF2B5EF4-FFF2-40B4-BE49-F238E27FC236}">
                <a16:creationId xmlns:a16="http://schemas.microsoft.com/office/drawing/2014/main" id="{3BBDBF5A-55CC-4E1F-951F-50E73815A4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7363" y="1187039"/>
            <a:ext cx="950412" cy="112341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2539480-E13D-EF78-072B-A9C474ACFB84}"/>
              </a:ext>
            </a:extLst>
          </p:cNvPr>
          <p:cNvSpPr txBox="1"/>
          <p:nvPr/>
        </p:nvSpPr>
        <p:spPr>
          <a:xfrm>
            <a:off x="4277921" y="3997056"/>
            <a:ext cx="3619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野村総研、電通総研、サイボーズ、富士通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8DDE3D-2227-6F29-0663-3E03F9A65E6D}"/>
              </a:ext>
            </a:extLst>
          </p:cNvPr>
          <p:cNvSpPr txBox="1"/>
          <p:nvPr/>
        </p:nvSpPr>
        <p:spPr>
          <a:xfrm>
            <a:off x="1229620" y="2098919"/>
            <a:ext cx="30483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Apple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Google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HUAWEI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京セラ、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SAMSUNG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、トヨタ、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ホンダ、マツダ、日産、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NEC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、富士通、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Panasonic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Cannon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SONY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、任天堂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1AB540-66A2-1F1B-EC3C-3062C78BFA1A}"/>
              </a:ext>
            </a:extLst>
          </p:cNvPr>
          <p:cNvSpPr txBox="1"/>
          <p:nvPr/>
        </p:nvSpPr>
        <p:spPr>
          <a:xfrm>
            <a:off x="1810382" y="3804031"/>
            <a:ext cx="22524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楽天、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Amazon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Facebook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Spotify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dirty="0" err="1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Abema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 err="1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Tver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ヤフー、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Apple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Google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YouTube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Meta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ZOZOTOWN</a:t>
            </a:r>
          </a:p>
          <a:p>
            <a:endParaRPr kumimoji="1" lang="ja-JP" altLang="en-US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076438-8A82-96BA-10F2-4194CC584977}"/>
              </a:ext>
            </a:extLst>
          </p:cNvPr>
          <p:cNvSpPr txBox="1"/>
          <p:nvPr/>
        </p:nvSpPr>
        <p:spPr>
          <a:xfrm>
            <a:off x="8156390" y="2174655"/>
            <a:ext cx="233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Microsoft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Norton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Apple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Google</a:t>
            </a:r>
            <a:endParaRPr kumimoji="1" lang="ja-JP" altLang="en-US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F751CCE-5150-34E5-D26A-6FF142388331}"/>
              </a:ext>
            </a:extLst>
          </p:cNvPr>
          <p:cNvSpPr txBox="1"/>
          <p:nvPr/>
        </p:nvSpPr>
        <p:spPr>
          <a:xfrm>
            <a:off x="9082038" y="3802181"/>
            <a:ext cx="19342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NTT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 err="1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docomo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Softbank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KDDI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kumimoji="1" lang="en-US" altLang="ja-JP" dirty="0" err="1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mineo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楽天モバイル、</a:t>
            </a:r>
            <a:endParaRPr kumimoji="1" lang="en-US" altLang="ja-JP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Yahoo!</a:t>
            </a:r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モバイル、</a:t>
            </a:r>
            <a:r>
              <a:rPr kumimoji="1" lang="en-US" altLang="ja-JP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Buffalo</a:t>
            </a:r>
          </a:p>
        </p:txBody>
      </p:sp>
    </p:spTree>
    <p:extLst>
      <p:ext uri="{BB962C8B-B14F-4D97-AF65-F5344CB8AC3E}">
        <p14:creationId xmlns:p14="http://schemas.microsoft.com/office/powerpoint/2010/main" val="38294531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 and Transitions">
  <a:themeElements>
    <a:clrScheme name="Custom 2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 Layouts">
  <a:themeElements>
    <a:clrScheme name="Custom 5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phs and Charts">
  <a:themeElements>
    <a:clrScheme name="Custom 3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FFB81C"/>
      </a:accent1>
      <a:accent2>
        <a:srgbClr val="ADB2AC"/>
      </a:accent2>
      <a:accent3>
        <a:srgbClr val="00594F"/>
      </a:accent3>
      <a:accent4>
        <a:srgbClr val="FF5C39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B4CB1EAC38F574095DD803AC7DC3A48" ma:contentTypeVersion="21" ma:contentTypeDescription="新しいドキュメントを作成します。" ma:contentTypeScope="" ma:versionID="df5dd4583a22c18e6ce9b4981ba7025e">
  <xsd:schema xmlns:xsd="http://www.w3.org/2001/XMLSchema" xmlns:xs="http://www.w3.org/2001/XMLSchema" xmlns:p="http://schemas.microsoft.com/office/2006/metadata/properties" xmlns:ns2="e9a41dae-46c0-4d0d-ad0c-c6a655411575" xmlns:ns3="70aa6baa-9cbf-4410-be6f-245c83134671" targetNamespace="http://schemas.microsoft.com/office/2006/metadata/properties" ma:root="true" ma:fieldsID="2d55dd2004a992b902edb62413ae0f2d" ns2:_="" ns3:_="">
    <xsd:import namespace="e9a41dae-46c0-4d0d-ad0c-c6a655411575"/>
    <xsd:import namespace="70aa6baa-9cbf-4410-be6f-245c83134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x30de__x30fc__x30b1__x4f9d__x983c_" minOccurs="0"/>
                <xsd:element ref="ns2:_x30de__x30fc__x30b1__x627f__x8a8d_" minOccurs="0"/>
                <xsd:element ref="ns2:_x6cd5__x52d9__x4f9d__x983c_" minOccurs="0"/>
                <xsd:element ref="ns2:_x6cd5__x52d9__x627f__x8a8d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41dae-46c0-4d0d-ad0c-c6a655411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_Flow_SignoffStatus" ma:index="18" nillable="true" ma:displayName="承認の状態" ma:internalName="_x0024_Resources_x003a_core_x002c_Signoff_Status_x003b_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x30de__x30fc__x30b1__x4f9d__x983c_" ma:index="22" nillable="true" ma:displayName="マーケ依頼" ma:format="DateOnly" ma:internalName="_x30de__x30fc__x30b1__x4f9d__x983c_">
      <xsd:simpleType>
        <xsd:restriction base="dms:DateTime"/>
      </xsd:simpleType>
    </xsd:element>
    <xsd:element name="_x30de__x30fc__x30b1__x627f__x8a8d_" ma:index="23" nillable="true" ma:displayName="マーケ承認" ma:format="DateOnly" ma:internalName="_x30de__x30fc__x30b1__x627f__x8a8d_">
      <xsd:simpleType>
        <xsd:restriction base="dms:DateTime"/>
      </xsd:simpleType>
    </xsd:element>
    <xsd:element name="_x6cd5__x52d9__x4f9d__x983c_" ma:index="24" nillable="true" ma:displayName="法務依頼" ma:format="DateOnly" ma:internalName="_x6cd5__x52d9__x4f9d__x983c_">
      <xsd:simpleType>
        <xsd:restriction base="dms:DateTime"/>
      </xsd:simpleType>
    </xsd:element>
    <xsd:element name="_x6cd5__x52d9__x627f__x8a8d_" ma:index="25" nillable="true" ma:displayName="法務承認" ma:format="DateOnly" ma:internalName="_x6cd5__x52d9__x627f__x8a8d_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a6baa-9cbf-4410-be6f-245c83134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af78fae7-b829-4df0-a7c0-d73e1bb68e68}" ma:internalName="TaxCatchAll" ma:showField="CatchAllData" ma:web="70aa6baa-9cbf-4410-be6f-245c83134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0aa6baa-9cbf-4410-be6f-245c83134671">
      <UserInfo>
        <DisplayName>Sebastiaan Krol</DisplayName>
        <AccountId>24</AccountId>
        <AccountType/>
      </UserInfo>
    </SharedWithUsers>
    <_x30de__x30fc__x30b1__x4f9d__x983c_ xmlns="e9a41dae-46c0-4d0d-ad0c-c6a655411575" xsi:nil="true"/>
    <lcf76f155ced4ddcb4097134ff3c332f xmlns="e9a41dae-46c0-4d0d-ad0c-c6a655411575">
      <Terms xmlns="http://schemas.microsoft.com/office/infopath/2007/PartnerControls"/>
    </lcf76f155ced4ddcb4097134ff3c332f>
    <_x6cd5__x52d9__x4f9d__x983c_ xmlns="e9a41dae-46c0-4d0d-ad0c-c6a655411575" xsi:nil="true"/>
    <_Flow_SignoffStatus xmlns="e9a41dae-46c0-4d0d-ad0c-c6a655411575" xsi:nil="true"/>
    <TaxCatchAll xmlns="70aa6baa-9cbf-4410-be6f-245c83134671" xsi:nil="true"/>
    <_x30de__x30fc__x30b1__x627f__x8a8d_ xmlns="e9a41dae-46c0-4d0d-ad0c-c6a655411575" xsi:nil="true"/>
    <_x6cd5__x52d9__x627f__x8a8d_ xmlns="e9a41dae-46c0-4d0d-ad0c-c6a65541157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00BF2D-D608-4720-AA50-606BCA3EDA9B}">
  <ds:schemaRefs>
    <ds:schemaRef ds:uri="70aa6baa-9cbf-4410-be6f-245c83134671"/>
    <ds:schemaRef ds:uri="e9a41dae-46c0-4d0d-ad0c-c6a6554115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254E143-6045-4FBF-B352-93AE1E79394F}">
  <ds:schemaRefs>
    <ds:schemaRef ds:uri="0c78dec3-5dfb-4714-9f69-24d52bf01af4"/>
    <ds:schemaRef ds:uri="70aa6baa-9cbf-4410-be6f-245c83134671"/>
    <ds:schemaRef ds:uri="9aafff0e-8503-4560-b2b1-375e0b17989d"/>
    <ds:schemaRef ds:uri="e9a41dae-46c0-4d0d-ad0c-c6a6554115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72262D2-C6DA-4BAE-AC51-5942AAC479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1719</TotalTime>
  <Words>113</Words>
  <Application>Microsoft Office PowerPoint</Application>
  <PresentationFormat>ワイド画面</PresentationFormat>
  <Paragraphs>30</Paragraphs>
  <Slides>1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3" baseType="lpstr">
      <vt:lpstr>Meiryo UI</vt:lpstr>
      <vt:lpstr>ＭＳ ゴシック</vt:lpstr>
      <vt:lpstr>Reso</vt:lpstr>
      <vt:lpstr>Arial</vt:lpstr>
      <vt:lpstr>Calibri</vt:lpstr>
      <vt:lpstr>Roboto</vt:lpstr>
      <vt:lpstr>Roboto Light</vt:lpstr>
      <vt:lpstr>Verdana</vt:lpstr>
      <vt:lpstr>Title Slides and Transitions</vt:lpstr>
      <vt:lpstr>Basic Slide Layouts</vt:lpstr>
      <vt:lpstr>Graphs and Charts</vt:lpstr>
      <vt:lpstr>think-cell Slide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2020_Modis_Academy_Reskilling</dc:title>
  <dc:creator>Maria Papoudou</dc:creator>
  <cp:lastModifiedBy>ft.hmsjj@gmail.com</cp:lastModifiedBy>
  <cp:revision>6</cp:revision>
  <dcterms:created xsi:type="dcterms:W3CDTF">2017-09-27T07:46:16Z</dcterms:created>
  <dcterms:modified xsi:type="dcterms:W3CDTF">2025-11-06T01:58:13Z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0x0101005B4CB1EAC38F574095DD803AC7DC3A48</vt:lpwstr>
  </property>
  <property fmtid="{D5CDD505-2E9C-101B-9397-08002B2CF9AE}" pid="3" name="MSIP_Label_23ed4288-e1c3-41d2-9099-5088ef2adcf7_Enabled">
    <vt:lpwstr>true</vt:lpwstr>
  </property>
  <property fmtid="{D5CDD505-2E9C-101B-9397-08002B2CF9AE}" pid="4" name="MSIP_Label_23ed4288-e1c3-41d2-9099-5088ef2adcf7_SetDate">
    <vt:lpwstr>2022-02-16T11:59:18Z</vt:lpwstr>
  </property>
  <property fmtid="{D5CDD505-2E9C-101B-9397-08002B2CF9AE}" pid="5" name="MSIP_Label_23ed4288-e1c3-41d2-9099-5088ef2adcf7_Method">
    <vt:lpwstr>Privileged</vt:lpwstr>
  </property>
  <property fmtid="{D5CDD505-2E9C-101B-9397-08002B2CF9AE}" pid="6" name="MSIP_Label_23ed4288-e1c3-41d2-9099-5088ef2adcf7_Name">
    <vt:lpwstr>【公開2】</vt:lpwstr>
  </property>
  <property fmtid="{D5CDD505-2E9C-101B-9397-08002B2CF9AE}" pid="7" name="MSIP_Label_23ed4288-e1c3-41d2-9099-5088ef2adcf7_SiteId">
    <vt:lpwstr>13bce9b3-c38d-4764-b636-26955c3b5750</vt:lpwstr>
  </property>
  <property fmtid="{D5CDD505-2E9C-101B-9397-08002B2CF9AE}" pid="8" name="MSIP_Label_23ed4288-e1c3-41d2-9099-5088ef2adcf7_ActionId">
    <vt:lpwstr>5f3d9202-84a6-4bd4-8391-e6236fb99405</vt:lpwstr>
  </property>
  <property fmtid="{D5CDD505-2E9C-101B-9397-08002B2CF9AE}" pid="9" name="MSIP_Label_23ed4288-e1c3-41d2-9099-5088ef2adcf7_ContentBits">
    <vt:lpwstr>0</vt:lpwstr>
  </property>
</Properties>
</file>